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0"/>
  </p:notesMasterIdLst>
  <p:sldIdLst>
    <p:sldId id="276" r:id="rId2"/>
    <p:sldId id="277" r:id="rId3"/>
    <p:sldId id="279" r:id="rId4"/>
    <p:sldId id="280" r:id="rId5"/>
    <p:sldId id="281" r:id="rId6"/>
    <p:sldId id="282" r:id="rId7"/>
    <p:sldId id="258" r:id="rId8"/>
    <p:sldId id="259" r:id="rId9"/>
    <p:sldId id="260" r:id="rId10"/>
    <p:sldId id="284" r:id="rId11"/>
    <p:sldId id="261" r:id="rId12"/>
    <p:sldId id="262" r:id="rId13"/>
    <p:sldId id="285" r:id="rId14"/>
    <p:sldId id="286" r:id="rId15"/>
    <p:sldId id="263" r:id="rId16"/>
    <p:sldId id="264" r:id="rId17"/>
    <p:sldId id="265" r:id="rId18"/>
    <p:sldId id="266" r:id="rId19"/>
    <p:sldId id="267" r:id="rId20"/>
    <p:sldId id="268" r:id="rId21"/>
    <p:sldId id="269" r:id="rId22"/>
    <p:sldId id="287" r:id="rId23"/>
    <p:sldId id="271" r:id="rId24"/>
    <p:sldId id="272" r:id="rId25"/>
    <p:sldId id="273" r:id="rId26"/>
    <p:sldId id="289" r:id="rId27"/>
    <p:sldId id="288" r:id="rId28"/>
    <p:sldId id="256" r:id="rId2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55" d="100"/>
          <a:sy n="55" d="100"/>
        </p:scale>
        <p:origin x="40" y="1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03-Sep-26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Visual on this slide was generated with Microsoft Copilot.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8F00A9-4581-5FEB-90FA-E68BA3A082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6EC27EC-6857-5ED2-0262-E3BC6F5D77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15F3A83-DE58-55D9-9857-7FD416FAC1C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Visual on this slide was generated with Microsoft Copilot.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979CA3-F1D4-C372-090F-756B6D7E2BA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959876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74DC7D-2526-FBBD-DF13-0884D4C8E9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901B022-7084-68E5-ADB4-BF7B174A705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3877C10-82FE-A666-B98B-D165E24DC81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Visual on this slide was generated with Microsoft Copilot.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6E0994-1A35-869C-DC72-E29A422A4DC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833344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24571C-E456-F8FE-0616-4BCDB654F6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4F06577-5797-1BDF-7E54-1AE03248144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577BA5A-6D02-1759-E070-10F9A8E2E0E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233194-5BBF-BB08-81F9-854C9F422A6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757101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D5A087-72F0-4FCB-7F92-F6DBD8A63E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64A4278-014D-EA34-E94E-02A8FD1DC63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7268D0C-93EB-C4E5-959D-1EE78258F66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F4F1EE-FF62-B9AA-E7CB-23832736C8E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755944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Visual on this slide was generated with Microsoft Copilot.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ver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pic>
        <p:nvPicPr>
          <p:cNvPr id="2" name="Image 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10" name="Eyebrow"/>
          <p:cNvSpPr/>
          <p:nvPr/>
        </p:nvSpPr>
        <p:spPr>
          <a:xfrm>
            <a:off x="1600200" y="960120"/>
            <a:ext cx="8991295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TW" altLang="en-US" sz="3200" b="1" spc="800">
                <a:solidFill>
                  <a:srgbClr val="B8892F"/>
                </a:solidFill>
                <a:effectLst>
                  <a:outerShdw blurRad="25400" algn="ctr" rotWithShape="0">
                    <a:srgbClr val="FFFFFF">
                      <a:alpha val="70000"/>
                    </a:srgbClr>
                  </a:outerShdw>
                </a:effectLst>
                <a:latin typeface="Noto Sans CJK TC"/>
                <a:ea typeface="Noto Sans CJK TC"/>
              </a:rPr>
              <a:t>2026年 · 巴生道務中心</a:t>
            </a:r>
            <a:endParaRPr lang="en-US" sz="3200"/>
          </a:p>
        </p:txBody>
      </p:sp>
      <p:sp>
        <p:nvSpPr>
          <p:cNvPr id="3" name="Title"/>
          <p:cNvSpPr/>
          <p:nvPr/>
        </p:nvSpPr>
        <p:spPr>
          <a:xfrm>
            <a:off x="1105280" y="1600200"/>
            <a:ext cx="10001455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zh-TW" altLang="en-US" sz="7200" b="1" spc="600">
                <a:solidFill>
                  <a:srgbClr val="A62A3C"/>
                </a:solidFill>
                <a:effectLst>
                  <a:outerShdw blurRad="38100" dist="12700" dir="2700000" algn="bl" rotWithShape="0">
                    <a:srgbClr val="FFFFFF">
                      <a:alpha val="60000"/>
                    </a:srgbClr>
                  </a:outerShdw>
                </a:effectLst>
                <a:latin typeface="Noto Sans CJK TC"/>
                <a:ea typeface="Noto Sans CJK TC"/>
              </a:rPr>
              <a:t>南區千人上岸</a:t>
            </a:r>
            <a:endParaRPr lang="en-US" sz="7200"/>
          </a:p>
          <a:p>
            <a:pPr marL="0" indent="0" algn="ctr">
              <a:lnSpc>
                <a:spcPct val="105000"/>
              </a:lnSpc>
              <a:buNone/>
            </a:pPr>
            <a:r>
              <a:rPr lang="zh-TW" altLang="en-US" sz="7200" b="1" spc="600">
                <a:solidFill>
                  <a:srgbClr val="A62A3C"/>
                </a:solidFill>
                <a:effectLst>
                  <a:outerShdw blurRad="38100" dist="12700" dir="2700000" algn="bl" rotWithShape="0">
                    <a:srgbClr val="FFFFFF">
                      <a:alpha val="60000"/>
                    </a:srgbClr>
                  </a:outerShdw>
                </a:effectLst>
                <a:latin typeface="Noto Sans CJK TC"/>
                <a:ea typeface="Noto Sans CJK TC"/>
              </a:rPr>
              <a:t>表揚大會</a:t>
            </a:r>
            <a:endParaRPr lang="en-US" sz="7200"/>
          </a:p>
        </p:txBody>
      </p:sp>
      <p:sp>
        <p:nvSpPr>
          <p:cNvPr id="11" name="Rule Left"/>
          <p:cNvSpPr/>
          <p:nvPr/>
        </p:nvSpPr>
        <p:spPr>
          <a:xfrm>
            <a:off x="3886200" y="4632960"/>
            <a:ext cx="1600200" cy="19050"/>
          </a:xfrm>
          <a:prstGeom prst="rect">
            <a:avLst/>
          </a:prstGeom>
          <a:solidFill>
            <a:srgbClr val="C79A4B"/>
          </a:solidFill>
          <a:ln/>
        </p:spPr>
        <p:txBody>
          <a:bodyPr wrap="square" rtlCol="0" anchor="ctr"/>
          <a:lstStyle/>
          <a:p>
            <a:pPr algn="ctr"/>
            <a:endParaRPr lang="en-US" sz="100"/>
          </a:p>
        </p:txBody>
      </p:sp>
      <p:sp>
        <p:nvSpPr>
          <p:cNvPr id="4" name="Ornament"/>
          <p:cNvSpPr/>
          <p:nvPr/>
        </p:nvSpPr>
        <p:spPr>
          <a:xfrm>
            <a:off x="5715000" y="4419600"/>
            <a:ext cx="761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spc="300">
                <a:solidFill>
                  <a:srgbClr val="C79A4B"/>
                </a:solidFill>
              </a:rPr>
              <a:t>❖</a:t>
            </a:r>
            <a:endParaRPr lang="en-US" sz="2000"/>
          </a:p>
        </p:txBody>
      </p:sp>
      <p:sp>
        <p:nvSpPr>
          <p:cNvPr id="12" name="Rule Right"/>
          <p:cNvSpPr/>
          <p:nvPr/>
        </p:nvSpPr>
        <p:spPr>
          <a:xfrm>
            <a:off x="6705600" y="4632960"/>
            <a:ext cx="1600200" cy="19050"/>
          </a:xfrm>
          <a:prstGeom prst="rect">
            <a:avLst/>
          </a:prstGeom>
          <a:solidFill>
            <a:srgbClr val="C79A4B"/>
          </a:solidFill>
          <a:ln/>
        </p:spPr>
        <p:txBody>
          <a:bodyPr wrap="square" rtlCol="0" anchor="ctr"/>
          <a:lstStyle/>
          <a:p>
            <a:pPr algn="ctr"/>
            <a:endParaRPr lang="en-US" sz="100"/>
          </a:p>
        </p:txBody>
      </p:sp>
      <p:sp>
        <p:nvSpPr>
          <p:cNvPr id="7" name="Date Pill"/>
          <p:cNvSpPr/>
          <p:nvPr/>
        </p:nvSpPr>
        <p:spPr>
          <a:xfrm>
            <a:off x="3886200" y="5181600"/>
            <a:ext cx="4419295" cy="731520"/>
          </a:xfrm>
          <a:prstGeom prst="roundRect">
            <a:avLst>
              <a:gd name="adj" fmla="val 50000"/>
            </a:avLst>
          </a:prstGeom>
          <a:solidFill>
            <a:srgbClr val="A62A3C"/>
          </a:solidFill>
          <a:ln w="19050">
            <a:solidFill>
              <a:srgbClr val="C79A4B"/>
            </a:solidFill>
            <a:prstDash val="solid"/>
          </a:ln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r>
              <a:rPr lang="en-US" sz="2400" b="1" spc="200">
                <a:solidFill>
                  <a:srgbClr val="FFFFFF"/>
                </a:solidFill>
              </a:rPr>
              <a:t>06.09.2026 | </a:t>
            </a:r>
            <a:r>
              <a:rPr lang="zh-TW" altLang="en-US" sz="2400" b="1" spc="200">
                <a:solidFill>
                  <a:srgbClr val="FFFFFF"/>
                </a:solidFill>
                <a:latin typeface="Noto Sans CJK TC"/>
                <a:ea typeface="Noto Sans CJK TC"/>
              </a:rPr>
              <a:t>崇德佛院</a:t>
            </a:r>
            <a:endParaRPr lang="en-US" sz="24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Agenda">
    <p:bg>
      <p:bgPr>
        <a:solidFill>
          <a:srgbClr val="FFF9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pic>
        <p:nvPicPr>
          <p:cNvPr id="21" name="Lotus Watermark"/>
          <p:cNvPicPr>
            <a:picLocks noChangeAspect="1"/>
          </p:cNvPicPr>
          <p:nvPr/>
        </p:nvPicPr>
        <p:blipFill>
          <a:blip r:embed="rId2">
            <a:alphaModFix amt="14000"/>
          </a:blip>
          <a:srcRect t="7771" b="777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Header Bar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7B3C5E"/>
          </a:solidFill>
          <a:ln w="12700">
            <a:solidFill>
              <a:srgbClr val="7B3C5E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" name="Gold Rule"/>
          <p:cNvSpPr/>
          <p:nvPr/>
        </p:nvSpPr>
        <p:spPr>
          <a:xfrm>
            <a:off x="0" y="777240"/>
            <a:ext cx="12191695" cy="73152"/>
          </a:xfrm>
          <a:prstGeom prst="rect">
            <a:avLst/>
          </a:prstGeom>
          <a:solidFill>
            <a:srgbClr val="D8B06A"/>
          </a:solidFill>
          <a:ln w="12700">
            <a:solidFill>
              <a:srgbClr val="D8B06A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4" name="Title"/>
          <p:cNvSpPr/>
          <p:nvPr/>
        </p:nvSpPr>
        <p:spPr>
          <a:xfrm>
            <a:off x="502920" y="164592"/>
            <a:ext cx="6400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TW" altLang="en-US" sz="2500" b="1">
                <a:solidFill>
                  <a:srgbClr val="FFFFFF"/>
                </a:solidFill>
                <a:ea typeface="新細明體"/>
              </a:rPr>
              <a:t>表揚大會流程</a:t>
            </a:r>
            <a:endParaRPr lang="en-US" sz="2500">
              <a:ea typeface="新細明體"/>
            </a:endParaRPr>
          </a:p>
        </p:txBody>
      </p:sp>
      <p:sp>
        <p:nvSpPr>
          <p:cNvPr id="30" name="Row 1 BG"/>
          <p:cNvSpPr/>
          <p:nvPr/>
        </p:nvSpPr>
        <p:spPr>
          <a:xfrm>
            <a:off x="685800" y="1097280"/>
            <a:ext cx="10820095" cy="43000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6350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1" name="Row 1 Time"/>
          <p:cNvSpPr/>
          <p:nvPr/>
        </p:nvSpPr>
        <p:spPr>
          <a:xfrm>
            <a:off x="914400" y="1157280"/>
            <a:ext cx="2377440" cy="31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A62A3C"/>
                </a:solidFill>
              </a:rPr>
              <a:t>5.00 – 5.30</a:t>
            </a:r>
            <a:endParaRPr lang="en-US" sz="2000"/>
          </a:p>
        </p:txBody>
      </p:sp>
      <p:sp>
        <p:nvSpPr>
          <p:cNvPr id="32" name="Row 1 Item"/>
          <p:cNvSpPr/>
          <p:nvPr/>
        </p:nvSpPr>
        <p:spPr>
          <a:xfrm>
            <a:off x="3520440" y="1157280"/>
            <a:ext cx="7756000" cy="31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TW" altLang="en-US" sz="2000" b="1">
                <a:solidFill>
                  <a:srgbClr val="543443"/>
                </a:solidFill>
                <a:latin typeface="Noto Sans CJK TC"/>
                <a:ea typeface="Noto Sans CJK TC"/>
              </a:rPr>
              <a:t>報到／善歌</a:t>
            </a:r>
            <a:endParaRPr lang="en-US" sz="2000"/>
          </a:p>
        </p:txBody>
      </p:sp>
      <p:sp>
        <p:nvSpPr>
          <p:cNvPr id="33" name="Row 2 BG"/>
          <p:cNvSpPr/>
          <p:nvPr/>
        </p:nvSpPr>
        <p:spPr>
          <a:xfrm>
            <a:off x="685800" y="1579280"/>
            <a:ext cx="10820095" cy="430000"/>
          </a:xfrm>
          <a:prstGeom prst="roundRect">
            <a:avLst>
              <a:gd name="adj" fmla="val 18000"/>
            </a:avLst>
          </a:prstGeom>
          <a:solidFill>
            <a:srgbClr val="F6EAF0"/>
          </a:solidFill>
          <a:ln w="6350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4" name="Row 2 Time"/>
          <p:cNvSpPr/>
          <p:nvPr/>
        </p:nvSpPr>
        <p:spPr>
          <a:xfrm>
            <a:off x="914400" y="1639280"/>
            <a:ext cx="2377440" cy="31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A62A3C"/>
                </a:solidFill>
              </a:rPr>
              <a:t>5.30 – 5.40</a:t>
            </a:r>
            <a:endParaRPr lang="en-US" sz="2000"/>
          </a:p>
        </p:txBody>
      </p:sp>
      <p:sp>
        <p:nvSpPr>
          <p:cNvPr id="35" name="Row 2 Item"/>
          <p:cNvSpPr/>
          <p:nvPr/>
        </p:nvSpPr>
        <p:spPr>
          <a:xfrm>
            <a:off x="3520440" y="1639280"/>
            <a:ext cx="7756000" cy="31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TW" altLang="en-US" sz="2000" b="1">
                <a:solidFill>
                  <a:srgbClr val="543443"/>
                </a:solidFill>
                <a:latin typeface="Noto Sans CJK TC"/>
                <a:ea typeface="Noto Sans CJK TC"/>
              </a:rPr>
              <a:t>陳美琴點傳師慈悲</a:t>
            </a:r>
            <a:endParaRPr lang="en-US" sz="2000"/>
          </a:p>
        </p:txBody>
      </p:sp>
      <p:sp>
        <p:nvSpPr>
          <p:cNvPr id="36" name="Row 3 BG"/>
          <p:cNvSpPr/>
          <p:nvPr/>
        </p:nvSpPr>
        <p:spPr>
          <a:xfrm>
            <a:off x="685800" y="2061280"/>
            <a:ext cx="10820095" cy="43000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6350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7" name="Row 3 Time"/>
          <p:cNvSpPr/>
          <p:nvPr/>
        </p:nvSpPr>
        <p:spPr>
          <a:xfrm>
            <a:off x="914400" y="2121280"/>
            <a:ext cx="2377440" cy="31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A62A3C"/>
                </a:solidFill>
              </a:rPr>
              <a:t>5.40 – 6.10</a:t>
            </a:r>
            <a:endParaRPr lang="en-US" sz="2000"/>
          </a:p>
        </p:txBody>
      </p:sp>
      <p:sp>
        <p:nvSpPr>
          <p:cNvPr id="38" name="Row 3 Item"/>
          <p:cNvSpPr/>
          <p:nvPr/>
        </p:nvSpPr>
        <p:spPr>
          <a:xfrm>
            <a:off x="3520440" y="2121280"/>
            <a:ext cx="7756000" cy="31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TW" altLang="en-US" sz="2000" b="1">
                <a:solidFill>
                  <a:srgbClr val="543443"/>
                </a:solidFill>
                <a:latin typeface="Noto Sans CJK TC"/>
                <a:ea typeface="Noto Sans CJK TC"/>
              </a:rPr>
              <a:t>晚餐</a:t>
            </a:r>
            <a:endParaRPr lang="en-US" sz="2000"/>
          </a:p>
        </p:txBody>
      </p:sp>
      <p:sp>
        <p:nvSpPr>
          <p:cNvPr id="39" name="Row 4 BG"/>
          <p:cNvSpPr/>
          <p:nvPr/>
        </p:nvSpPr>
        <p:spPr>
          <a:xfrm>
            <a:off x="685800" y="2543280"/>
            <a:ext cx="10820095" cy="430000"/>
          </a:xfrm>
          <a:prstGeom prst="roundRect">
            <a:avLst>
              <a:gd name="adj" fmla="val 18000"/>
            </a:avLst>
          </a:prstGeom>
          <a:solidFill>
            <a:srgbClr val="F6EAF0"/>
          </a:solidFill>
          <a:ln w="6350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40" name="Row 4 Time"/>
          <p:cNvSpPr/>
          <p:nvPr/>
        </p:nvSpPr>
        <p:spPr>
          <a:xfrm>
            <a:off x="914400" y="2603280"/>
            <a:ext cx="2377440" cy="31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A62A3C"/>
                </a:solidFill>
              </a:rPr>
              <a:t>6.10 – 6.15</a:t>
            </a:r>
            <a:endParaRPr lang="en-US" sz="2000"/>
          </a:p>
        </p:txBody>
      </p:sp>
      <p:sp>
        <p:nvSpPr>
          <p:cNvPr id="41" name="Row 4 Item"/>
          <p:cNvSpPr/>
          <p:nvPr/>
        </p:nvSpPr>
        <p:spPr>
          <a:xfrm>
            <a:off x="3520440" y="2603280"/>
            <a:ext cx="7756000" cy="31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TW" altLang="en-US" sz="2000" b="1">
                <a:solidFill>
                  <a:srgbClr val="543443"/>
                </a:solidFill>
                <a:latin typeface="Noto Sans CJK TC"/>
                <a:ea typeface="Noto Sans CJK TC"/>
              </a:rPr>
              <a:t>南一表演</a:t>
            </a:r>
            <a:endParaRPr lang="en-US" sz="2000"/>
          </a:p>
        </p:txBody>
      </p:sp>
      <p:sp>
        <p:nvSpPr>
          <p:cNvPr id="42" name="Row 5 BG"/>
          <p:cNvSpPr/>
          <p:nvPr/>
        </p:nvSpPr>
        <p:spPr>
          <a:xfrm>
            <a:off x="685800" y="3025280"/>
            <a:ext cx="10820095" cy="43000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6350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43" name="Row 5 Time"/>
          <p:cNvSpPr/>
          <p:nvPr/>
        </p:nvSpPr>
        <p:spPr>
          <a:xfrm>
            <a:off x="914400" y="3085280"/>
            <a:ext cx="2377440" cy="31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A62A3C"/>
                </a:solidFill>
              </a:rPr>
              <a:t>6.15 – 6.40</a:t>
            </a:r>
            <a:endParaRPr lang="en-US" sz="2000"/>
          </a:p>
        </p:txBody>
      </p:sp>
      <p:sp>
        <p:nvSpPr>
          <p:cNvPr id="44" name="Row 5 Item"/>
          <p:cNvSpPr/>
          <p:nvPr/>
        </p:nvSpPr>
        <p:spPr>
          <a:xfrm>
            <a:off x="3520440" y="3085280"/>
            <a:ext cx="7756000" cy="31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zh-TW" altLang="en-US" sz="2000" b="1">
                <a:solidFill>
                  <a:srgbClr val="543443"/>
                </a:solidFill>
                <a:latin typeface="Noto Sans CJK TC"/>
                <a:ea typeface="Noto Sans CJK TC"/>
              </a:rPr>
              <a:t>表揚環節｜</a:t>
            </a:r>
            <a:r>
              <a:rPr lang="zh-TW" sz="2000" b="1">
                <a:solidFill>
                  <a:srgbClr val="543443"/>
                </a:solidFill>
                <a:ea typeface="+mn-lt"/>
                <a:cs typeface="+mn-lt"/>
              </a:rPr>
              <a:t>壇</a:t>
            </a:r>
            <a:r>
              <a:rPr lang="zh-TW" altLang="en-US" sz="2000" b="1">
                <a:solidFill>
                  <a:srgbClr val="543443"/>
                </a:solidFill>
                <a:latin typeface="Noto Sans CJK TC"/>
                <a:ea typeface="Noto Sans CJK TC"/>
              </a:rPr>
              <a:t>達標</a:t>
            </a:r>
            <a:endParaRPr lang="en-US" sz="2000"/>
          </a:p>
        </p:txBody>
      </p:sp>
      <p:sp>
        <p:nvSpPr>
          <p:cNvPr id="45" name="Row 6 BG"/>
          <p:cNvSpPr/>
          <p:nvPr/>
        </p:nvSpPr>
        <p:spPr>
          <a:xfrm>
            <a:off x="685800" y="3507280"/>
            <a:ext cx="10820095" cy="430000"/>
          </a:xfrm>
          <a:prstGeom prst="roundRect">
            <a:avLst>
              <a:gd name="adj" fmla="val 18000"/>
            </a:avLst>
          </a:prstGeom>
          <a:solidFill>
            <a:srgbClr val="F6EAF0"/>
          </a:solidFill>
          <a:ln w="6350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46" name="Row 6 Time"/>
          <p:cNvSpPr/>
          <p:nvPr/>
        </p:nvSpPr>
        <p:spPr>
          <a:xfrm>
            <a:off x="914400" y="3567280"/>
            <a:ext cx="2377440" cy="31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A62A3C"/>
                </a:solidFill>
              </a:rPr>
              <a:t>6.40 – 6.45</a:t>
            </a:r>
            <a:endParaRPr lang="en-US" sz="2000"/>
          </a:p>
        </p:txBody>
      </p:sp>
      <p:sp>
        <p:nvSpPr>
          <p:cNvPr id="47" name="Row 6 Item"/>
          <p:cNvSpPr/>
          <p:nvPr/>
        </p:nvSpPr>
        <p:spPr>
          <a:xfrm>
            <a:off x="3520440" y="3567280"/>
            <a:ext cx="7756000" cy="31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TW" altLang="en-US" sz="2000" b="1">
                <a:solidFill>
                  <a:srgbClr val="543443"/>
                </a:solidFill>
                <a:latin typeface="Noto Sans CJK TC"/>
                <a:ea typeface="Noto Sans CJK TC"/>
              </a:rPr>
              <a:t>南二表演</a:t>
            </a:r>
            <a:endParaRPr lang="en-US" sz="2000"/>
          </a:p>
        </p:txBody>
      </p:sp>
      <p:sp>
        <p:nvSpPr>
          <p:cNvPr id="48" name="Row 7 BG"/>
          <p:cNvSpPr/>
          <p:nvPr/>
        </p:nvSpPr>
        <p:spPr>
          <a:xfrm>
            <a:off x="685800" y="3989280"/>
            <a:ext cx="10820095" cy="43000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6350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49" name="Row 7 Time"/>
          <p:cNvSpPr/>
          <p:nvPr/>
        </p:nvSpPr>
        <p:spPr>
          <a:xfrm>
            <a:off x="914400" y="4049280"/>
            <a:ext cx="2377440" cy="31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A62A3C"/>
                </a:solidFill>
              </a:rPr>
              <a:t>6.45 – 7.05</a:t>
            </a:r>
            <a:endParaRPr lang="en-US" sz="2000"/>
          </a:p>
        </p:txBody>
      </p:sp>
      <p:sp>
        <p:nvSpPr>
          <p:cNvPr id="50" name="Row 7 Item"/>
          <p:cNvSpPr/>
          <p:nvPr/>
        </p:nvSpPr>
        <p:spPr>
          <a:xfrm>
            <a:off x="3520440" y="4049280"/>
            <a:ext cx="7756000" cy="31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TW" altLang="en-US" sz="2000" b="1" dirty="0">
                <a:solidFill>
                  <a:srgbClr val="543443"/>
                </a:solidFill>
                <a:latin typeface="Noto Sans CJK TC"/>
                <a:ea typeface="Noto Sans CJK TC"/>
              </a:rPr>
              <a:t>表揚環節｜渡十人以上</a:t>
            </a:r>
            <a:r>
              <a:rPr lang="zh-TW" sz="2000" b="1" dirty="0">
                <a:solidFill>
                  <a:srgbClr val="543443"/>
                </a:solidFill>
                <a:ea typeface="+mn-lt"/>
                <a:cs typeface="+mn-lt"/>
              </a:rPr>
              <a:t>之負責人</a:t>
            </a:r>
            <a:endParaRPr lang="en-US" sz="2000" dirty="0"/>
          </a:p>
        </p:txBody>
      </p:sp>
      <p:sp>
        <p:nvSpPr>
          <p:cNvPr id="51" name="Row 8 BG"/>
          <p:cNvSpPr/>
          <p:nvPr/>
        </p:nvSpPr>
        <p:spPr>
          <a:xfrm>
            <a:off x="685800" y="4471280"/>
            <a:ext cx="10820095" cy="430000"/>
          </a:xfrm>
          <a:prstGeom prst="roundRect">
            <a:avLst>
              <a:gd name="adj" fmla="val 18000"/>
            </a:avLst>
          </a:prstGeom>
          <a:solidFill>
            <a:srgbClr val="F6EAF0"/>
          </a:solidFill>
          <a:ln w="6350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52" name="Row 8 Time"/>
          <p:cNvSpPr/>
          <p:nvPr/>
        </p:nvSpPr>
        <p:spPr>
          <a:xfrm>
            <a:off x="914400" y="4531280"/>
            <a:ext cx="2377440" cy="31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A62A3C"/>
                </a:solidFill>
              </a:rPr>
              <a:t>7.05 – 7.10</a:t>
            </a:r>
            <a:endParaRPr lang="en-US" sz="2000"/>
          </a:p>
        </p:txBody>
      </p:sp>
      <p:sp>
        <p:nvSpPr>
          <p:cNvPr id="53" name="Row 8 Item"/>
          <p:cNvSpPr/>
          <p:nvPr/>
        </p:nvSpPr>
        <p:spPr>
          <a:xfrm>
            <a:off x="3520440" y="4531280"/>
            <a:ext cx="7756000" cy="31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TW" altLang="en-US" sz="2000" b="1">
                <a:solidFill>
                  <a:srgbClr val="543443"/>
                </a:solidFill>
                <a:latin typeface="Noto Sans CJK TC"/>
                <a:ea typeface="Noto Sans CJK TC"/>
              </a:rPr>
              <a:t>南三表演</a:t>
            </a:r>
            <a:endParaRPr lang="en-US" sz="2000"/>
          </a:p>
        </p:txBody>
      </p:sp>
      <p:sp>
        <p:nvSpPr>
          <p:cNvPr id="54" name="Row 9 BG"/>
          <p:cNvSpPr/>
          <p:nvPr/>
        </p:nvSpPr>
        <p:spPr>
          <a:xfrm>
            <a:off x="685800" y="4953280"/>
            <a:ext cx="10820095" cy="43000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6350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55" name="Row 9 Time"/>
          <p:cNvSpPr/>
          <p:nvPr/>
        </p:nvSpPr>
        <p:spPr>
          <a:xfrm>
            <a:off x="914400" y="5013280"/>
            <a:ext cx="2377440" cy="31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A62A3C"/>
                </a:solidFill>
              </a:rPr>
              <a:t>7.10 – 7.30</a:t>
            </a:r>
            <a:endParaRPr lang="en-US" sz="2000"/>
          </a:p>
        </p:txBody>
      </p:sp>
      <p:sp>
        <p:nvSpPr>
          <p:cNvPr id="56" name="Row 9 Item"/>
          <p:cNvSpPr/>
          <p:nvPr/>
        </p:nvSpPr>
        <p:spPr>
          <a:xfrm>
            <a:off x="3520440" y="5013280"/>
            <a:ext cx="7756000" cy="31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TW" altLang="en-US" sz="2000" b="1">
                <a:solidFill>
                  <a:srgbClr val="543443"/>
                </a:solidFill>
                <a:latin typeface="Noto Sans CJK TC"/>
                <a:ea typeface="Noto Sans CJK TC"/>
              </a:rPr>
              <a:t>表揚環節｜渡人及成全班務法會班員之負責人</a:t>
            </a:r>
            <a:endParaRPr lang="en-US" sz="2000"/>
          </a:p>
        </p:txBody>
      </p:sp>
      <p:sp>
        <p:nvSpPr>
          <p:cNvPr id="57" name="Row 10 BG"/>
          <p:cNvSpPr/>
          <p:nvPr/>
        </p:nvSpPr>
        <p:spPr>
          <a:xfrm>
            <a:off x="685800" y="5435280"/>
            <a:ext cx="10820095" cy="430000"/>
          </a:xfrm>
          <a:prstGeom prst="roundRect">
            <a:avLst>
              <a:gd name="adj" fmla="val 18000"/>
            </a:avLst>
          </a:prstGeom>
          <a:solidFill>
            <a:srgbClr val="F6EAF0"/>
          </a:solidFill>
          <a:ln w="6350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58" name="Row 10 Time"/>
          <p:cNvSpPr/>
          <p:nvPr/>
        </p:nvSpPr>
        <p:spPr>
          <a:xfrm>
            <a:off x="914400" y="5495280"/>
            <a:ext cx="2377440" cy="31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A62A3C"/>
                </a:solidFill>
              </a:rPr>
              <a:t>7.30 – 7.45</a:t>
            </a:r>
            <a:endParaRPr lang="en-US" sz="2000"/>
          </a:p>
        </p:txBody>
      </p:sp>
      <p:sp>
        <p:nvSpPr>
          <p:cNvPr id="59" name="Row 10 Item"/>
          <p:cNvSpPr/>
          <p:nvPr/>
        </p:nvSpPr>
        <p:spPr>
          <a:xfrm>
            <a:off x="3520440" y="5495280"/>
            <a:ext cx="7756000" cy="31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TW" altLang="en-US" sz="2000" b="1">
                <a:solidFill>
                  <a:srgbClr val="543443"/>
                </a:solidFill>
                <a:latin typeface="Noto Sans CJK TC"/>
                <a:ea typeface="Noto Sans CJK TC"/>
              </a:rPr>
              <a:t>愛的叮嚀</a:t>
            </a:r>
            <a:endParaRPr lang="en-US" sz="2000"/>
          </a:p>
        </p:txBody>
      </p:sp>
      <p:sp>
        <p:nvSpPr>
          <p:cNvPr id="60" name="Row 11 BG"/>
          <p:cNvSpPr/>
          <p:nvPr/>
        </p:nvSpPr>
        <p:spPr>
          <a:xfrm>
            <a:off x="685800" y="5917280"/>
            <a:ext cx="10820095" cy="43000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6350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61" name="Row 11 Time"/>
          <p:cNvSpPr/>
          <p:nvPr/>
        </p:nvSpPr>
        <p:spPr>
          <a:xfrm>
            <a:off x="914400" y="5977280"/>
            <a:ext cx="2377440" cy="31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A62A3C"/>
                </a:solidFill>
              </a:rPr>
              <a:t>7.45 – 8.00</a:t>
            </a:r>
            <a:endParaRPr lang="en-US" sz="2000"/>
          </a:p>
        </p:txBody>
      </p:sp>
      <p:sp>
        <p:nvSpPr>
          <p:cNvPr id="62" name="Row 11 Item"/>
          <p:cNvSpPr/>
          <p:nvPr/>
        </p:nvSpPr>
        <p:spPr>
          <a:xfrm>
            <a:off x="3520440" y="5977280"/>
            <a:ext cx="7756000" cy="31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TW" altLang="en-US" sz="2000" b="1">
                <a:solidFill>
                  <a:srgbClr val="543443"/>
                </a:solidFill>
                <a:latin typeface="Noto Sans CJK TC"/>
                <a:ea typeface="Noto Sans CJK TC"/>
              </a:rPr>
              <a:t>大合照、辭駕</a:t>
            </a:r>
            <a:endParaRPr lang="en-US" sz="2000"/>
          </a:p>
        </p:txBody>
      </p:sp>
      <p:sp>
        <p:nvSpPr>
          <p:cNvPr id="7" name="Eyebrow">
            <a:extLst>
              <a:ext uri="{FF2B5EF4-FFF2-40B4-BE49-F238E27FC236}">
                <a16:creationId xmlns:a16="http://schemas.microsoft.com/office/drawing/2014/main" id="{76DFE56A-96F9-3AD7-502F-C372E6155A08}"/>
              </a:ext>
            </a:extLst>
          </p:cNvPr>
          <p:cNvSpPr/>
          <p:nvPr/>
        </p:nvSpPr>
        <p:spPr>
          <a:xfrm>
            <a:off x="7315200" y="228600"/>
            <a:ext cx="4343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zh-TW" altLang="en-US" sz="1600" spc="200">
                <a:solidFill>
                  <a:srgbClr val="F7E8D2"/>
                </a:solidFill>
                <a:latin typeface="Noto Sans CJK TC"/>
                <a:ea typeface="Noto Sans CJK TC"/>
              </a:rPr>
              <a:t>2026年 · 巴生道務中心</a:t>
            </a:r>
            <a:endParaRPr lang="en-US" sz="16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pic>
        <p:nvPicPr>
          <p:cNvPr id="2" name="Image 0" descr="/mnt/data/b720e5a18e.jpeg"/>
          <p:cNvPicPr>
            <a:picLocks noChangeAspect="1"/>
          </p:cNvPicPr>
          <p:nvPr/>
        </p:nvPicPr>
        <p:blipFill>
          <a:blip r:embed="rId2"/>
          <a:srcRect t="7811" b="781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828800" y="2209800"/>
            <a:ext cx="8549640" cy="2286000"/>
          </a:xfrm>
          <a:prstGeom prst="roundRect">
            <a:avLst/>
          </a:prstGeom>
          <a:solidFill>
            <a:srgbClr val="FFFFFF">
              <a:alpha val="91000"/>
            </a:srgbClr>
          </a:solidFill>
          <a:ln w="25400">
            <a:solidFill>
              <a:srgbClr val="C79A4B"/>
            </a:solidFill>
            <a:prstDash val="solid"/>
          </a:ln>
          <a:effectLst>
            <a:outerShdw blurRad="38100" dist="1905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31" name="Rule Left"/>
          <p:cNvSpPr/>
          <p:nvPr/>
        </p:nvSpPr>
        <p:spPr>
          <a:xfrm>
            <a:off x="4114800" y="2712720"/>
            <a:ext cx="1371600" cy="12700"/>
          </a:xfrm>
          <a:prstGeom prst="rect">
            <a:avLst/>
          </a:prstGeom>
          <a:solidFill>
            <a:srgbClr val="C79A4B"/>
          </a:solidFill>
          <a:ln/>
        </p:spPr>
        <p:txBody>
          <a:bodyPr wrap="square" rtlCol="0" anchor="ctr"/>
          <a:lstStyle/>
          <a:p>
            <a:pPr algn="ctr"/>
            <a:endParaRPr lang="en-US" sz="100"/>
          </a:p>
        </p:txBody>
      </p:sp>
      <p:sp>
        <p:nvSpPr>
          <p:cNvPr id="32" name="Ornament"/>
          <p:cNvSpPr/>
          <p:nvPr/>
        </p:nvSpPr>
        <p:spPr>
          <a:xfrm>
            <a:off x="5715000" y="2529840"/>
            <a:ext cx="76169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spc="300">
                <a:solidFill>
                  <a:srgbClr val="C79A4B"/>
                </a:solidFill>
              </a:rPr>
              <a:t>❖</a:t>
            </a:r>
            <a:endParaRPr lang="en-US" sz="1800"/>
          </a:p>
        </p:txBody>
      </p:sp>
      <p:sp>
        <p:nvSpPr>
          <p:cNvPr id="33" name="Rule Right"/>
          <p:cNvSpPr/>
          <p:nvPr/>
        </p:nvSpPr>
        <p:spPr>
          <a:xfrm>
            <a:off x="6705600" y="2712720"/>
            <a:ext cx="1371600" cy="12700"/>
          </a:xfrm>
          <a:prstGeom prst="rect">
            <a:avLst/>
          </a:prstGeom>
          <a:solidFill>
            <a:srgbClr val="C79A4B"/>
          </a:solidFill>
          <a:ln/>
        </p:spPr>
        <p:txBody>
          <a:bodyPr wrap="square" rtlCol="0" anchor="ctr"/>
          <a:lstStyle/>
          <a:p>
            <a:pPr algn="ctr"/>
            <a:endParaRPr lang="en-US" sz="100"/>
          </a:p>
        </p:txBody>
      </p:sp>
      <p:sp>
        <p:nvSpPr>
          <p:cNvPr id="5" name="Text 2"/>
          <p:cNvSpPr/>
          <p:nvPr/>
        </p:nvSpPr>
        <p:spPr>
          <a:xfrm>
            <a:off x="2230120" y="3048000"/>
            <a:ext cx="772668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zh-TW" altLang="en-US" sz="6600" b="1" spc="300" dirty="0">
                <a:solidFill>
                  <a:srgbClr val="5B2E4A"/>
                </a:solidFill>
                <a:latin typeface="Noto Sans CJK TC"/>
                <a:ea typeface="Noto Sans CJK TC"/>
              </a:rPr>
              <a:t>陳點傳師慈悲</a:t>
            </a:r>
            <a:endParaRPr lang="en-US" sz="6600" b="1" dirty="0">
              <a:solidFill>
                <a:srgbClr val="7B3C5E"/>
              </a:solidFill>
              <a:ea typeface="Noto Sans CJK TC"/>
            </a:endParaRPr>
          </a:p>
        </p:txBody>
      </p:sp>
      <p:sp>
        <p:nvSpPr>
          <p:cNvPr id="9" name="Eyebrow">
            <a:extLst>
              <a:ext uri="{FF2B5EF4-FFF2-40B4-BE49-F238E27FC236}">
                <a16:creationId xmlns:a16="http://schemas.microsoft.com/office/drawing/2014/main" id="{F22CB768-DC9C-B21A-B673-311AB747D904}"/>
              </a:ext>
            </a:extLst>
          </p:cNvPr>
          <p:cNvSpPr/>
          <p:nvPr/>
        </p:nvSpPr>
        <p:spPr>
          <a:xfrm>
            <a:off x="1600200" y="731520"/>
            <a:ext cx="899129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5000"/>
              </a:lnSpc>
            </a:pPr>
            <a:r>
              <a:rPr lang="zh-TW" altLang="en-US" sz="2200" b="1" spc="600">
                <a:solidFill>
                  <a:srgbClr val="B8892F"/>
                </a:solidFill>
                <a:effectLst>
                  <a:outerShdw blurRad="25400" algn="ctr" rotWithShape="0">
                    <a:srgbClr val="FFFFFF">
                      <a:alpha val="70000"/>
                    </a:srgbClr>
                  </a:outerShdw>
                </a:effectLst>
                <a:latin typeface="Noto Sans CJK TC"/>
                <a:ea typeface="Noto Sans CJK TC"/>
              </a:rPr>
              <a:t>2026年 · 巴生道務中心</a:t>
            </a:r>
            <a:r>
              <a:rPr lang="zh-TW" sz="2200" b="1" spc="600">
                <a:solidFill>
                  <a:srgbClr val="B8892F"/>
                </a:solidFill>
                <a:effectLst>
                  <a:outerShdw blurRad="25400" algn="ctr" rotWithShape="0">
                    <a:srgbClr val="FFFFFF">
                      <a:alpha val="70000"/>
                    </a:srgbClr>
                  </a:outerShdw>
                </a:effectLst>
                <a:ea typeface="+mn-lt"/>
                <a:cs typeface="+mn-lt"/>
              </a:rPr>
              <a:t>·</a:t>
            </a:r>
            <a:r>
              <a:rPr lang="zh-TW" altLang="en-US" sz="2200" b="1" spc="600">
                <a:solidFill>
                  <a:srgbClr val="B8892F"/>
                </a:solidFill>
                <a:effectLst>
                  <a:outerShdw blurRad="25400" algn="ctr" rotWithShape="0">
                    <a:srgbClr val="FFFFFF">
                      <a:alpha val="70000"/>
                    </a:srgbClr>
                  </a:outerShdw>
                </a:effectLst>
                <a:latin typeface="Noto Sans CJK TC"/>
                <a:ea typeface="Noto Sans CJK TC"/>
              </a:rPr>
              <a:t>南區千人上岸</a:t>
            </a:r>
            <a:endParaRPr lang="en-US" altLang="zh-TW" sz="2200" b="1" spc="600">
              <a:solidFill>
                <a:srgbClr val="B8892F"/>
              </a:solidFill>
              <a:effectLst>
                <a:outerShdw blurRad="25400" algn="ctr" rotWithShape="0">
                  <a:srgbClr val="FFFFFF">
                    <a:alpha val="70000"/>
                  </a:srgbClr>
                </a:outerShdw>
              </a:effectLst>
              <a:latin typeface="Noto Sans CJK TC"/>
              <a:ea typeface="Noto Sans CJK TC"/>
            </a:endParaRPr>
          </a:p>
          <a:p>
            <a:pPr algn="ctr">
              <a:lnSpc>
                <a:spcPct val="105000"/>
              </a:lnSpc>
            </a:pPr>
            <a:r>
              <a:rPr lang="zh-TW" altLang="en-US" sz="2200" b="1" spc="600">
                <a:solidFill>
                  <a:srgbClr val="B8892F"/>
                </a:solidFill>
                <a:effectLst>
                  <a:outerShdw blurRad="25400" algn="ctr" rotWithShape="0">
                    <a:srgbClr val="FFFFFF">
                      <a:alpha val="70000"/>
                    </a:srgbClr>
                  </a:outerShdw>
                </a:effectLst>
                <a:latin typeface="Noto Sans CJK TC"/>
                <a:ea typeface="Noto Sans CJK TC"/>
              </a:rPr>
              <a:t>表揚大會</a:t>
            </a:r>
            <a:endParaRPr lang="en-US" altLang="zh-TW" sz="2200" b="1" spc="600">
              <a:solidFill>
                <a:srgbClr val="B8892F"/>
              </a:solidFill>
              <a:effectLst>
                <a:outerShdw blurRad="25400" algn="ctr" rotWithShape="0">
                  <a:srgbClr val="FFFFFF">
                    <a:alpha val="70000"/>
                  </a:srgbClr>
                </a:outerShdw>
              </a:effectLst>
              <a:latin typeface="Noto Sans CJK TC"/>
              <a:ea typeface="Noto Sans CJK TC"/>
            </a:endParaRPr>
          </a:p>
          <a:p>
            <a:pPr marL="0" indent="0" algn="ctr">
              <a:buNone/>
            </a:pPr>
            <a:endParaRPr lang="zh-TW" altLang="en-US" sz="2200" b="1" spc="600">
              <a:solidFill>
                <a:srgbClr val="B8892F"/>
              </a:solidFill>
              <a:effectLst>
                <a:outerShdw blurRad="25400" algn="ctr" rotWithShape="0">
                  <a:srgbClr val="FFFFFF">
                    <a:alpha val="70000"/>
                  </a:srgbClr>
                </a:outerShdw>
              </a:effectLst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pic>
        <p:nvPicPr>
          <p:cNvPr id="2" name="Image 0" descr="/mnt/data/b720e5a18e.jpeg"/>
          <p:cNvPicPr>
            <a:picLocks noChangeAspect="1"/>
          </p:cNvPicPr>
          <p:nvPr/>
        </p:nvPicPr>
        <p:blipFill>
          <a:blip r:embed="rId2"/>
          <a:srcRect t="7811" b="781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828800" y="2209800"/>
            <a:ext cx="8549640" cy="2286000"/>
          </a:xfrm>
          <a:prstGeom prst="roundRect">
            <a:avLst/>
          </a:prstGeom>
          <a:solidFill>
            <a:srgbClr val="FFFFFF">
              <a:alpha val="91000"/>
            </a:srgbClr>
          </a:solidFill>
          <a:ln w="25400">
            <a:solidFill>
              <a:srgbClr val="C79A4B"/>
            </a:solidFill>
            <a:prstDash val="solid"/>
          </a:ln>
          <a:effectLst>
            <a:outerShdw blurRad="38100" dist="1905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31" name="Rule Left"/>
          <p:cNvSpPr/>
          <p:nvPr/>
        </p:nvSpPr>
        <p:spPr>
          <a:xfrm>
            <a:off x="4114800" y="2712720"/>
            <a:ext cx="1371600" cy="12700"/>
          </a:xfrm>
          <a:prstGeom prst="rect">
            <a:avLst/>
          </a:prstGeom>
          <a:solidFill>
            <a:srgbClr val="C79A4B"/>
          </a:solidFill>
          <a:ln/>
        </p:spPr>
        <p:txBody>
          <a:bodyPr wrap="square" rtlCol="0" anchor="ctr"/>
          <a:lstStyle/>
          <a:p>
            <a:pPr algn="ctr"/>
            <a:endParaRPr lang="en-US" sz="100"/>
          </a:p>
        </p:txBody>
      </p:sp>
      <p:sp>
        <p:nvSpPr>
          <p:cNvPr id="32" name="Ornament"/>
          <p:cNvSpPr/>
          <p:nvPr/>
        </p:nvSpPr>
        <p:spPr>
          <a:xfrm>
            <a:off x="5715000" y="2529840"/>
            <a:ext cx="76169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spc="300">
                <a:solidFill>
                  <a:srgbClr val="C79A4B"/>
                </a:solidFill>
              </a:rPr>
              <a:t>❖</a:t>
            </a:r>
            <a:endParaRPr lang="en-US" sz="1800"/>
          </a:p>
        </p:txBody>
      </p:sp>
      <p:sp>
        <p:nvSpPr>
          <p:cNvPr id="33" name="Rule Right"/>
          <p:cNvSpPr/>
          <p:nvPr/>
        </p:nvSpPr>
        <p:spPr>
          <a:xfrm>
            <a:off x="6705600" y="2712720"/>
            <a:ext cx="1371600" cy="12700"/>
          </a:xfrm>
          <a:prstGeom prst="rect">
            <a:avLst/>
          </a:prstGeom>
          <a:solidFill>
            <a:srgbClr val="C79A4B"/>
          </a:solidFill>
          <a:ln/>
        </p:spPr>
        <p:txBody>
          <a:bodyPr wrap="square" rtlCol="0" anchor="ctr"/>
          <a:lstStyle/>
          <a:p>
            <a:pPr algn="ctr"/>
            <a:endParaRPr lang="en-US" sz="100"/>
          </a:p>
        </p:txBody>
      </p:sp>
      <p:sp>
        <p:nvSpPr>
          <p:cNvPr id="5" name="Text 2"/>
          <p:cNvSpPr/>
          <p:nvPr/>
        </p:nvSpPr>
        <p:spPr>
          <a:xfrm>
            <a:off x="2230120" y="3048000"/>
            <a:ext cx="772668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zh-TW" altLang="en-US" sz="6600" b="1" spc="300" dirty="0">
                <a:solidFill>
                  <a:srgbClr val="5B2E4A"/>
                </a:solidFill>
                <a:latin typeface="Noto Sans CJK TC"/>
                <a:ea typeface="Noto Sans CJK TC"/>
              </a:rPr>
              <a:t>晚餐</a:t>
            </a:r>
            <a:endParaRPr lang="en-US" sz="6600" b="1" dirty="0">
              <a:solidFill>
                <a:srgbClr val="7B3C5E"/>
              </a:solidFill>
              <a:ea typeface="Noto Sans CJK TC"/>
            </a:endParaRPr>
          </a:p>
        </p:txBody>
      </p:sp>
      <p:sp>
        <p:nvSpPr>
          <p:cNvPr id="9" name="Eyebrow">
            <a:extLst>
              <a:ext uri="{FF2B5EF4-FFF2-40B4-BE49-F238E27FC236}">
                <a16:creationId xmlns:a16="http://schemas.microsoft.com/office/drawing/2014/main" id="{E2C56284-4D26-4519-A11F-3F5BE6C76527}"/>
              </a:ext>
            </a:extLst>
          </p:cNvPr>
          <p:cNvSpPr/>
          <p:nvPr/>
        </p:nvSpPr>
        <p:spPr>
          <a:xfrm>
            <a:off x="1600200" y="731520"/>
            <a:ext cx="899129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5000"/>
              </a:lnSpc>
            </a:pPr>
            <a:r>
              <a:rPr lang="zh-TW" altLang="en-US" sz="2200" b="1" spc="600" dirty="0">
                <a:solidFill>
                  <a:srgbClr val="B8892F"/>
                </a:solidFill>
                <a:effectLst>
                  <a:outerShdw blurRad="25400" algn="ctr" rotWithShape="0">
                    <a:srgbClr val="FFFFFF">
                      <a:alpha val="70000"/>
                    </a:srgbClr>
                  </a:outerShdw>
                </a:effectLst>
                <a:latin typeface="Noto Sans CJK TC"/>
                <a:ea typeface="Noto Sans CJK TC"/>
              </a:rPr>
              <a:t>2026年 · 巴生道務中心</a:t>
            </a:r>
            <a:r>
              <a:rPr lang="zh-TW" altLang="en-US" sz="2200" b="1" spc="600" dirty="0">
                <a:solidFill>
                  <a:srgbClr val="B8892F"/>
                </a:solidFill>
                <a:effectLst>
                  <a:outerShdw blurRad="25400" algn="ctr" rotWithShape="0">
                    <a:srgbClr val="FFFFFF">
                      <a:alpha val="70000"/>
                    </a:srgbClr>
                  </a:outerShdw>
                </a:effectLst>
                <a:ea typeface="Noto Sans CJK TC"/>
              </a:rPr>
              <a:t>·</a:t>
            </a:r>
            <a:r>
              <a:rPr lang="zh-TW" altLang="en-US" sz="2200" b="1" spc="600" dirty="0">
                <a:solidFill>
                  <a:srgbClr val="B8892F"/>
                </a:solidFill>
                <a:effectLst>
                  <a:outerShdw blurRad="25400" algn="ctr" rotWithShape="0">
                    <a:srgbClr val="FFFFFF">
                      <a:alpha val="70000"/>
                    </a:srgbClr>
                  </a:outerShdw>
                </a:effectLst>
                <a:latin typeface="Noto Sans CJK TC"/>
                <a:ea typeface="Noto Sans CJK TC"/>
              </a:rPr>
              <a:t>南區千人上岸</a:t>
            </a:r>
            <a:endParaRPr lang="en-US" altLang="zh-TW" sz="2200" b="1" spc="600" dirty="0">
              <a:solidFill>
                <a:srgbClr val="B8892F"/>
              </a:solidFill>
              <a:effectLst>
                <a:outerShdw blurRad="25400" algn="ctr" rotWithShape="0">
                  <a:srgbClr val="FFFFFF">
                    <a:alpha val="70000"/>
                  </a:srgbClr>
                </a:outerShdw>
              </a:effectLst>
              <a:latin typeface="Noto Sans CJK TC"/>
              <a:ea typeface="Noto Sans CJK TC"/>
            </a:endParaRPr>
          </a:p>
          <a:p>
            <a:pPr algn="ctr">
              <a:lnSpc>
                <a:spcPct val="105000"/>
              </a:lnSpc>
            </a:pPr>
            <a:r>
              <a:rPr lang="zh-TW" altLang="en-US" sz="2200" b="1" spc="600" dirty="0">
                <a:solidFill>
                  <a:srgbClr val="B8892F"/>
                </a:solidFill>
                <a:effectLst>
                  <a:outerShdw blurRad="25400" algn="ctr" rotWithShape="0">
                    <a:srgbClr val="FFFFFF">
                      <a:alpha val="70000"/>
                    </a:srgbClr>
                  </a:outerShdw>
                </a:effectLst>
                <a:latin typeface="Noto Sans CJK TC"/>
                <a:ea typeface="Noto Sans CJK TC"/>
              </a:rPr>
              <a:t>表揚大會</a:t>
            </a:r>
            <a:endParaRPr lang="en-US" altLang="zh-TW" sz="2200" b="1" spc="600" dirty="0">
              <a:solidFill>
                <a:srgbClr val="B8892F"/>
              </a:solidFill>
              <a:effectLst>
                <a:outerShdw blurRad="25400" algn="ctr" rotWithShape="0">
                  <a:srgbClr val="FFFFFF">
                    <a:alpha val="70000"/>
                  </a:srgbClr>
                </a:outerShdw>
              </a:effectLst>
              <a:latin typeface="Noto Sans CJK TC"/>
              <a:ea typeface="Noto Sans CJK TC"/>
            </a:endParaRPr>
          </a:p>
          <a:p>
            <a:pPr marL="0" indent="0" algn="ctr">
              <a:buNone/>
            </a:pPr>
            <a:endParaRPr lang="zh-TW" altLang="en-US" sz="2200" b="1" spc="600" dirty="0">
              <a:solidFill>
                <a:srgbClr val="B8892F"/>
              </a:solidFill>
              <a:effectLst>
                <a:outerShdw blurRad="25400" algn="ctr" rotWithShape="0">
                  <a:srgbClr val="FFFFFF">
                    <a:alpha val="70000"/>
                  </a:srgbClr>
                </a:outerShdw>
              </a:effectLst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pic>
        <p:nvPicPr>
          <p:cNvPr id="2" name="Image 0" descr="/mnt/data/b720e5a18e.jpeg"/>
          <p:cNvPicPr>
            <a:picLocks noChangeAspect="1"/>
          </p:cNvPicPr>
          <p:nvPr/>
        </p:nvPicPr>
        <p:blipFill>
          <a:blip r:embed="rId2"/>
          <a:srcRect t="7811" b="781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828800" y="2209800"/>
            <a:ext cx="8549640" cy="2286000"/>
          </a:xfrm>
          <a:prstGeom prst="roundRect">
            <a:avLst/>
          </a:prstGeom>
          <a:solidFill>
            <a:srgbClr val="FFFFFF">
              <a:alpha val="91000"/>
            </a:srgbClr>
          </a:solidFill>
          <a:ln w="25400">
            <a:solidFill>
              <a:srgbClr val="C79A4B"/>
            </a:solidFill>
            <a:prstDash val="solid"/>
          </a:ln>
          <a:effectLst>
            <a:outerShdw blurRad="38100" dist="1905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31" name="Rule Left"/>
          <p:cNvSpPr/>
          <p:nvPr/>
        </p:nvSpPr>
        <p:spPr>
          <a:xfrm>
            <a:off x="4114800" y="2712720"/>
            <a:ext cx="1371600" cy="12700"/>
          </a:xfrm>
          <a:prstGeom prst="rect">
            <a:avLst/>
          </a:prstGeom>
          <a:solidFill>
            <a:srgbClr val="C79A4B"/>
          </a:solidFill>
          <a:ln/>
        </p:spPr>
        <p:txBody>
          <a:bodyPr wrap="square" rtlCol="0" anchor="ctr"/>
          <a:lstStyle/>
          <a:p>
            <a:pPr algn="ctr"/>
            <a:endParaRPr lang="en-US" sz="100"/>
          </a:p>
        </p:txBody>
      </p:sp>
      <p:sp>
        <p:nvSpPr>
          <p:cNvPr id="32" name="Ornament"/>
          <p:cNvSpPr/>
          <p:nvPr/>
        </p:nvSpPr>
        <p:spPr>
          <a:xfrm>
            <a:off x="5715000" y="2529840"/>
            <a:ext cx="76169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spc="300">
                <a:solidFill>
                  <a:srgbClr val="C79A4B"/>
                </a:solidFill>
              </a:rPr>
              <a:t>❖</a:t>
            </a:r>
            <a:endParaRPr lang="en-US" sz="1800"/>
          </a:p>
        </p:txBody>
      </p:sp>
      <p:sp>
        <p:nvSpPr>
          <p:cNvPr id="33" name="Rule Right"/>
          <p:cNvSpPr/>
          <p:nvPr/>
        </p:nvSpPr>
        <p:spPr>
          <a:xfrm>
            <a:off x="6705600" y="2712720"/>
            <a:ext cx="1371600" cy="12700"/>
          </a:xfrm>
          <a:prstGeom prst="rect">
            <a:avLst/>
          </a:prstGeom>
          <a:solidFill>
            <a:srgbClr val="C79A4B"/>
          </a:solidFill>
          <a:ln/>
        </p:spPr>
        <p:txBody>
          <a:bodyPr wrap="square" rtlCol="0" anchor="ctr"/>
          <a:lstStyle/>
          <a:p>
            <a:pPr algn="ctr"/>
            <a:endParaRPr lang="en-US" sz="100"/>
          </a:p>
        </p:txBody>
      </p:sp>
      <p:sp>
        <p:nvSpPr>
          <p:cNvPr id="5" name="Text 2"/>
          <p:cNvSpPr/>
          <p:nvPr/>
        </p:nvSpPr>
        <p:spPr>
          <a:xfrm>
            <a:off x="2230120" y="3048000"/>
            <a:ext cx="772668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zh-TW" altLang="en-US" sz="6600" b="1" spc="300" dirty="0">
                <a:solidFill>
                  <a:srgbClr val="5B2E4A"/>
                </a:solidFill>
                <a:latin typeface="Noto Sans CJK TC"/>
                <a:ea typeface="Noto Sans CJK TC"/>
              </a:rPr>
              <a:t>南一表演</a:t>
            </a:r>
            <a:endParaRPr lang="en-US" sz="6600" b="1" dirty="0">
              <a:solidFill>
                <a:srgbClr val="7B3C5E"/>
              </a:solidFill>
              <a:ea typeface="Noto Sans CJK TC"/>
            </a:endParaRPr>
          </a:p>
        </p:txBody>
      </p:sp>
      <p:sp>
        <p:nvSpPr>
          <p:cNvPr id="9" name="Eyebrow">
            <a:extLst>
              <a:ext uri="{FF2B5EF4-FFF2-40B4-BE49-F238E27FC236}">
                <a16:creationId xmlns:a16="http://schemas.microsoft.com/office/drawing/2014/main" id="{687AE811-1126-4FB9-B691-8DD5FFD92771}"/>
              </a:ext>
            </a:extLst>
          </p:cNvPr>
          <p:cNvSpPr/>
          <p:nvPr/>
        </p:nvSpPr>
        <p:spPr>
          <a:xfrm>
            <a:off x="1600200" y="731520"/>
            <a:ext cx="899129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5000"/>
              </a:lnSpc>
            </a:pPr>
            <a:r>
              <a:rPr lang="zh-TW" altLang="en-US" sz="2200" b="1" spc="600" dirty="0">
                <a:solidFill>
                  <a:srgbClr val="B8892F"/>
                </a:solidFill>
                <a:effectLst>
                  <a:outerShdw blurRad="25400" algn="ctr" rotWithShape="0">
                    <a:srgbClr val="FFFFFF">
                      <a:alpha val="70000"/>
                    </a:srgbClr>
                  </a:outerShdw>
                </a:effectLst>
                <a:latin typeface="Noto Sans CJK TC"/>
                <a:ea typeface="Noto Sans CJK TC"/>
              </a:rPr>
              <a:t>2026年 · 巴生道務中心</a:t>
            </a:r>
            <a:r>
              <a:rPr lang="zh-TW" altLang="en-US" sz="2200" b="1" spc="600" dirty="0">
                <a:solidFill>
                  <a:srgbClr val="B8892F"/>
                </a:solidFill>
                <a:effectLst>
                  <a:outerShdw blurRad="25400" algn="ctr" rotWithShape="0">
                    <a:srgbClr val="FFFFFF">
                      <a:alpha val="70000"/>
                    </a:srgbClr>
                  </a:outerShdw>
                </a:effectLst>
                <a:ea typeface="Noto Sans CJK TC"/>
              </a:rPr>
              <a:t>·</a:t>
            </a:r>
            <a:r>
              <a:rPr lang="zh-TW" altLang="en-US" sz="2200" b="1" spc="600" dirty="0">
                <a:solidFill>
                  <a:srgbClr val="B8892F"/>
                </a:solidFill>
                <a:effectLst>
                  <a:outerShdw blurRad="25400" algn="ctr" rotWithShape="0">
                    <a:srgbClr val="FFFFFF">
                      <a:alpha val="70000"/>
                    </a:srgbClr>
                  </a:outerShdw>
                </a:effectLst>
                <a:latin typeface="Noto Sans CJK TC"/>
                <a:ea typeface="Noto Sans CJK TC"/>
              </a:rPr>
              <a:t>南區千人上岸</a:t>
            </a:r>
            <a:endParaRPr lang="en-US" altLang="zh-TW" sz="2200" b="1" spc="600" dirty="0">
              <a:solidFill>
                <a:srgbClr val="B8892F"/>
              </a:solidFill>
              <a:effectLst>
                <a:outerShdw blurRad="25400" algn="ctr" rotWithShape="0">
                  <a:srgbClr val="FFFFFF">
                    <a:alpha val="70000"/>
                  </a:srgbClr>
                </a:outerShdw>
              </a:effectLst>
              <a:latin typeface="Noto Sans CJK TC"/>
              <a:ea typeface="Noto Sans CJK TC"/>
            </a:endParaRPr>
          </a:p>
          <a:p>
            <a:pPr algn="ctr">
              <a:lnSpc>
                <a:spcPct val="105000"/>
              </a:lnSpc>
            </a:pPr>
            <a:r>
              <a:rPr lang="zh-TW" altLang="en-US" sz="2200" b="1" spc="600" dirty="0">
                <a:solidFill>
                  <a:srgbClr val="B8892F"/>
                </a:solidFill>
                <a:effectLst>
                  <a:outerShdw blurRad="25400" algn="ctr" rotWithShape="0">
                    <a:srgbClr val="FFFFFF">
                      <a:alpha val="70000"/>
                    </a:srgbClr>
                  </a:outerShdw>
                </a:effectLst>
                <a:latin typeface="Noto Sans CJK TC"/>
                <a:ea typeface="Noto Sans CJK TC"/>
              </a:rPr>
              <a:t>表揚大會</a:t>
            </a:r>
            <a:endParaRPr lang="en-US" altLang="zh-TW" sz="2200" b="1" spc="600" dirty="0">
              <a:solidFill>
                <a:srgbClr val="B8892F"/>
              </a:solidFill>
              <a:effectLst>
                <a:outerShdw blurRad="25400" algn="ctr" rotWithShape="0">
                  <a:srgbClr val="FFFFFF">
                    <a:alpha val="70000"/>
                  </a:srgbClr>
                </a:outerShdw>
              </a:effectLst>
              <a:latin typeface="Noto Sans CJK TC"/>
              <a:ea typeface="Noto Sans CJK TC"/>
            </a:endParaRPr>
          </a:p>
          <a:p>
            <a:pPr marL="0" indent="0" algn="ctr">
              <a:buNone/>
            </a:pPr>
            <a:endParaRPr lang="zh-TW" altLang="en-US" sz="2200" b="1" spc="600" dirty="0">
              <a:solidFill>
                <a:srgbClr val="B8892F"/>
              </a:solidFill>
              <a:effectLst>
                <a:outerShdw blurRad="25400" algn="ctr" rotWithShape="0">
                  <a:srgbClr val="FFFFFF">
                    <a:alpha val="70000"/>
                  </a:srgbClr>
                </a:outerShdw>
              </a:effectLst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pic>
        <p:nvPicPr>
          <p:cNvPr id="2" name="Image 0" descr="/mnt/data/b720e5a18e.jpeg"/>
          <p:cNvPicPr>
            <a:picLocks noChangeAspect="1"/>
          </p:cNvPicPr>
          <p:nvPr/>
        </p:nvPicPr>
        <p:blipFill>
          <a:blip r:embed="rId2"/>
          <a:srcRect t="7811" b="781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828800" y="2209800"/>
            <a:ext cx="8549640" cy="2286000"/>
          </a:xfrm>
          <a:prstGeom prst="roundRect">
            <a:avLst/>
          </a:prstGeom>
          <a:solidFill>
            <a:srgbClr val="FFFFFF">
              <a:alpha val="91000"/>
            </a:srgbClr>
          </a:solidFill>
          <a:ln w="25400">
            <a:solidFill>
              <a:srgbClr val="C79A4B"/>
            </a:solidFill>
            <a:prstDash val="solid"/>
          </a:ln>
          <a:effectLst>
            <a:outerShdw blurRad="38100" dist="1905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5" name="Text 2"/>
          <p:cNvSpPr/>
          <p:nvPr/>
        </p:nvSpPr>
        <p:spPr>
          <a:xfrm>
            <a:off x="2231136" y="2880360"/>
            <a:ext cx="7726679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zh-TW" altLang="en-US" sz="4400" b="1" dirty="0">
                <a:solidFill>
                  <a:srgbClr val="5B2E4A"/>
                </a:solidFill>
                <a:latin typeface="Noto Sans CJK TC"/>
              </a:rPr>
              <a:t>表揚｜</a:t>
            </a:r>
            <a:endParaRPr lang="en-MY" altLang="zh-TW" sz="4400" b="1" dirty="0">
              <a:solidFill>
                <a:srgbClr val="5B2E4A"/>
              </a:solidFill>
              <a:latin typeface="Noto Sans CJK TC"/>
            </a:endParaRPr>
          </a:p>
          <a:p>
            <a:pPr algn="ctr"/>
            <a:r>
              <a:rPr lang="zh-TW" altLang="en-US" sz="6600" b="1" spc="300" dirty="0">
                <a:solidFill>
                  <a:srgbClr val="5B2E4A"/>
                </a:solidFill>
                <a:latin typeface="Noto Sans CJK TC"/>
              </a:rPr>
              <a:t>達標公壇</a:t>
            </a:r>
          </a:p>
        </p:txBody>
      </p:sp>
      <p:sp>
        <p:nvSpPr>
          <p:cNvPr id="9" name="Eyebrow">
            <a:extLst>
              <a:ext uri="{FF2B5EF4-FFF2-40B4-BE49-F238E27FC236}">
                <a16:creationId xmlns:a16="http://schemas.microsoft.com/office/drawing/2014/main" id="{3B473243-3A46-4017-9421-6E7560111548}"/>
              </a:ext>
            </a:extLst>
          </p:cNvPr>
          <p:cNvSpPr/>
          <p:nvPr/>
        </p:nvSpPr>
        <p:spPr>
          <a:xfrm>
            <a:off x="1600200" y="731520"/>
            <a:ext cx="899129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5000"/>
              </a:lnSpc>
            </a:pPr>
            <a:r>
              <a:rPr lang="zh-TW" altLang="en-US" sz="2400" b="1" spc="600">
                <a:solidFill>
                  <a:srgbClr val="B8892F"/>
                </a:solidFill>
                <a:effectLst>
                  <a:outerShdw blurRad="25400" algn="ctr" rotWithShape="0">
                    <a:srgbClr val="FFFFFF">
                      <a:alpha val="70000"/>
                    </a:srgbClr>
                  </a:outerShdw>
                </a:effectLst>
                <a:latin typeface="Noto Sans CJK TC"/>
                <a:ea typeface="Noto Sans CJK TC"/>
              </a:rPr>
              <a:t>2026年 · 巴生道務中心·南區千人上岸</a:t>
            </a:r>
            <a:endParaRPr lang="en-US" altLang="zh-TW" sz="2200" b="1" spc="600" dirty="0">
              <a:solidFill>
                <a:srgbClr val="B8892F"/>
              </a:solidFill>
              <a:effectLst>
                <a:outerShdw blurRad="25400" algn="ctr" rotWithShape="0">
                  <a:srgbClr val="FFFFFF">
                    <a:alpha val="70000"/>
                  </a:srgbClr>
                </a:outerShdw>
              </a:effectLst>
              <a:latin typeface="Noto Sans CJK TC"/>
              <a:ea typeface="Noto Sans CJK TC"/>
            </a:endParaRPr>
          </a:p>
          <a:p>
            <a:pPr algn="ctr">
              <a:lnSpc>
                <a:spcPct val="105000"/>
              </a:lnSpc>
            </a:pPr>
            <a:r>
              <a:rPr lang="zh-TW" altLang="en-US" sz="2400" b="1" spc="600">
                <a:solidFill>
                  <a:srgbClr val="B8892F"/>
                </a:solidFill>
                <a:effectLst>
                  <a:outerShdw blurRad="25400" algn="ctr" rotWithShape="0">
                    <a:srgbClr val="FFFFFF">
                      <a:alpha val="70000"/>
                    </a:srgbClr>
                  </a:outerShdw>
                </a:effectLst>
                <a:latin typeface="Noto Sans CJK TC"/>
                <a:ea typeface="Noto Sans CJK TC"/>
              </a:rPr>
              <a:t>表揚大會</a:t>
            </a:r>
            <a:endParaRPr lang="en-US" altLang="zh-TW" sz="2200" b="1" spc="600" dirty="0">
              <a:solidFill>
                <a:srgbClr val="B8892F"/>
              </a:solidFill>
              <a:effectLst>
                <a:outerShdw blurRad="25400" algn="ctr" rotWithShape="0">
                  <a:srgbClr val="FFFFFF">
                    <a:alpha val="70000"/>
                  </a:srgbClr>
                </a:outerShdw>
              </a:effectLst>
              <a:latin typeface="Noto Sans CJK TC"/>
              <a:ea typeface="Noto Sans CJK TC"/>
            </a:endParaRPr>
          </a:p>
          <a:p>
            <a:pPr marL="0" indent="0" algn="ctr">
              <a:buNone/>
            </a:pPr>
            <a:endParaRPr lang="zh-TW" altLang="en-US" sz="2200" b="1" spc="600" dirty="0">
              <a:solidFill>
                <a:srgbClr val="B8892F"/>
              </a:solidFill>
              <a:effectLst>
                <a:outerShdw blurRad="25400" algn="ctr" rotWithShape="0">
                  <a:srgbClr val="FFFFFF">
                    <a:alpha val="70000"/>
                  </a:srgbClr>
                </a:outerShdw>
              </a:effectLst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9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pic>
        <p:nvPicPr>
          <p:cNvPr id="21" name="Lotus Watermark"/>
          <p:cNvPicPr>
            <a:picLocks noChangeAspect="1"/>
          </p:cNvPicPr>
          <p:nvPr/>
        </p:nvPicPr>
        <p:blipFill>
          <a:blip r:embed="rId3">
            <a:alphaModFix amt="14000"/>
          </a:blip>
          <a:srcRect t="7771" b="777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7B3C5E"/>
          </a:solidFill>
          <a:ln w="12700">
            <a:solidFill>
              <a:srgbClr val="7B3C5E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" name="Shape 1"/>
          <p:cNvSpPr/>
          <p:nvPr/>
        </p:nvSpPr>
        <p:spPr>
          <a:xfrm>
            <a:off x="0" y="777240"/>
            <a:ext cx="12191695" cy="73152"/>
          </a:xfrm>
          <a:prstGeom prst="rect">
            <a:avLst/>
          </a:prstGeom>
          <a:solidFill>
            <a:srgbClr val="D8B06A"/>
          </a:solidFill>
          <a:ln w="12700">
            <a:solidFill>
              <a:srgbClr val="D8B06A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4" name="Text 2"/>
          <p:cNvSpPr/>
          <p:nvPr/>
        </p:nvSpPr>
        <p:spPr>
          <a:xfrm>
            <a:off x="502920" y="164592"/>
            <a:ext cx="6400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500" b="1" dirty="0" err="1">
                <a:solidFill>
                  <a:srgbClr val="FFFFFF"/>
                </a:solidFill>
              </a:rPr>
              <a:t>南一組</a:t>
            </a:r>
            <a:r>
              <a:rPr lang="en-US" sz="2500" b="1" dirty="0">
                <a:solidFill>
                  <a:srgbClr val="FFFFFF"/>
                </a:solidFill>
              </a:rPr>
              <a:t>｜</a:t>
            </a:r>
            <a:r>
              <a:rPr lang="ja-JP" altLang="en-US" sz="2500" b="1" dirty="0">
                <a:solidFill>
                  <a:srgbClr val="FFFFFF"/>
                </a:solidFill>
                <a:ea typeface="+mn-lt"/>
                <a:cs typeface="+mn-lt"/>
              </a:rPr>
              <a:t>壇達標</a:t>
            </a:r>
            <a:endParaRPr lang="en-US" sz="2500" dirty="0">
              <a:ea typeface="游ゴシック"/>
            </a:endParaRPr>
          </a:p>
        </p:txBody>
      </p:sp>
      <p:sp>
        <p:nvSpPr>
          <p:cNvPr id="6" name="Shape 4"/>
          <p:cNvSpPr/>
          <p:nvPr/>
        </p:nvSpPr>
        <p:spPr>
          <a:xfrm>
            <a:off x="685800" y="1143000"/>
            <a:ext cx="3322320" cy="1435608"/>
          </a:xfrm>
          <a:prstGeom prst="roundRect">
            <a:avLst/>
          </a:prstGeom>
          <a:solidFill>
            <a:srgbClr val="FFFCF8"/>
          </a:solidFill>
          <a:ln w="22225">
            <a:solidFill>
              <a:srgbClr val="D9B77A"/>
            </a:solidFill>
            <a:prstDash val="solid"/>
          </a:ln>
          <a:effectLst>
            <a:outerShdw blurRad="19050" dist="7620" dir="2700000" algn="bl" rotWithShape="0">
              <a:srgbClr val="7B3C5E">
                <a:alpha val="22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7" name="Text 5"/>
          <p:cNvSpPr/>
          <p:nvPr/>
        </p:nvSpPr>
        <p:spPr>
          <a:xfrm>
            <a:off x="1805800" y="1470804"/>
            <a:ext cx="2050000" cy="7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spc="300">
                <a:solidFill>
                  <a:srgbClr val="5B2E4A"/>
                </a:solidFill>
              </a:rPr>
              <a:t>水德</a:t>
            </a:r>
            <a:endParaRPr lang="en-US" sz="4400"/>
          </a:p>
        </p:txBody>
      </p:sp>
      <p:sp>
        <p:nvSpPr>
          <p:cNvPr id="8" name="Shape 6"/>
          <p:cNvSpPr/>
          <p:nvPr/>
        </p:nvSpPr>
        <p:spPr>
          <a:xfrm>
            <a:off x="4282440" y="1143000"/>
            <a:ext cx="3322320" cy="1435608"/>
          </a:xfrm>
          <a:prstGeom prst="roundRect">
            <a:avLst/>
          </a:prstGeom>
          <a:solidFill>
            <a:srgbClr val="FFFCF8"/>
          </a:solidFill>
          <a:ln w="22225">
            <a:solidFill>
              <a:srgbClr val="D9B77A"/>
            </a:solidFill>
            <a:prstDash val="solid"/>
          </a:ln>
          <a:effectLst>
            <a:outerShdw blurRad="19050" dist="7620" dir="2700000" algn="bl" rotWithShape="0">
              <a:srgbClr val="7B3C5E">
                <a:alpha val="22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9" name="Text 7"/>
          <p:cNvSpPr/>
          <p:nvPr/>
        </p:nvSpPr>
        <p:spPr>
          <a:xfrm>
            <a:off x="5402440" y="1470804"/>
            <a:ext cx="2050000" cy="7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spc="300">
                <a:solidFill>
                  <a:srgbClr val="5B2E4A"/>
                </a:solidFill>
              </a:rPr>
              <a:t>恩德</a:t>
            </a:r>
            <a:endParaRPr lang="en-US" sz="2900"/>
          </a:p>
        </p:txBody>
      </p:sp>
      <p:sp>
        <p:nvSpPr>
          <p:cNvPr id="10" name="Shape 8"/>
          <p:cNvSpPr/>
          <p:nvPr/>
        </p:nvSpPr>
        <p:spPr>
          <a:xfrm>
            <a:off x="7879080" y="1143000"/>
            <a:ext cx="3322320" cy="1435608"/>
          </a:xfrm>
          <a:prstGeom prst="roundRect">
            <a:avLst/>
          </a:prstGeom>
          <a:solidFill>
            <a:srgbClr val="FFFCF8"/>
          </a:solidFill>
          <a:ln w="22225">
            <a:solidFill>
              <a:srgbClr val="D9B77A"/>
            </a:solidFill>
            <a:prstDash val="solid"/>
          </a:ln>
          <a:effectLst>
            <a:outerShdw blurRad="19050" dist="7620" dir="2700000" algn="bl" rotWithShape="0">
              <a:srgbClr val="7B3C5E">
                <a:alpha val="22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11" name="Text 9"/>
          <p:cNvSpPr/>
          <p:nvPr/>
        </p:nvSpPr>
        <p:spPr>
          <a:xfrm>
            <a:off x="8999080" y="1470804"/>
            <a:ext cx="2050000" cy="7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spc="300">
                <a:solidFill>
                  <a:srgbClr val="5B2E4A"/>
                </a:solidFill>
              </a:rPr>
              <a:t>展德</a:t>
            </a:r>
            <a:endParaRPr lang="en-US" sz="2900"/>
          </a:p>
        </p:txBody>
      </p:sp>
      <p:sp>
        <p:nvSpPr>
          <p:cNvPr id="12" name="Shape 10"/>
          <p:cNvSpPr/>
          <p:nvPr/>
        </p:nvSpPr>
        <p:spPr>
          <a:xfrm>
            <a:off x="685800" y="2834640"/>
            <a:ext cx="3322320" cy="1435608"/>
          </a:xfrm>
          <a:prstGeom prst="roundRect">
            <a:avLst/>
          </a:prstGeom>
          <a:solidFill>
            <a:srgbClr val="FFFCF8"/>
          </a:solidFill>
          <a:ln w="22225">
            <a:solidFill>
              <a:srgbClr val="D9B77A"/>
            </a:solidFill>
            <a:prstDash val="solid"/>
          </a:ln>
          <a:effectLst>
            <a:outerShdw blurRad="19050" dist="7620" dir="2700000" algn="bl" rotWithShape="0">
              <a:srgbClr val="7B3C5E">
                <a:alpha val="22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13" name="Text 11"/>
          <p:cNvSpPr/>
          <p:nvPr/>
        </p:nvSpPr>
        <p:spPr>
          <a:xfrm>
            <a:off x="1805800" y="3162444"/>
            <a:ext cx="2050000" cy="7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spc="300">
                <a:solidFill>
                  <a:srgbClr val="5B2E4A"/>
                </a:solidFill>
              </a:rPr>
              <a:t>勇德</a:t>
            </a:r>
            <a:endParaRPr lang="en-US" sz="2900"/>
          </a:p>
        </p:txBody>
      </p:sp>
      <p:sp>
        <p:nvSpPr>
          <p:cNvPr id="14" name="Shape 12"/>
          <p:cNvSpPr/>
          <p:nvPr/>
        </p:nvSpPr>
        <p:spPr>
          <a:xfrm>
            <a:off x="4282440" y="2834640"/>
            <a:ext cx="3322320" cy="1435608"/>
          </a:xfrm>
          <a:prstGeom prst="roundRect">
            <a:avLst/>
          </a:prstGeom>
          <a:solidFill>
            <a:srgbClr val="FFFCF8"/>
          </a:solidFill>
          <a:ln w="22225">
            <a:solidFill>
              <a:srgbClr val="D9B77A"/>
            </a:solidFill>
            <a:prstDash val="solid"/>
          </a:ln>
          <a:effectLst>
            <a:outerShdw blurRad="19050" dist="7620" dir="2700000" algn="bl" rotWithShape="0">
              <a:srgbClr val="7B3C5E">
                <a:alpha val="22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15" name="Text 13"/>
          <p:cNvSpPr/>
          <p:nvPr/>
        </p:nvSpPr>
        <p:spPr>
          <a:xfrm>
            <a:off x="5402440" y="3162444"/>
            <a:ext cx="2050000" cy="7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spc="300">
                <a:solidFill>
                  <a:srgbClr val="5B2E4A"/>
                </a:solidFill>
              </a:rPr>
              <a:t>順德</a:t>
            </a:r>
            <a:endParaRPr lang="en-US" sz="2900"/>
          </a:p>
        </p:txBody>
      </p:sp>
      <p:sp>
        <p:nvSpPr>
          <p:cNvPr id="16" name="Shape 14"/>
          <p:cNvSpPr/>
          <p:nvPr/>
        </p:nvSpPr>
        <p:spPr>
          <a:xfrm>
            <a:off x="7879080" y="2834640"/>
            <a:ext cx="3322320" cy="1435608"/>
          </a:xfrm>
          <a:prstGeom prst="roundRect">
            <a:avLst/>
          </a:prstGeom>
          <a:solidFill>
            <a:srgbClr val="FFFCF8"/>
          </a:solidFill>
          <a:ln w="22225">
            <a:solidFill>
              <a:srgbClr val="D9B77A"/>
            </a:solidFill>
            <a:prstDash val="solid"/>
          </a:ln>
          <a:effectLst>
            <a:outerShdw blurRad="19050" dist="7620" dir="2700000" algn="bl" rotWithShape="0">
              <a:srgbClr val="7B3C5E">
                <a:alpha val="22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17" name="Text 15"/>
          <p:cNvSpPr/>
          <p:nvPr/>
        </p:nvSpPr>
        <p:spPr>
          <a:xfrm>
            <a:off x="8999080" y="3162444"/>
            <a:ext cx="2050000" cy="7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spc="300">
                <a:solidFill>
                  <a:srgbClr val="5B2E4A"/>
                </a:solidFill>
              </a:rPr>
              <a:t>瑩德</a:t>
            </a:r>
            <a:endParaRPr lang="en-US" sz="2900"/>
          </a:p>
        </p:txBody>
      </p:sp>
      <p:sp>
        <p:nvSpPr>
          <p:cNvPr id="18" name="Shape 16"/>
          <p:cNvSpPr/>
          <p:nvPr/>
        </p:nvSpPr>
        <p:spPr>
          <a:xfrm>
            <a:off x="685800" y="4526280"/>
            <a:ext cx="3322320" cy="1435608"/>
          </a:xfrm>
          <a:prstGeom prst="roundRect">
            <a:avLst/>
          </a:prstGeom>
          <a:solidFill>
            <a:srgbClr val="FFFCF8"/>
          </a:solidFill>
          <a:ln w="22225">
            <a:solidFill>
              <a:srgbClr val="D9B77A"/>
            </a:solidFill>
            <a:prstDash val="solid"/>
          </a:ln>
          <a:effectLst>
            <a:outerShdw blurRad="19050" dist="7620" dir="2700000" algn="bl" rotWithShape="0">
              <a:srgbClr val="7B3C5E">
                <a:alpha val="22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19" name="Text 17"/>
          <p:cNvSpPr/>
          <p:nvPr/>
        </p:nvSpPr>
        <p:spPr>
          <a:xfrm>
            <a:off x="1805800" y="4854084"/>
            <a:ext cx="2050000" cy="7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spc="300">
                <a:solidFill>
                  <a:srgbClr val="5B2E4A"/>
                </a:solidFill>
              </a:rPr>
              <a:t>凱德</a:t>
            </a:r>
            <a:endParaRPr lang="en-US" sz="2900"/>
          </a:p>
        </p:txBody>
      </p:sp>
      <p:sp>
        <p:nvSpPr>
          <p:cNvPr id="20" name="Text 18"/>
          <p:cNvSpPr/>
          <p:nvPr/>
        </p:nvSpPr>
        <p:spPr>
          <a:xfrm>
            <a:off x="11338560" y="6510528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E7284"/>
                </a:solidFill>
              </a:rPr>
              <a:t>02</a:t>
            </a:r>
            <a:endParaRPr lang="en-US" sz="900" dirty="0"/>
          </a:p>
        </p:txBody>
      </p:sp>
      <p:sp>
        <p:nvSpPr>
          <p:cNvPr id="23" name="Eyebrow">
            <a:extLst>
              <a:ext uri="{FF2B5EF4-FFF2-40B4-BE49-F238E27FC236}">
                <a16:creationId xmlns:a16="http://schemas.microsoft.com/office/drawing/2014/main" id="{3F8129DC-211B-A4FF-3212-4B64C0EB8EC6}"/>
              </a:ext>
            </a:extLst>
          </p:cNvPr>
          <p:cNvSpPr/>
          <p:nvPr/>
        </p:nvSpPr>
        <p:spPr>
          <a:xfrm>
            <a:off x="7315200" y="228600"/>
            <a:ext cx="4343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zh-TW" altLang="en-US" sz="1600" spc="200">
                <a:solidFill>
                  <a:srgbClr val="F7E8D2"/>
                </a:solidFill>
                <a:latin typeface="Noto Sans CJK TC"/>
                <a:ea typeface="Noto Sans CJK TC"/>
              </a:rPr>
              <a:t>2026年 · 巴生道務中心</a:t>
            </a:r>
            <a:endParaRPr lang="en-US" sz="1600"/>
          </a:p>
        </p:txBody>
      </p:sp>
      <p:sp>
        <p:nvSpPr>
          <p:cNvPr id="201" name="Underline 1"/>
          <p:cNvSpPr/>
          <p:nvPr/>
        </p:nvSpPr>
        <p:spPr>
          <a:xfrm>
            <a:off x="2255800" y="2240804"/>
            <a:ext cx="1150000" cy="19050"/>
          </a:xfrm>
          <a:prstGeom prst="rect">
            <a:avLst/>
          </a:prstGeom>
          <a:solidFill>
            <a:srgbClr val="C79A4B"/>
          </a:solidFill>
          <a:ln/>
        </p:spPr>
        <p:txBody>
          <a:bodyPr wrap="square" rtlCol="0" anchor="ctr"/>
          <a:lstStyle/>
          <a:p>
            <a:pPr algn="ctr"/>
            <a:endParaRPr lang="en-US" sz="100"/>
          </a:p>
        </p:txBody>
      </p:sp>
      <p:pic>
        <p:nvPicPr>
          <p:cNvPr id="301" name="Honor Badg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5800" y="1370804"/>
            <a:ext cx="980000" cy="980000"/>
          </a:xfrm>
          <a:prstGeom prst="rect">
            <a:avLst/>
          </a:prstGeom>
        </p:spPr>
      </p:pic>
      <p:sp>
        <p:nvSpPr>
          <p:cNvPr id="202" name="Underline 2"/>
          <p:cNvSpPr/>
          <p:nvPr/>
        </p:nvSpPr>
        <p:spPr>
          <a:xfrm>
            <a:off x="5852440" y="2240804"/>
            <a:ext cx="1150000" cy="19050"/>
          </a:xfrm>
          <a:prstGeom prst="rect">
            <a:avLst/>
          </a:prstGeom>
          <a:solidFill>
            <a:srgbClr val="C79A4B"/>
          </a:solidFill>
          <a:ln/>
        </p:spPr>
        <p:txBody>
          <a:bodyPr wrap="square" rtlCol="0" anchor="ctr"/>
          <a:lstStyle/>
          <a:p>
            <a:pPr algn="ctr"/>
            <a:endParaRPr lang="en-US" sz="100"/>
          </a:p>
        </p:txBody>
      </p:sp>
      <p:pic>
        <p:nvPicPr>
          <p:cNvPr id="302" name="Honor Badg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92440" y="1370804"/>
            <a:ext cx="980000" cy="980000"/>
          </a:xfrm>
          <a:prstGeom prst="rect">
            <a:avLst/>
          </a:prstGeom>
        </p:spPr>
      </p:pic>
      <p:sp>
        <p:nvSpPr>
          <p:cNvPr id="203" name="Underline 3"/>
          <p:cNvSpPr/>
          <p:nvPr/>
        </p:nvSpPr>
        <p:spPr>
          <a:xfrm>
            <a:off x="9449080" y="2240804"/>
            <a:ext cx="1150000" cy="19050"/>
          </a:xfrm>
          <a:prstGeom prst="rect">
            <a:avLst/>
          </a:prstGeom>
          <a:solidFill>
            <a:srgbClr val="C79A4B"/>
          </a:solidFill>
          <a:ln/>
        </p:spPr>
        <p:txBody>
          <a:bodyPr wrap="square" rtlCol="0" anchor="ctr"/>
          <a:lstStyle/>
          <a:p>
            <a:pPr algn="ctr"/>
            <a:endParaRPr lang="en-US" sz="100"/>
          </a:p>
        </p:txBody>
      </p:sp>
      <p:pic>
        <p:nvPicPr>
          <p:cNvPr id="303" name="Honor Badg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89080" y="1370804"/>
            <a:ext cx="980000" cy="980000"/>
          </a:xfrm>
          <a:prstGeom prst="rect">
            <a:avLst/>
          </a:prstGeom>
        </p:spPr>
      </p:pic>
      <p:sp>
        <p:nvSpPr>
          <p:cNvPr id="204" name="Underline 4"/>
          <p:cNvSpPr/>
          <p:nvPr/>
        </p:nvSpPr>
        <p:spPr>
          <a:xfrm>
            <a:off x="2255800" y="3932444"/>
            <a:ext cx="1150000" cy="19050"/>
          </a:xfrm>
          <a:prstGeom prst="rect">
            <a:avLst/>
          </a:prstGeom>
          <a:solidFill>
            <a:srgbClr val="C79A4B"/>
          </a:solidFill>
          <a:ln/>
        </p:spPr>
        <p:txBody>
          <a:bodyPr wrap="square" rtlCol="0" anchor="ctr"/>
          <a:lstStyle/>
          <a:p>
            <a:pPr algn="ctr"/>
            <a:endParaRPr lang="en-US" sz="100"/>
          </a:p>
        </p:txBody>
      </p:sp>
      <p:pic>
        <p:nvPicPr>
          <p:cNvPr id="304" name="Honor Badg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5800" y="3062444"/>
            <a:ext cx="980000" cy="980000"/>
          </a:xfrm>
          <a:prstGeom prst="rect">
            <a:avLst/>
          </a:prstGeom>
        </p:spPr>
      </p:pic>
      <p:sp>
        <p:nvSpPr>
          <p:cNvPr id="205" name="Underline 5"/>
          <p:cNvSpPr/>
          <p:nvPr/>
        </p:nvSpPr>
        <p:spPr>
          <a:xfrm>
            <a:off x="5852440" y="3932444"/>
            <a:ext cx="1150000" cy="19050"/>
          </a:xfrm>
          <a:prstGeom prst="rect">
            <a:avLst/>
          </a:prstGeom>
          <a:solidFill>
            <a:srgbClr val="C79A4B"/>
          </a:solidFill>
          <a:ln/>
        </p:spPr>
        <p:txBody>
          <a:bodyPr wrap="square" rtlCol="0" anchor="ctr"/>
          <a:lstStyle/>
          <a:p>
            <a:pPr algn="ctr"/>
            <a:endParaRPr lang="en-US" sz="100"/>
          </a:p>
        </p:txBody>
      </p:sp>
      <p:pic>
        <p:nvPicPr>
          <p:cNvPr id="305" name="Honor Badg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92440" y="3062444"/>
            <a:ext cx="980000" cy="980000"/>
          </a:xfrm>
          <a:prstGeom prst="rect">
            <a:avLst/>
          </a:prstGeom>
        </p:spPr>
      </p:pic>
      <p:sp>
        <p:nvSpPr>
          <p:cNvPr id="206" name="Underline 6"/>
          <p:cNvSpPr/>
          <p:nvPr/>
        </p:nvSpPr>
        <p:spPr>
          <a:xfrm>
            <a:off x="9449080" y="3932444"/>
            <a:ext cx="1150000" cy="19050"/>
          </a:xfrm>
          <a:prstGeom prst="rect">
            <a:avLst/>
          </a:prstGeom>
          <a:solidFill>
            <a:srgbClr val="C79A4B"/>
          </a:solidFill>
          <a:ln/>
        </p:spPr>
        <p:txBody>
          <a:bodyPr wrap="square" rtlCol="0" anchor="ctr"/>
          <a:lstStyle/>
          <a:p>
            <a:pPr algn="ctr"/>
            <a:endParaRPr lang="en-US" sz="100"/>
          </a:p>
        </p:txBody>
      </p:sp>
      <p:pic>
        <p:nvPicPr>
          <p:cNvPr id="306" name="Honor Badg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89080" y="3062444"/>
            <a:ext cx="980000" cy="980000"/>
          </a:xfrm>
          <a:prstGeom prst="rect">
            <a:avLst/>
          </a:prstGeom>
        </p:spPr>
      </p:pic>
      <p:sp>
        <p:nvSpPr>
          <p:cNvPr id="207" name="Underline 7"/>
          <p:cNvSpPr/>
          <p:nvPr/>
        </p:nvSpPr>
        <p:spPr>
          <a:xfrm>
            <a:off x="2255800" y="5624084"/>
            <a:ext cx="1150000" cy="19050"/>
          </a:xfrm>
          <a:prstGeom prst="rect">
            <a:avLst/>
          </a:prstGeom>
          <a:solidFill>
            <a:srgbClr val="C79A4B"/>
          </a:solidFill>
          <a:ln/>
        </p:spPr>
        <p:txBody>
          <a:bodyPr wrap="square" rtlCol="0" anchor="ctr"/>
          <a:lstStyle/>
          <a:p>
            <a:pPr algn="ctr"/>
            <a:endParaRPr lang="en-US" sz="100"/>
          </a:p>
        </p:txBody>
      </p:sp>
      <p:pic>
        <p:nvPicPr>
          <p:cNvPr id="307" name="Honor Badg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5800" y="4754084"/>
            <a:ext cx="980000" cy="980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9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pic>
        <p:nvPicPr>
          <p:cNvPr id="31" name="Lotus Watermark"/>
          <p:cNvPicPr>
            <a:picLocks noChangeAspect="1"/>
          </p:cNvPicPr>
          <p:nvPr/>
        </p:nvPicPr>
        <p:blipFill>
          <a:blip r:embed="rId3">
            <a:alphaModFix amt="14000"/>
          </a:blip>
          <a:srcRect t="7771" b="777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7B3C5E"/>
          </a:solidFill>
          <a:ln w="12700">
            <a:solidFill>
              <a:srgbClr val="7B3C5E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" name="Shape 1"/>
          <p:cNvSpPr/>
          <p:nvPr/>
        </p:nvSpPr>
        <p:spPr>
          <a:xfrm>
            <a:off x="0" y="777240"/>
            <a:ext cx="12191695" cy="73152"/>
          </a:xfrm>
          <a:prstGeom prst="rect">
            <a:avLst/>
          </a:prstGeom>
          <a:solidFill>
            <a:srgbClr val="D8B06A"/>
          </a:solidFill>
          <a:ln w="12700">
            <a:solidFill>
              <a:srgbClr val="D8B06A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4" name="Text 2"/>
          <p:cNvSpPr/>
          <p:nvPr/>
        </p:nvSpPr>
        <p:spPr>
          <a:xfrm>
            <a:off x="502920" y="164592"/>
            <a:ext cx="8732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 err="1">
                <a:solidFill>
                  <a:srgbClr val="FFFFFF"/>
                </a:solidFill>
              </a:rPr>
              <a:t>南二組</a:t>
            </a:r>
            <a:r>
              <a:rPr lang="en-US" sz="2500" b="1" dirty="0">
                <a:solidFill>
                  <a:srgbClr val="FFFFFF"/>
                </a:solidFill>
              </a:rPr>
              <a:t>｜</a:t>
            </a:r>
            <a:r>
              <a:rPr lang="ja-JP" altLang="en-US" sz="2500" b="1">
                <a:solidFill>
                  <a:srgbClr val="FFFFFF"/>
                </a:solidFill>
                <a:ea typeface="+mn-lt"/>
                <a:cs typeface="+mn-lt"/>
              </a:rPr>
              <a:t>壇達標</a:t>
            </a:r>
            <a:endParaRPr lang="en-US" sz="2547"/>
          </a:p>
        </p:txBody>
      </p:sp>
      <p:sp>
        <p:nvSpPr>
          <p:cNvPr id="6" name="Shape 4"/>
          <p:cNvSpPr/>
          <p:nvPr/>
        </p:nvSpPr>
        <p:spPr>
          <a:xfrm>
            <a:off x="685800" y="1143000"/>
            <a:ext cx="2423160" cy="1435608"/>
          </a:xfrm>
          <a:prstGeom prst="roundRect">
            <a:avLst/>
          </a:prstGeom>
          <a:solidFill>
            <a:srgbClr val="FFFCF8"/>
          </a:solidFill>
          <a:ln w="22225">
            <a:solidFill>
              <a:srgbClr val="D9B77A"/>
            </a:solidFill>
            <a:prstDash val="solid"/>
          </a:ln>
          <a:effectLst>
            <a:outerShdw blurRad="19050" dist="7620" dir="2700000" algn="bl" rotWithShape="0">
              <a:srgbClr val="7B3C5E">
                <a:alpha val="22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7" name="Text 5"/>
          <p:cNvSpPr/>
          <p:nvPr/>
        </p:nvSpPr>
        <p:spPr>
          <a:xfrm>
            <a:off x="1565800" y="1510804"/>
            <a:ext cx="1420000" cy="6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>
                <a:solidFill>
                  <a:srgbClr val="5B2E4A"/>
                </a:solidFill>
              </a:rPr>
              <a:t>進德</a:t>
            </a:r>
            <a:endParaRPr lang="en-US" sz="2900"/>
          </a:p>
        </p:txBody>
      </p:sp>
      <p:sp>
        <p:nvSpPr>
          <p:cNvPr id="8" name="Shape 6"/>
          <p:cNvSpPr/>
          <p:nvPr/>
        </p:nvSpPr>
        <p:spPr>
          <a:xfrm>
            <a:off x="3383280" y="1143000"/>
            <a:ext cx="2423160" cy="1435608"/>
          </a:xfrm>
          <a:prstGeom prst="roundRect">
            <a:avLst/>
          </a:prstGeom>
          <a:solidFill>
            <a:srgbClr val="FFFCF8"/>
          </a:solidFill>
          <a:ln w="22225">
            <a:solidFill>
              <a:srgbClr val="D9B77A"/>
            </a:solidFill>
            <a:prstDash val="solid"/>
          </a:ln>
          <a:effectLst>
            <a:outerShdw blurRad="19050" dist="7620" dir="2700000" algn="bl" rotWithShape="0">
              <a:srgbClr val="7B3C5E">
                <a:alpha val="22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9" name="Text 7"/>
          <p:cNvSpPr/>
          <p:nvPr/>
        </p:nvSpPr>
        <p:spPr>
          <a:xfrm>
            <a:off x="4263280" y="1510804"/>
            <a:ext cx="1420000" cy="6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>
                <a:solidFill>
                  <a:srgbClr val="5B2E4A"/>
                </a:solidFill>
              </a:rPr>
              <a:t>謙德</a:t>
            </a:r>
            <a:endParaRPr lang="en-US" sz="2900"/>
          </a:p>
        </p:txBody>
      </p:sp>
      <p:sp>
        <p:nvSpPr>
          <p:cNvPr id="10" name="Shape 8"/>
          <p:cNvSpPr/>
          <p:nvPr/>
        </p:nvSpPr>
        <p:spPr>
          <a:xfrm>
            <a:off x="6080760" y="1143000"/>
            <a:ext cx="2423160" cy="1435608"/>
          </a:xfrm>
          <a:prstGeom prst="roundRect">
            <a:avLst/>
          </a:prstGeom>
          <a:solidFill>
            <a:srgbClr val="FFFCF8"/>
          </a:solidFill>
          <a:ln w="22225">
            <a:solidFill>
              <a:srgbClr val="D9B77A"/>
            </a:solidFill>
            <a:prstDash val="solid"/>
          </a:ln>
          <a:effectLst>
            <a:outerShdw blurRad="19050" dist="7620" dir="2700000" algn="bl" rotWithShape="0">
              <a:srgbClr val="7B3C5E">
                <a:alpha val="22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11" name="Text 9"/>
          <p:cNvSpPr/>
          <p:nvPr/>
        </p:nvSpPr>
        <p:spPr>
          <a:xfrm>
            <a:off x="6960760" y="1510804"/>
            <a:ext cx="1420000" cy="6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>
                <a:solidFill>
                  <a:srgbClr val="5B2E4A"/>
                </a:solidFill>
              </a:rPr>
              <a:t>璟德</a:t>
            </a:r>
            <a:endParaRPr lang="en-US" sz="2900"/>
          </a:p>
        </p:txBody>
      </p:sp>
      <p:sp>
        <p:nvSpPr>
          <p:cNvPr id="12" name="Shape 10"/>
          <p:cNvSpPr/>
          <p:nvPr/>
        </p:nvSpPr>
        <p:spPr>
          <a:xfrm>
            <a:off x="8778240" y="1143000"/>
            <a:ext cx="2423160" cy="1435608"/>
          </a:xfrm>
          <a:prstGeom prst="roundRect">
            <a:avLst/>
          </a:prstGeom>
          <a:solidFill>
            <a:srgbClr val="FFFCF8"/>
          </a:solidFill>
          <a:ln w="22225">
            <a:solidFill>
              <a:srgbClr val="D9B77A"/>
            </a:solidFill>
            <a:prstDash val="solid"/>
          </a:ln>
          <a:effectLst>
            <a:outerShdw blurRad="19050" dist="7620" dir="2700000" algn="bl" rotWithShape="0">
              <a:srgbClr val="7B3C5E">
                <a:alpha val="22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13" name="Text 11"/>
          <p:cNvSpPr/>
          <p:nvPr/>
        </p:nvSpPr>
        <p:spPr>
          <a:xfrm>
            <a:off x="9658240" y="1510804"/>
            <a:ext cx="1420000" cy="6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>
                <a:solidFill>
                  <a:srgbClr val="5B2E4A"/>
                </a:solidFill>
              </a:rPr>
              <a:t>齊德</a:t>
            </a:r>
            <a:endParaRPr lang="en-US" sz="2900"/>
          </a:p>
        </p:txBody>
      </p:sp>
      <p:sp>
        <p:nvSpPr>
          <p:cNvPr id="14" name="Shape 12"/>
          <p:cNvSpPr/>
          <p:nvPr/>
        </p:nvSpPr>
        <p:spPr>
          <a:xfrm>
            <a:off x="685800" y="2834640"/>
            <a:ext cx="2423160" cy="1435608"/>
          </a:xfrm>
          <a:prstGeom prst="roundRect">
            <a:avLst/>
          </a:prstGeom>
          <a:solidFill>
            <a:srgbClr val="FFFCF8"/>
          </a:solidFill>
          <a:ln w="22225">
            <a:solidFill>
              <a:srgbClr val="D9B77A"/>
            </a:solidFill>
            <a:prstDash val="solid"/>
          </a:ln>
          <a:effectLst>
            <a:outerShdw blurRad="19050" dist="7620" dir="2700000" algn="bl" rotWithShape="0">
              <a:srgbClr val="7B3C5E">
                <a:alpha val="22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15" name="Text 13"/>
          <p:cNvSpPr/>
          <p:nvPr/>
        </p:nvSpPr>
        <p:spPr>
          <a:xfrm>
            <a:off x="1565800" y="3202444"/>
            <a:ext cx="1420000" cy="6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>
                <a:solidFill>
                  <a:srgbClr val="5B2E4A"/>
                </a:solidFill>
              </a:rPr>
              <a:t>怡德</a:t>
            </a:r>
            <a:endParaRPr lang="en-US" sz="2900"/>
          </a:p>
        </p:txBody>
      </p:sp>
      <p:sp>
        <p:nvSpPr>
          <p:cNvPr id="16" name="Shape 14"/>
          <p:cNvSpPr/>
          <p:nvPr/>
        </p:nvSpPr>
        <p:spPr>
          <a:xfrm>
            <a:off x="3383280" y="2834640"/>
            <a:ext cx="2423160" cy="1435608"/>
          </a:xfrm>
          <a:prstGeom prst="roundRect">
            <a:avLst/>
          </a:prstGeom>
          <a:solidFill>
            <a:srgbClr val="FFFCF8"/>
          </a:solidFill>
          <a:ln w="22225">
            <a:solidFill>
              <a:srgbClr val="D9B77A"/>
            </a:solidFill>
            <a:prstDash val="solid"/>
          </a:ln>
          <a:effectLst>
            <a:outerShdw blurRad="19050" dist="7620" dir="2700000" algn="bl" rotWithShape="0">
              <a:srgbClr val="7B3C5E">
                <a:alpha val="22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17" name="Text 15"/>
          <p:cNvSpPr/>
          <p:nvPr/>
        </p:nvSpPr>
        <p:spPr>
          <a:xfrm>
            <a:off x="4263280" y="3202444"/>
            <a:ext cx="1420000" cy="6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>
                <a:solidFill>
                  <a:srgbClr val="5B2E4A"/>
                </a:solidFill>
              </a:rPr>
              <a:t>如德</a:t>
            </a:r>
            <a:endParaRPr lang="en-US" sz="2900"/>
          </a:p>
        </p:txBody>
      </p:sp>
      <p:sp>
        <p:nvSpPr>
          <p:cNvPr id="18" name="Shape 16"/>
          <p:cNvSpPr/>
          <p:nvPr/>
        </p:nvSpPr>
        <p:spPr>
          <a:xfrm>
            <a:off x="6080760" y="2834640"/>
            <a:ext cx="2423160" cy="1435608"/>
          </a:xfrm>
          <a:prstGeom prst="roundRect">
            <a:avLst/>
          </a:prstGeom>
          <a:solidFill>
            <a:srgbClr val="FFFCF8"/>
          </a:solidFill>
          <a:ln w="22225">
            <a:solidFill>
              <a:srgbClr val="D9B77A"/>
            </a:solidFill>
            <a:prstDash val="solid"/>
          </a:ln>
          <a:effectLst>
            <a:outerShdw blurRad="19050" dist="7620" dir="2700000" algn="bl" rotWithShape="0">
              <a:srgbClr val="7B3C5E">
                <a:alpha val="22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19" name="Text 17"/>
          <p:cNvSpPr/>
          <p:nvPr/>
        </p:nvSpPr>
        <p:spPr>
          <a:xfrm>
            <a:off x="6960760" y="3202444"/>
            <a:ext cx="1420000" cy="6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>
                <a:solidFill>
                  <a:srgbClr val="5B2E4A"/>
                </a:solidFill>
              </a:rPr>
              <a:t>理德</a:t>
            </a:r>
            <a:endParaRPr lang="en-US" sz="2900"/>
          </a:p>
        </p:txBody>
      </p:sp>
      <p:sp>
        <p:nvSpPr>
          <p:cNvPr id="20" name="Shape 18"/>
          <p:cNvSpPr/>
          <p:nvPr/>
        </p:nvSpPr>
        <p:spPr>
          <a:xfrm>
            <a:off x="8778240" y="2834640"/>
            <a:ext cx="2423160" cy="1435608"/>
          </a:xfrm>
          <a:prstGeom prst="roundRect">
            <a:avLst/>
          </a:prstGeom>
          <a:solidFill>
            <a:srgbClr val="FFFCF8"/>
          </a:solidFill>
          <a:ln w="22225">
            <a:solidFill>
              <a:srgbClr val="D9B77A"/>
            </a:solidFill>
            <a:prstDash val="solid"/>
          </a:ln>
          <a:effectLst>
            <a:outerShdw blurRad="19050" dist="7620" dir="2700000" algn="bl" rotWithShape="0">
              <a:srgbClr val="7B3C5E">
                <a:alpha val="22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21" name="Text 19"/>
          <p:cNvSpPr/>
          <p:nvPr/>
        </p:nvSpPr>
        <p:spPr>
          <a:xfrm>
            <a:off x="9658240" y="3202444"/>
            <a:ext cx="1420000" cy="6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>
                <a:solidFill>
                  <a:srgbClr val="5B2E4A"/>
                </a:solidFill>
              </a:rPr>
              <a:t>衡德</a:t>
            </a:r>
            <a:endParaRPr lang="en-US" sz="2900"/>
          </a:p>
        </p:txBody>
      </p:sp>
      <p:sp>
        <p:nvSpPr>
          <p:cNvPr id="22" name="Shape 20"/>
          <p:cNvSpPr/>
          <p:nvPr/>
        </p:nvSpPr>
        <p:spPr>
          <a:xfrm>
            <a:off x="685800" y="4526280"/>
            <a:ext cx="2423160" cy="1435608"/>
          </a:xfrm>
          <a:prstGeom prst="roundRect">
            <a:avLst/>
          </a:prstGeom>
          <a:solidFill>
            <a:srgbClr val="FFFCF8"/>
          </a:solidFill>
          <a:ln w="22225">
            <a:solidFill>
              <a:srgbClr val="D9B77A"/>
            </a:solidFill>
            <a:prstDash val="solid"/>
          </a:ln>
          <a:effectLst>
            <a:outerShdw blurRad="19050" dist="7620" dir="2700000" algn="bl" rotWithShape="0">
              <a:srgbClr val="7B3C5E">
                <a:alpha val="22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23" name="Text 21"/>
          <p:cNvSpPr/>
          <p:nvPr/>
        </p:nvSpPr>
        <p:spPr>
          <a:xfrm>
            <a:off x="1565800" y="4894084"/>
            <a:ext cx="1420000" cy="6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>
                <a:solidFill>
                  <a:srgbClr val="5B2E4A"/>
                </a:solidFill>
              </a:rPr>
              <a:t>恭德</a:t>
            </a:r>
            <a:endParaRPr lang="en-US" sz="2900"/>
          </a:p>
        </p:txBody>
      </p:sp>
      <p:sp>
        <p:nvSpPr>
          <p:cNvPr id="24" name="Shape 22"/>
          <p:cNvSpPr/>
          <p:nvPr/>
        </p:nvSpPr>
        <p:spPr>
          <a:xfrm>
            <a:off x="3383280" y="4526280"/>
            <a:ext cx="2423160" cy="1435608"/>
          </a:xfrm>
          <a:prstGeom prst="roundRect">
            <a:avLst/>
          </a:prstGeom>
          <a:solidFill>
            <a:srgbClr val="FFFCF8"/>
          </a:solidFill>
          <a:ln w="22225">
            <a:solidFill>
              <a:srgbClr val="D9B77A"/>
            </a:solidFill>
            <a:prstDash val="solid"/>
          </a:ln>
          <a:effectLst>
            <a:outerShdw blurRad="19050" dist="7620" dir="2700000" algn="bl" rotWithShape="0">
              <a:srgbClr val="7B3C5E">
                <a:alpha val="22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25" name="Text 23"/>
          <p:cNvSpPr/>
          <p:nvPr/>
        </p:nvSpPr>
        <p:spPr>
          <a:xfrm>
            <a:off x="4263280" y="4894084"/>
            <a:ext cx="1420000" cy="6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>
                <a:solidFill>
                  <a:srgbClr val="5B2E4A"/>
                </a:solidFill>
              </a:rPr>
              <a:t>融德</a:t>
            </a:r>
            <a:endParaRPr lang="en-US" sz="2900"/>
          </a:p>
        </p:txBody>
      </p:sp>
      <p:sp>
        <p:nvSpPr>
          <p:cNvPr id="26" name="Shape 24"/>
          <p:cNvSpPr/>
          <p:nvPr/>
        </p:nvSpPr>
        <p:spPr>
          <a:xfrm>
            <a:off x="6080760" y="4526280"/>
            <a:ext cx="2423160" cy="1435608"/>
          </a:xfrm>
          <a:prstGeom prst="roundRect">
            <a:avLst/>
          </a:prstGeom>
          <a:solidFill>
            <a:srgbClr val="FFFCF8"/>
          </a:solidFill>
          <a:ln w="22225">
            <a:solidFill>
              <a:srgbClr val="D9B77A"/>
            </a:solidFill>
            <a:prstDash val="solid"/>
          </a:ln>
          <a:effectLst>
            <a:outerShdw blurRad="19050" dist="7620" dir="2700000" algn="bl" rotWithShape="0">
              <a:srgbClr val="7B3C5E">
                <a:alpha val="22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27" name="Text 25"/>
          <p:cNvSpPr/>
          <p:nvPr/>
        </p:nvSpPr>
        <p:spPr>
          <a:xfrm>
            <a:off x="6960760" y="4894084"/>
            <a:ext cx="1420000" cy="6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>
                <a:solidFill>
                  <a:srgbClr val="5B2E4A"/>
                </a:solidFill>
              </a:rPr>
              <a:t>宣德</a:t>
            </a:r>
            <a:endParaRPr lang="en-US" sz="2900"/>
          </a:p>
        </p:txBody>
      </p:sp>
      <p:sp>
        <p:nvSpPr>
          <p:cNvPr id="28" name="Shape 26"/>
          <p:cNvSpPr/>
          <p:nvPr/>
        </p:nvSpPr>
        <p:spPr>
          <a:xfrm>
            <a:off x="8778240" y="4526280"/>
            <a:ext cx="2423160" cy="1435608"/>
          </a:xfrm>
          <a:prstGeom prst="roundRect">
            <a:avLst/>
          </a:prstGeom>
          <a:solidFill>
            <a:srgbClr val="FFFCF8"/>
          </a:solidFill>
          <a:ln w="22225">
            <a:solidFill>
              <a:srgbClr val="D9B77A"/>
            </a:solidFill>
            <a:prstDash val="solid"/>
          </a:ln>
          <a:effectLst>
            <a:outerShdw blurRad="19050" dist="7620" dir="2700000" algn="bl" rotWithShape="0">
              <a:srgbClr val="7B3C5E">
                <a:alpha val="22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29" name="Text 27"/>
          <p:cNvSpPr/>
          <p:nvPr/>
        </p:nvSpPr>
        <p:spPr>
          <a:xfrm>
            <a:off x="9658240" y="4894084"/>
            <a:ext cx="1420000" cy="6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>
                <a:solidFill>
                  <a:srgbClr val="5B2E4A"/>
                </a:solidFill>
              </a:rPr>
              <a:t>邦德</a:t>
            </a:r>
            <a:endParaRPr lang="en-US" sz="2900"/>
          </a:p>
        </p:txBody>
      </p:sp>
      <p:sp>
        <p:nvSpPr>
          <p:cNvPr id="30" name="Text 28"/>
          <p:cNvSpPr/>
          <p:nvPr/>
        </p:nvSpPr>
        <p:spPr>
          <a:xfrm>
            <a:off x="11338560" y="6510528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E7284"/>
                </a:solidFill>
              </a:rPr>
              <a:t>03</a:t>
            </a:r>
            <a:endParaRPr lang="en-US" sz="900" dirty="0"/>
          </a:p>
        </p:txBody>
      </p:sp>
      <p:sp>
        <p:nvSpPr>
          <p:cNvPr id="201" name="Underline 1"/>
          <p:cNvSpPr/>
          <p:nvPr/>
        </p:nvSpPr>
        <p:spPr>
          <a:xfrm>
            <a:off x="1865800" y="2200804"/>
            <a:ext cx="820000" cy="19050"/>
          </a:xfrm>
          <a:prstGeom prst="rect">
            <a:avLst/>
          </a:prstGeom>
          <a:solidFill>
            <a:srgbClr val="C79A4B"/>
          </a:solidFill>
          <a:ln/>
        </p:spPr>
        <p:txBody>
          <a:bodyPr wrap="square" rtlCol="0" anchor="ctr"/>
          <a:lstStyle/>
          <a:p>
            <a:pPr algn="ctr"/>
            <a:endParaRPr lang="en-US" sz="100"/>
          </a:p>
        </p:txBody>
      </p:sp>
      <p:pic>
        <p:nvPicPr>
          <p:cNvPr id="301" name="Honor Badg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5800" y="1510804"/>
            <a:ext cx="700000" cy="700000"/>
          </a:xfrm>
          <a:prstGeom prst="rect">
            <a:avLst/>
          </a:prstGeom>
        </p:spPr>
      </p:pic>
      <p:sp>
        <p:nvSpPr>
          <p:cNvPr id="202" name="Underline 2"/>
          <p:cNvSpPr/>
          <p:nvPr/>
        </p:nvSpPr>
        <p:spPr>
          <a:xfrm>
            <a:off x="4563280" y="2200804"/>
            <a:ext cx="820000" cy="19050"/>
          </a:xfrm>
          <a:prstGeom prst="rect">
            <a:avLst/>
          </a:prstGeom>
          <a:solidFill>
            <a:srgbClr val="C79A4B"/>
          </a:solidFill>
          <a:ln/>
        </p:spPr>
        <p:txBody>
          <a:bodyPr wrap="square" rtlCol="0" anchor="ctr"/>
          <a:lstStyle/>
          <a:p>
            <a:pPr algn="ctr"/>
            <a:endParaRPr lang="en-US" sz="100"/>
          </a:p>
        </p:txBody>
      </p:sp>
      <p:pic>
        <p:nvPicPr>
          <p:cNvPr id="302" name="Honor Badg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83280" y="1510804"/>
            <a:ext cx="700000" cy="700000"/>
          </a:xfrm>
          <a:prstGeom prst="rect">
            <a:avLst/>
          </a:prstGeom>
        </p:spPr>
      </p:pic>
      <p:sp>
        <p:nvSpPr>
          <p:cNvPr id="203" name="Underline 3"/>
          <p:cNvSpPr/>
          <p:nvPr/>
        </p:nvSpPr>
        <p:spPr>
          <a:xfrm>
            <a:off x="7260760" y="2200804"/>
            <a:ext cx="820000" cy="19050"/>
          </a:xfrm>
          <a:prstGeom prst="rect">
            <a:avLst/>
          </a:prstGeom>
          <a:solidFill>
            <a:srgbClr val="C79A4B"/>
          </a:solidFill>
          <a:ln/>
        </p:spPr>
        <p:txBody>
          <a:bodyPr wrap="square" rtlCol="0" anchor="ctr"/>
          <a:lstStyle/>
          <a:p>
            <a:pPr algn="ctr"/>
            <a:endParaRPr lang="en-US" sz="100"/>
          </a:p>
        </p:txBody>
      </p:sp>
      <p:pic>
        <p:nvPicPr>
          <p:cNvPr id="303" name="Honor Badg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80760" y="1510804"/>
            <a:ext cx="700000" cy="700000"/>
          </a:xfrm>
          <a:prstGeom prst="rect">
            <a:avLst/>
          </a:prstGeom>
        </p:spPr>
      </p:pic>
      <p:sp>
        <p:nvSpPr>
          <p:cNvPr id="204" name="Underline 4"/>
          <p:cNvSpPr/>
          <p:nvPr/>
        </p:nvSpPr>
        <p:spPr>
          <a:xfrm>
            <a:off x="9958240" y="2200804"/>
            <a:ext cx="820000" cy="19050"/>
          </a:xfrm>
          <a:prstGeom prst="rect">
            <a:avLst/>
          </a:prstGeom>
          <a:solidFill>
            <a:srgbClr val="C79A4B"/>
          </a:solidFill>
          <a:ln/>
        </p:spPr>
        <p:txBody>
          <a:bodyPr wrap="square" rtlCol="0" anchor="ctr"/>
          <a:lstStyle/>
          <a:p>
            <a:pPr algn="ctr"/>
            <a:endParaRPr lang="en-US" sz="100"/>
          </a:p>
        </p:txBody>
      </p:sp>
      <p:pic>
        <p:nvPicPr>
          <p:cNvPr id="304" name="Honor Badg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78240" y="1510804"/>
            <a:ext cx="700000" cy="700000"/>
          </a:xfrm>
          <a:prstGeom prst="rect">
            <a:avLst/>
          </a:prstGeom>
        </p:spPr>
      </p:pic>
      <p:sp>
        <p:nvSpPr>
          <p:cNvPr id="205" name="Underline 5"/>
          <p:cNvSpPr/>
          <p:nvPr/>
        </p:nvSpPr>
        <p:spPr>
          <a:xfrm>
            <a:off x="1865800" y="3892444"/>
            <a:ext cx="820000" cy="19050"/>
          </a:xfrm>
          <a:prstGeom prst="rect">
            <a:avLst/>
          </a:prstGeom>
          <a:solidFill>
            <a:srgbClr val="C79A4B"/>
          </a:solidFill>
          <a:ln/>
        </p:spPr>
        <p:txBody>
          <a:bodyPr wrap="square" rtlCol="0" anchor="ctr"/>
          <a:lstStyle/>
          <a:p>
            <a:pPr algn="ctr"/>
            <a:endParaRPr lang="en-US" sz="100"/>
          </a:p>
        </p:txBody>
      </p:sp>
      <p:pic>
        <p:nvPicPr>
          <p:cNvPr id="305" name="Honor Badg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5800" y="3202444"/>
            <a:ext cx="700000" cy="700000"/>
          </a:xfrm>
          <a:prstGeom prst="rect">
            <a:avLst/>
          </a:prstGeom>
        </p:spPr>
      </p:pic>
      <p:sp>
        <p:nvSpPr>
          <p:cNvPr id="206" name="Underline 6"/>
          <p:cNvSpPr/>
          <p:nvPr/>
        </p:nvSpPr>
        <p:spPr>
          <a:xfrm>
            <a:off x="4563280" y="3892444"/>
            <a:ext cx="820000" cy="19050"/>
          </a:xfrm>
          <a:prstGeom prst="rect">
            <a:avLst/>
          </a:prstGeom>
          <a:solidFill>
            <a:srgbClr val="C79A4B"/>
          </a:solidFill>
          <a:ln/>
        </p:spPr>
        <p:txBody>
          <a:bodyPr wrap="square" rtlCol="0" anchor="ctr"/>
          <a:lstStyle/>
          <a:p>
            <a:pPr algn="ctr"/>
            <a:endParaRPr lang="en-US" sz="100"/>
          </a:p>
        </p:txBody>
      </p:sp>
      <p:pic>
        <p:nvPicPr>
          <p:cNvPr id="306" name="Honor Badg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83280" y="3202444"/>
            <a:ext cx="700000" cy="700000"/>
          </a:xfrm>
          <a:prstGeom prst="rect">
            <a:avLst/>
          </a:prstGeom>
        </p:spPr>
      </p:pic>
      <p:sp>
        <p:nvSpPr>
          <p:cNvPr id="207" name="Underline 7"/>
          <p:cNvSpPr/>
          <p:nvPr/>
        </p:nvSpPr>
        <p:spPr>
          <a:xfrm>
            <a:off x="7260760" y="3892444"/>
            <a:ext cx="820000" cy="19050"/>
          </a:xfrm>
          <a:prstGeom prst="rect">
            <a:avLst/>
          </a:prstGeom>
          <a:solidFill>
            <a:srgbClr val="C79A4B"/>
          </a:solidFill>
          <a:ln/>
        </p:spPr>
        <p:txBody>
          <a:bodyPr wrap="square" rtlCol="0" anchor="ctr"/>
          <a:lstStyle/>
          <a:p>
            <a:pPr algn="ctr"/>
            <a:endParaRPr lang="en-US" sz="100"/>
          </a:p>
        </p:txBody>
      </p:sp>
      <p:pic>
        <p:nvPicPr>
          <p:cNvPr id="307" name="Honor Badg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80760" y="3202444"/>
            <a:ext cx="700000" cy="700000"/>
          </a:xfrm>
          <a:prstGeom prst="rect">
            <a:avLst/>
          </a:prstGeom>
        </p:spPr>
      </p:pic>
      <p:sp>
        <p:nvSpPr>
          <p:cNvPr id="208" name="Underline 8"/>
          <p:cNvSpPr/>
          <p:nvPr/>
        </p:nvSpPr>
        <p:spPr>
          <a:xfrm>
            <a:off x="9958240" y="3892444"/>
            <a:ext cx="820000" cy="19050"/>
          </a:xfrm>
          <a:prstGeom prst="rect">
            <a:avLst/>
          </a:prstGeom>
          <a:solidFill>
            <a:srgbClr val="C79A4B"/>
          </a:solidFill>
          <a:ln/>
        </p:spPr>
        <p:txBody>
          <a:bodyPr wrap="square" rtlCol="0" anchor="ctr"/>
          <a:lstStyle/>
          <a:p>
            <a:pPr algn="ctr"/>
            <a:endParaRPr lang="en-US" sz="100"/>
          </a:p>
        </p:txBody>
      </p:sp>
      <p:pic>
        <p:nvPicPr>
          <p:cNvPr id="308" name="Honor Badg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78240" y="3202444"/>
            <a:ext cx="700000" cy="700000"/>
          </a:xfrm>
          <a:prstGeom prst="rect">
            <a:avLst/>
          </a:prstGeom>
        </p:spPr>
      </p:pic>
      <p:sp>
        <p:nvSpPr>
          <p:cNvPr id="209" name="Underline 9"/>
          <p:cNvSpPr/>
          <p:nvPr/>
        </p:nvSpPr>
        <p:spPr>
          <a:xfrm>
            <a:off x="1865800" y="5584084"/>
            <a:ext cx="820000" cy="19050"/>
          </a:xfrm>
          <a:prstGeom prst="rect">
            <a:avLst/>
          </a:prstGeom>
          <a:solidFill>
            <a:srgbClr val="C79A4B"/>
          </a:solidFill>
          <a:ln/>
        </p:spPr>
        <p:txBody>
          <a:bodyPr wrap="square" rtlCol="0" anchor="ctr"/>
          <a:lstStyle/>
          <a:p>
            <a:pPr algn="ctr"/>
            <a:endParaRPr lang="en-US" sz="100"/>
          </a:p>
        </p:txBody>
      </p:sp>
      <p:pic>
        <p:nvPicPr>
          <p:cNvPr id="309" name="Honor Badg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5800" y="4894084"/>
            <a:ext cx="700000" cy="700000"/>
          </a:xfrm>
          <a:prstGeom prst="rect">
            <a:avLst/>
          </a:prstGeom>
        </p:spPr>
      </p:pic>
      <p:sp>
        <p:nvSpPr>
          <p:cNvPr id="210" name="Underline 10"/>
          <p:cNvSpPr/>
          <p:nvPr/>
        </p:nvSpPr>
        <p:spPr>
          <a:xfrm>
            <a:off x="4563280" y="5584084"/>
            <a:ext cx="820000" cy="19050"/>
          </a:xfrm>
          <a:prstGeom prst="rect">
            <a:avLst/>
          </a:prstGeom>
          <a:solidFill>
            <a:srgbClr val="C79A4B"/>
          </a:solidFill>
          <a:ln/>
        </p:spPr>
        <p:txBody>
          <a:bodyPr wrap="square" rtlCol="0" anchor="ctr"/>
          <a:lstStyle/>
          <a:p>
            <a:pPr algn="ctr"/>
            <a:endParaRPr lang="en-US" sz="100"/>
          </a:p>
        </p:txBody>
      </p:sp>
      <p:pic>
        <p:nvPicPr>
          <p:cNvPr id="310" name="Honor Badge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83280" y="4894084"/>
            <a:ext cx="700000" cy="700000"/>
          </a:xfrm>
          <a:prstGeom prst="rect">
            <a:avLst/>
          </a:prstGeom>
        </p:spPr>
      </p:pic>
      <p:sp>
        <p:nvSpPr>
          <p:cNvPr id="211" name="Underline 11"/>
          <p:cNvSpPr/>
          <p:nvPr/>
        </p:nvSpPr>
        <p:spPr>
          <a:xfrm>
            <a:off x="7260760" y="5584084"/>
            <a:ext cx="820000" cy="19050"/>
          </a:xfrm>
          <a:prstGeom prst="rect">
            <a:avLst/>
          </a:prstGeom>
          <a:solidFill>
            <a:srgbClr val="C79A4B"/>
          </a:solidFill>
          <a:ln/>
        </p:spPr>
        <p:txBody>
          <a:bodyPr wrap="square" rtlCol="0" anchor="ctr"/>
          <a:lstStyle/>
          <a:p>
            <a:pPr algn="ctr"/>
            <a:endParaRPr lang="en-US" sz="100"/>
          </a:p>
        </p:txBody>
      </p:sp>
      <p:pic>
        <p:nvPicPr>
          <p:cNvPr id="311" name="Honor Badge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80760" y="4894084"/>
            <a:ext cx="700000" cy="700000"/>
          </a:xfrm>
          <a:prstGeom prst="rect">
            <a:avLst/>
          </a:prstGeom>
        </p:spPr>
      </p:pic>
      <p:sp>
        <p:nvSpPr>
          <p:cNvPr id="212" name="Underline 12"/>
          <p:cNvSpPr/>
          <p:nvPr/>
        </p:nvSpPr>
        <p:spPr>
          <a:xfrm>
            <a:off x="9958240" y="5584084"/>
            <a:ext cx="820000" cy="19050"/>
          </a:xfrm>
          <a:prstGeom prst="rect">
            <a:avLst/>
          </a:prstGeom>
          <a:solidFill>
            <a:srgbClr val="C79A4B"/>
          </a:solidFill>
          <a:ln/>
        </p:spPr>
        <p:txBody>
          <a:bodyPr wrap="square" rtlCol="0" anchor="ctr"/>
          <a:lstStyle/>
          <a:p>
            <a:pPr algn="ctr"/>
            <a:endParaRPr lang="en-US" sz="100"/>
          </a:p>
        </p:txBody>
      </p:sp>
      <p:pic>
        <p:nvPicPr>
          <p:cNvPr id="312" name="Honor Badge 1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78240" y="4894084"/>
            <a:ext cx="700000" cy="700000"/>
          </a:xfrm>
          <a:prstGeom prst="rect">
            <a:avLst/>
          </a:prstGeom>
        </p:spPr>
      </p:pic>
      <p:sp>
        <p:nvSpPr>
          <p:cNvPr id="33" name="Eyebrow">
            <a:extLst>
              <a:ext uri="{FF2B5EF4-FFF2-40B4-BE49-F238E27FC236}">
                <a16:creationId xmlns:a16="http://schemas.microsoft.com/office/drawing/2014/main" id="{EDCE83C2-540C-6434-9128-321E2319E497}"/>
              </a:ext>
            </a:extLst>
          </p:cNvPr>
          <p:cNvSpPr/>
          <p:nvPr/>
        </p:nvSpPr>
        <p:spPr>
          <a:xfrm>
            <a:off x="7315200" y="228600"/>
            <a:ext cx="4343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zh-TW" altLang="en-US" sz="1600" spc="200">
                <a:solidFill>
                  <a:srgbClr val="F7E8D2"/>
                </a:solidFill>
                <a:latin typeface="Noto Sans CJK TC"/>
                <a:ea typeface="Noto Sans CJK TC"/>
              </a:rPr>
              <a:t>2026年 · 巴生道務中心</a:t>
            </a:r>
            <a:endParaRPr lang="en-US" sz="16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9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pic>
        <p:nvPicPr>
          <p:cNvPr id="19" name="Lotus Watermark"/>
          <p:cNvPicPr>
            <a:picLocks noChangeAspect="1"/>
          </p:cNvPicPr>
          <p:nvPr/>
        </p:nvPicPr>
        <p:blipFill>
          <a:blip r:embed="rId3">
            <a:alphaModFix amt="14000"/>
          </a:blip>
          <a:srcRect t="7771" b="777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7B3C5E"/>
          </a:solidFill>
          <a:ln w="12700">
            <a:solidFill>
              <a:srgbClr val="7B3C5E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" name="Shape 1"/>
          <p:cNvSpPr/>
          <p:nvPr/>
        </p:nvSpPr>
        <p:spPr>
          <a:xfrm>
            <a:off x="0" y="777240"/>
            <a:ext cx="12191695" cy="73152"/>
          </a:xfrm>
          <a:prstGeom prst="rect">
            <a:avLst/>
          </a:prstGeom>
          <a:solidFill>
            <a:srgbClr val="D8B06A"/>
          </a:solidFill>
          <a:ln w="12700">
            <a:solidFill>
              <a:srgbClr val="D8B06A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4" name="Text 2"/>
          <p:cNvSpPr/>
          <p:nvPr/>
        </p:nvSpPr>
        <p:spPr>
          <a:xfrm>
            <a:off x="502920" y="164592"/>
            <a:ext cx="8732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 err="1">
                <a:solidFill>
                  <a:srgbClr val="FFFFFF"/>
                </a:solidFill>
              </a:rPr>
              <a:t>南三組</a:t>
            </a:r>
            <a:r>
              <a:rPr lang="en-US" sz="2500" b="1" dirty="0">
                <a:solidFill>
                  <a:srgbClr val="FFFFFF"/>
                </a:solidFill>
              </a:rPr>
              <a:t>｜</a:t>
            </a:r>
            <a:r>
              <a:rPr lang="ja-JP" altLang="en-US" sz="2500" b="1" dirty="0">
                <a:solidFill>
                  <a:srgbClr val="FFFFFF"/>
                </a:solidFill>
                <a:ea typeface="+mn-lt"/>
                <a:cs typeface="+mn-lt"/>
              </a:rPr>
              <a:t>壇達標</a:t>
            </a:r>
            <a:endParaRPr lang="en-US" sz="2547" dirty="0"/>
          </a:p>
        </p:txBody>
      </p:sp>
      <p:sp>
        <p:nvSpPr>
          <p:cNvPr id="6" name="Shape 4"/>
          <p:cNvSpPr/>
          <p:nvPr/>
        </p:nvSpPr>
        <p:spPr>
          <a:xfrm>
            <a:off x="685800" y="1143000"/>
            <a:ext cx="5120640" cy="1435608"/>
          </a:xfrm>
          <a:prstGeom prst="roundRect">
            <a:avLst/>
          </a:prstGeom>
          <a:solidFill>
            <a:srgbClr val="FFFCF8"/>
          </a:solidFill>
          <a:ln w="22225">
            <a:solidFill>
              <a:srgbClr val="D9B77A"/>
            </a:solidFill>
            <a:prstDash val="solid"/>
          </a:ln>
          <a:effectLst>
            <a:outerShdw blurRad="19050" dist="7620" dir="2700000" algn="bl" rotWithShape="0">
              <a:srgbClr val="7B3C5E">
                <a:alpha val="22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7" name="Text 5"/>
          <p:cNvSpPr/>
          <p:nvPr/>
        </p:nvSpPr>
        <p:spPr>
          <a:xfrm>
            <a:off x="2245800" y="1440804"/>
            <a:ext cx="3300000" cy="7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>
                <a:solidFill>
                  <a:srgbClr val="5B2E4A"/>
                </a:solidFill>
              </a:rPr>
              <a:t>林德</a:t>
            </a:r>
            <a:endParaRPr lang="en-US" sz="2900"/>
          </a:p>
        </p:txBody>
      </p:sp>
      <p:sp>
        <p:nvSpPr>
          <p:cNvPr id="8" name="Shape 6"/>
          <p:cNvSpPr/>
          <p:nvPr/>
        </p:nvSpPr>
        <p:spPr>
          <a:xfrm>
            <a:off x="6080760" y="1143000"/>
            <a:ext cx="5120640" cy="1435608"/>
          </a:xfrm>
          <a:prstGeom prst="roundRect">
            <a:avLst/>
          </a:prstGeom>
          <a:solidFill>
            <a:srgbClr val="FFFCF8"/>
          </a:solidFill>
          <a:ln w="22225">
            <a:solidFill>
              <a:srgbClr val="D9B77A"/>
            </a:solidFill>
            <a:prstDash val="solid"/>
          </a:ln>
          <a:effectLst>
            <a:outerShdw blurRad="19050" dist="7620" dir="2700000" algn="bl" rotWithShape="0">
              <a:srgbClr val="7B3C5E">
                <a:alpha val="22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9" name="Text 7"/>
          <p:cNvSpPr/>
          <p:nvPr/>
        </p:nvSpPr>
        <p:spPr>
          <a:xfrm>
            <a:off x="7640760" y="1440804"/>
            <a:ext cx="3300000" cy="7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>
                <a:solidFill>
                  <a:srgbClr val="5B2E4A"/>
                </a:solidFill>
              </a:rPr>
              <a:t>至德</a:t>
            </a:r>
            <a:endParaRPr lang="en-US" sz="2900"/>
          </a:p>
        </p:txBody>
      </p:sp>
      <p:sp>
        <p:nvSpPr>
          <p:cNvPr id="10" name="Shape 8"/>
          <p:cNvSpPr/>
          <p:nvPr/>
        </p:nvSpPr>
        <p:spPr>
          <a:xfrm>
            <a:off x="685800" y="2834640"/>
            <a:ext cx="5120640" cy="1435608"/>
          </a:xfrm>
          <a:prstGeom prst="roundRect">
            <a:avLst/>
          </a:prstGeom>
          <a:solidFill>
            <a:srgbClr val="FFFCF8"/>
          </a:solidFill>
          <a:ln w="22225">
            <a:solidFill>
              <a:srgbClr val="D9B77A"/>
            </a:solidFill>
            <a:prstDash val="solid"/>
          </a:ln>
          <a:effectLst>
            <a:outerShdw blurRad="19050" dist="7620" dir="2700000" algn="bl" rotWithShape="0">
              <a:srgbClr val="7B3C5E">
                <a:alpha val="22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11" name="Text 9"/>
          <p:cNvSpPr/>
          <p:nvPr/>
        </p:nvSpPr>
        <p:spPr>
          <a:xfrm>
            <a:off x="2245800" y="3132444"/>
            <a:ext cx="3300000" cy="7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>
                <a:solidFill>
                  <a:srgbClr val="5B2E4A"/>
                </a:solidFill>
              </a:rPr>
              <a:t>福德</a:t>
            </a:r>
            <a:endParaRPr lang="en-US" sz="2900"/>
          </a:p>
        </p:txBody>
      </p:sp>
      <p:sp>
        <p:nvSpPr>
          <p:cNvPr id="12" name="Shape 10"/>
          <p:cNvSpPr/>
          <p:nvPr/>
        </p:nvSpPr>
        <p:spPr>
          <a:xfrm>
            <a:off x="6080760" y="2834640"/>
            <a:ext cx="5120640" cy="1435608"/>
          </a:xfrm>
          <a:prstGeom prst="roundRect">
            <a:avLst/>
          </a:prstGeom>
          <a:solidFill>
            <a:srgbClr val="FFFCF8"/>
          </a:solidFill>
          <a:ln w="22225">
            <a:solidFill>
              <a:srgbClr val="D9B77A"/>
            </a:solidFill>
            <a:prstDash val="solid"/>
          </a:ln>
          <a:effectLst>
            <a:outerShdw blurRad="19050" dist="7620" dir="2700000" algn="bl" rotWithShape="0">
              <a:srgbClr val="7B3C5E">
                <a:alpha val="22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13" name="Text 11"/>
          <p:cNvSpPr/>
          <p:nvPr/>
        </p:nvSpPr>
        <p:spPr>
          <a:xfrm>
            <a:off x="7640760" y="3132444"/>
            <a:ext cx="3300000" cy="7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>
                <a:solidFill>
                  <a:srgbClr val="5B2E4A"/>
                </a:solidFill>
              </a:rPr>
              <a:t>華德</a:t>
            </a:r>
            <a:endParaRPr lang="en-US" sz="2900"/>
          </a:p>
        </p:txBody>
      </p:sp>
      <p:sp>
        <p:nvSpPr>
          <p:cNvPr id="14" name="Shape 12"/>
          <p:cNvSpPr/>
          <p:nvPr/>
        </p:nvSpPr>
        <p:spPr>
          <a:xfrm>
            <a:off x="685800" y="4526280"/>
            <a:ext cx="5120640" cy="1435608"/>
          </a:xfrm>
          <a:prstGeom prst="roundRect">
            <a:avLst/>
          </a:prstGeom>
          <a:solidFill>
            <a:srgbClr val="FFFCF8"/>
          </a:solidFill>
          <a:ln w="22225">
            <a:solidFill>
              <a:srgbClr val="D9B77A"/>
            </a:solidFill>
            <a:prstDash val="solid"/>
          </a:ln>
          <a:effectLst>
            <a:outerShdw blurRad="19050" dist="7620" dir="2700000" algn="bl" rotWithShape="0">
              <a:srgbClr val="7B3C5E">
                <a:alpha val="22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15" name="Text 13"/>
          <p:cNvSpPr/>
          <p:nvPr/>
        </p:nvSpPr>
        <p:spPr>
          <a:xfrm>
            <a:off x="2245800" y="4824084"/>
            <a:ext cx="3300000" cy="7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>
                <a:solidFill>
                  <a:srgbClr val="5B2E4A"/>
                </a:solidFill>
              </a:rPr>
              <a:t>敬德</a:t>
            </a:r>
            <a:endParaRPr lang="en-US" sz="2900"/>
          </a:p>
        </p:txBody>
      </p:sp>
      <p:sp>
        <p:nvSpPr>
          <p:cNvPr id="16" name="Shape 14"/>
          <p:cNvSpPr/>
          <p:nvPr/>
        </p:nvSpPr>
        <p:spPr>
          <a:xfrm>
            <a:off x="6080760" y="4526280"/>
            <a:ext cx="5120640" cy="1435608"/>
          </a:xfrm>
          <a:prstGeom prst="roundRect">
            <a:avLst/>
          </a:prstGeom>
          <a:solidFill>
            <a:srgbClr val="FFFCF8"/>
          </a:solidFill>
          <a:ln w="22225">
            <a:solidFill>
              <a:srgbClr val="D9B77A"/>
            </a:solidFill>
            <a:prstDash val="solid"/>
          </a:ln>
          <a:effectLst>
            <a:outerShdw blurRad="19050" dist="7620" dir="2700000" algn="bl" rotWithShape="0">
              <a:srgbClr val="7B3C5E">
                <a:alpha val="22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17" name="Text 15"/>
          <p:cNvSpPr/>
          <p:nvPr/>
        </p:nvSpPr>
        <p:spPr>
          <a:xfrm>
            <a:off x="7640760" y="4824084"/>
            <a:ext cx="3300000" cy="7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>
                <a:solidFill>
                  <a:srgbClr val="5B2E4A"/>
                </a:solidFill>
              </a:rPr>
              <a:t>傳德</a:t>
            </a:r>
            <a:endParaRPr lang="en-US" sz="2900"/>
          </a:p>
        </p:txBody>
      </p:sp>
      <p:sp>
        <p:nvSpPr>
          <p:cNvPr id="18" name="Text 16"/>
          <p:cNvSpPr/>
          <p:nvPr/>
        </p:nvSpPr>
        <p:spPr>
          <a:xfrm>
            <a:off x="11338560" y="6510528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E7284"/>
                </a:solidFill>
              </a:rPr>
              <a:t>04</a:t>
            </a:r>
            <a:endParaRPr lang="en-US" sz="900" dirty="0"/>
          </a:p>
        </p:txBody>
      </p:sp>
      <p:sp>
        <p:nvSpPr>
          <p:cNvPr id="201" name="Underline 1"/>
          <p:cNvSpPr/>
          <p:nvPr/>
        </p:nvSpPr>
        <p:spPr>
          <a:xfrm>
            <a:off x="3145800" y="2270804"/>
            <a:ext cx="1500000" cy="19050"/>
          </a:xfrm>
          <a:prstGeom prst="rect">
            <a:avLst/>
          </a:prstGeom>
          <a:solidFill>
            <a:srgbClr val="C79A4B"/>
          </a:solidFill>
          <a:ln/>
        </p:spPr>
        <p:txBody>
          <a:bodyPr wrap="square" rtlCol="0" anchor="ctr"/>
          <a:lstStyle/>
          <a:p>
            <a:pPr algn="ctr"/>
            <a:endParaRPr lang="en-US" sz="100"/>
          </a:p>
        </p:txBody>
      </p:sp>
      <p:pic>
        <p:nvPicPr>
          <p:cNvPr id="301" name="Honor Badg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5800" y="1335804"/>
            <a:ext cx="1050000" cy="1050000"/>
          </a:xfrm>
          <a:prstGeom prst="rect">
            <a:avLst/>
          </a:prstGeom>
        </p:spPr>
      </p:pic>
      <p:sp>
        <p:nvSpPr>
          <p:cNvPr id="202" name="Underline 2"/>
          <p:cNvSpPr/>
          <p:nvPr/>
        </p:nvSpPr>
        <p:spPr>
          <a:xfrm>
            <a:off x="8540760" y="2270804"/>
            <a:ext cx="1500000" cy="19050"/>
          </a:xfrm>
          <a:prstGeom prst="rect">
            <a:avLst/>
          </a:prstGeom>
          <a:solidFill>
            <a:srgbClr val="C79A4B"/>
          </a:solidFill>
          <a:ln/>
        </p:spPr>
        <p:txBody>
          <a:bodyPr wrap="square" rtlCol="0" anchor="ctr"/>
          <a:lstStyle/>
          <a:p>
            <a:pPr algn="ctr"/>
            <a:endParaRPr lang="en-US" sz="100"/>
          </a:p>
        </p:txBody>
      </p:sp>
      <p:pic>
        <p:nvPicPr>
          <p:cNvPr id="302" name="Honor Badg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80760" y="1335804"/>
            <a:ext cx="1050000" cy="1050000"/>
          </a:xfrm>
          <a:prstGeom prst="rect">
            <a:avLst/>
          </a:prstGeom>
        </p:spPr>
      </p:pic>
      <p:sp>
        <p:nvSpPr>
          <p:cNvPr id="203" name="Underline 3"/>
          <p:cNvSpPr/>
          <p:nvPr/>
        </p:nvSpPr>
        <p:spPr>
          <a:xfrm>
            <a:off x="3145800" y="3962444"/>
            <a:ext cx="1500000" cy="19050"/>
          </a:xfrm>
          <a:prstGeom prst="rect">
            <a:avLst/>
          </a:prstGeom>
          <a:solidFill>
            <a:srgbClr val="C79A4B"/>
          </a:solidFill>
          <a:ln/>
        </p:spPr>
        <p:txBody>
          <a:bodyPr wrap="square" rtlCol="0" anchor="ctr"/>
          <a:lstStyle/>
          <a:p>
            <a:pPr algn="ctr"/>
            <a:endParaRPr lang="en-US" sz="100"/>
          </a:p>
        </p:txBody>
      </p:sp>
      <p:pic>
        <p:nvPicPr>
          <p:cNvPr id="303" name="Honor Badg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5800" y="3027444"/>
            <a:ext cx="1050000" cy="1050000"/>
          </a:xfrm>
          <a:prstGeom prst="rect">
            <a:avLst/>
          </a:prstGeom>
        </p:spPr>
      </p:pic>
      <p:sp>
        <p:nvSpPr>
          <p:cNvPr id="204" name="Underline 4"/>
          <p:cNvSpPr/>
          <p:nvPr/>
        </p:nvSpPr>
        <p:spPr>
          <a:xfrm>
            <a:off x="8540760" y="3962444"/>
            <a:ext cx="1500000" cy="19050"/>
          </a:xfrm>
          <a:prstGeom prst="rect">
            <a:avLst/>
          </a:prstGeom>
          <a:solidFill>
            <a:srgbClr val="C79A4B"/>
          </a:solidFill>
          <a:ln/>
        </p:spPr>
        <p:txBody>
          <a:bodyPr wrap="square" rtlCol="0" anchor="ctr"/>
          <a:lstStyle/>
          <a:p>
            <a:pPr algn="ctr"/>
            <a:endParaRPr lang="en-US" sz="100"/>
          </a:p>
        </p:txBody>
      </p:sp>
      <p:pic>
        <p:nvPicPr>
          <p:cNvPr id="304" name="Honor Badg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80760" y="3027444"/>
            <a:ext cx="1050000" cy="1050000"/>
          </a:xfrm>
          <a:prstGeom prst="rect">
            <a:avLst/>
          </a:prstGeom>
        </p:spPr>
      </p:pic>
      <p:sp>
        <p:nvSpPr>
          <p:cNvPr id="205" name="Underline 5"/>
          <p:cNvSpPr/>
          <p:nvPr/>
        </p:nvSpPr>
        <p:spPr>
          <a:xfrm>
            <a:off x="3145800" y="5654084"/>
            <a:ext cx="1500000" cy="19050"/>
          </a:xfrm>
          <a:prstGeom prst="rect">
            <a:avLst/>
          </a:prstGeom>
          <a:solidFill>
            <a:srgbClr val="C79A4B"/>
          </a:solidFill>
          <a:ln/>
        </p:spPr>
        <p:txBody>
          <a:bodyPr wrap="square" rtlCol="0" anchor="ctr"/>
          <a:lstStyle/>
          <a:p>
            <a:pPr algn="ctr"/>
            <a:endParaRPr lang="en-US" sz="100"/>
          </a:p>
        </p:txBody>
      </p:sp>
      <p:pic>
        <p:nvPicPr>
          <p:cNvPr id="305" name="Honor Badg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5800" y="4719084"/>
            <a:ext cx="1050000" cy="1050000"/>
          </a:xfrm>
          <a:prstGeom prst="rect">
            <a:avLst/>
          </a:prstGeom>
        </p:spPr>
      </p:pic>
      <p:sp>
        <p:nvSpPr>
          <p:cNvPr id="206" name="Underline 6"/>
          <p:cNvSpPr/>
          <p:nvPr/>
        </p:nvSpPr>
        <p:spPr>
          <a:xfrm>
            <a:off x="8540760" y="5654084"/>
            <a:ext cx="1500000" cy="19050"/>
          </a:xfrm>
          <a:prstGeom prst="rect">
            <a:avLst/>
          </a:prstGeom>
          <a:solidFill>
            <a:srgbClr val="C79A4B"/>
          </a:solidFill>
          <a:ln/>
        </p:spPr>
        <p:txBody>
          <a:bodyPr wrap="square" rtlCol="0" anchor="ctr"/>
          <a:lstStyle/>
          <a:p>
            <a:pPr algn="ctr"/>
            <a:endParaRPr lang="en-US" sz="100"/>
          </a:p>
        </p:txBody>
      </p:sp>
      <p:pic>
        <p:nvPicPr>
          <p:cNvPr id="306" name="Honor Badg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80760" y="4719084"/>
            <a:ext cx="1050000" cy="1050000"/>
          </a:xfrm>
          <a:prstGeom prst="rect">
            <a:avLst/>
          </a:prstGeom>
        </p:spPr>
      </p:pic>
      <p:sp>
        <p:nvSpPr>
          <p:cNvPr id="21" name="Eyebrow">
            <a:extLst>
              <a:ext uri="{FF2B5EF4-FFF2-40B4-BE49-F238E27FC236}">
                <a16:creationId xmlns:a16="http://schemas.microsoft.com/office/drawing/2014/main" id="{386B265E-2346-05F6-BE1E-94D171443BC6}"/>
              </a:ext>
            </a:extLst>
          </p:cNvPr>
          <p:cNvSpPr/>
          <p:nvPr/>
        </p:nvSpPr>
        <p:spPr>
          <a:xfrm>
            <a:off x="7315200" y="228600"/>
            <a:ext cx="4343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zh-TW" altLang="en-US" sz="1600" spc="200">
                <a:solidFill>
                  <a:srgbClr val="F7E8D2"/>
                </a:solidFill>
                <a:latin typeface="Noto Sans CJK TC"/>
                <a:ea typeface="Noto Sans CJK TC"/>
              </a:rPr>
              <a:t>2026年 · 巴生道務中心</a:t>
            </a:r>
            <a:endParaRPr lang="en-US" sz="16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C4831E-34DE-6809-F340-17951162EABD}"/>
            </a:ext>
          </a:extLst>
        </p:cNvPr>
        <p:cNvGrpSpPr/>
        <p:nvPr/>
      </p:nvGrpSpPr>
      <p:grpSpPr>
        <a:xfrm>
          <a:off x="0" y="0"/>
          <a:ext cx="1" cy="1"/>
          <a:chOff x="0" y="0"/>
          <a:chExt cx="1" cy="1"/>
        </a:xfrm>
      </p:grpSpPr>
      <p:pic>
        <p:nvPicPr>
          <p:cNvPr id="2" name="Image 0" descr="/mnt/data/b720e5a18e.jpeg">
            <a:extLst>
              <a:ext uri="{FF2B5EF4-FFF2-40B4-BE49-F238E27FC236}">
                <a16:creationId xmlns:a16="http://schemas.microsoft.com/office/drawing/2014/main" id="{1868E02E-4543-D879-28B8-A181E4119D2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7811" b="781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>
            <a:extLst>
              <a:ext uri="{FF2B5EF4-FFF2-40B4-BE49-F238E27FC236}">
                <a16:creationId xmlns:a16="http://schemas.microsoft.com/office/drawing/2014/main" id="{50AB7355-7259-5247-6339-C666DFFE035A}"/>
              </a:ext>
            </a:extLst>
          </p:cNvPr>
          <p:cNvSpPr/>
          <p:nvPr/>
        </p:nvSpPr>
        <p:spPr>
          <a:xfrm>
            <a:off x="1828800" y="2209800"/>
            <a:ext cx="8549640" cy="2286000"/>
          </a:xfrm>
          <a:prstGeom prst="roundRect">
            <a:avLst/>
          </a:prstGeom>
          <a:solidFill>
            <a:srgbClr val="FFFFFF">
              <a:alpha val="91000"/>
            </a:srgbClr>
          </a:solidFill>
          <a:ln w="25400">
            <a:solidFill>
              <a:srgbClr val="C79A4B"/>
            </a:solidFill>
            <a:prstDash val="solid"/>
          </a:ln>
          <a:effectLst>
            <a:outerShdw blurRad="38100" dist="1905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31" name="Rule Left">
            <a:extLst>
              <a:ext uri="{FF2B5EF4-FFF2-40B4-BE49-F238E27FC236}">
                <a16:creationId xmlns:a16="http://schemas.microsoft.com/office/drawing/2014/main" id="{66578407-B5F1-72AE-58C1-95FB8A39B1DA}"/>
              </a:ext>
            </a:extLst>
          </p:cNvPr>
          <p:cNvSpPr/>
          <p:nvPr/>
        </p:nvSpPr>
        <p:spPr>
          <a:xfrm>
            <a:off x="4114800" y="2712720"/>
            <a:ext cx="1371600" cy="12700"/>
          </a:xfrm>
          <a:prstGeom prst="rect">
            <a:avLst/>
          </a:prstGeom>
          <a:solidFill>
            <a:srgbClr val="C79A4B"/>
          </a:solidFill>
          <a:ln/>
        </p:spPr>
        <p:txBody>
          <a:bodyPr wrap="square" rtlCol="0" anchor="ctr"/>
          <a:lstStyle/>
          <a:p>
            <a:pPr algn="ctr"/>
            <a:endParaRPr lang="en-US" sz="100"/>
          </a:p>
        </p:txBody>
      </p:sp>
      <p:sp>
        <p:nvSpPr>
          <p:cNvPr id="32" name="Ornament">
            <a:extLst>
              <a:ext uri="{FF2B5EF4-FFF2-40B4-BE49-F238E27FC236}">
                <a16:creationId xmlns:a16="http://schemas.microsoft.com/office/drawing/2014/main" id="{3435EF71-7787-1AB6-9608-6A5D8E20C0E0}"/>
              </a:ext>
            </a:extLst>
          </p:cNvPr>
          <p:cNvSpPr/>
          <p:nvPr/>
        </p:nvSpPr>
        <p:spPr>
          <a:xfrm>
            <a:off x="5715000" y="2529840"/>
            <a:ext cx="76169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spc="300">
                <a:solidFill>
                  <a:srgbClr val="C79A4B"/>
                </a:solidFill>
              </a:rPr>
              <a:t>❖</a:t>
            </a:r>
            <a:endParaRPr lang="en-US" sz="1800"/>
          </a:p>
        </p:txBody>
      </p:sp>
      <p:sp>
        <p:nvSpPr>
          <p:cNvPr id="33" name="Rule Right">
            <a:extLst>
              <a:ext uri="{FF2B5EF4-FFF2-40B4-BE49-F238E27FC236}">
                <a16:creationId xmlns:a16="http://schemas.microsoft.com/office/drawing/2014/main" id="{82F55A16-1695-ED2D-715C-59BA7DB84671}"/>
              </a:ext>
            </a:extLst>
          </p:cNvPr>
          <p:cNvSpPr/>
          <p:nvPr/>
        </p:nvSpPr>
        <p:spPr>
          <a:xfrm>
            <a:off x="6705600" y="2712720"/>
            <a:ext cx="1371600" cy="12700"/>
          </a:xfrm>
          <a:prstGeom prst="rect">
            <a:avLst/>
          </a:prstGeom>
          <a:solidFill>
            <a:srgbClr val="C79A4B"/>
          </a:solidFill>
          <a:ln/>
        </p:spPr>
        <p:txBody>
          <a:bodyPr wrap="square" rtlCol="0" anchor="ctr"/>
          <a:lstStyle/>
          <a:p>
            <a:pPr algn="ctr"/>
            <a:endParaRPr lang="en-US" sz="100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ADDDAFDC-3A68-6540-AA59-00E260053436}"/>
              </a:ext>
            </a:extLst>
          </p:cNvPr>
          <p:cNvSpPr/>
          <p:nvPr/>
        </p:nvSpPr>
        <p:spPr>
          <a:xfrm>
            <a:off x="2230120" y="3048000"/>
            <a:ext cx="772668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zh-TW" altLang="en-US" sz="6600" b="1" spc="300" dirty="0">
                <a:solidFill>
                  <a:srgbClr val="5B2E4A"/>
                </a:solidFill>
                <a:latin typeface="Noto Sans CJK TC"/>
                <a:ea typeface="Noto Sans CJK TC"/>
              </a:rPr>
              <a:t>南二表演</a:t>
            </a:r>
            <a:endParaRPr lang="en-US" sz="6600" b="1" dirty="0">
              <a:solidFill>
                <a:srgbClr val="7B3C5E"/>
              </a:solidFill>
              <a:ea typeface="Noto Sans CJK TC"/>
            </a:endParaRPr>
          </a:p>
        </p:txBody>
      </p:sp>
      <p:sp>
        <p:nvSpPr>
          <p:cNvPr id="9" name="Eyebrow">
            <a:extLst>
              <a:ext uri="{FF2B5EF4-FFF2-40B4-BE49-F238E27FC236}">
                <a16:creationId xmlns:a16="http://schemas.microsoft.com/office/drawing/2014/main" id="{35F8D7EA-99FD-DD1F-110C-3F4AE0B08A4D}"/>
              </a:ext>
            </a:extLst>
          </p:cNvPr>
          <p:cNvSpPr/>
          <p:nvPr/>
        </p:nvSpPr>
        <p:spPr>
          <a:xfrm>
            <a:off x="1600200" y="731520"/>
            <a:ext cx="899129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5000"/>
              </a:lnSpc>
            </a:pPr>
            <a:r>
              <a:rPr lang="zh-TW" altLang="en-US" sz="2200" b="1" spc="600" dirty="0">
                <a:solidFill>
                  <a:srgbClr val="B8892F"/>
                </a:solidFill>
                <a:effectLst>
                  <a:outerShdw blurRad="25400" algn="ctr" rotWithShape="0">
                    <a:srgbClr val="FFFFFF">
                      <a:alpha val="70000"/>
                    </a:srgbClr>
                  </a:outerShdw>
                </a:effectLst>
                <a:latin typeface="Noto Sans CJK TC"/>
                <a:ea typeface="Noto Sans CJK TC"/>
              </a:rPr>
              <a:t>2026年 · 巴生道務中心</a:t>
            </a:r>
            <a:r>
              <a:rPr lang="zh-TW" altLang="en-US" sz="2200" b="1" spc="600" dirty="0">
                <a:solidFill>
                  <a:srgbClr val="B8892F"/>
                </a:solidFill>
                <a:effectLst>
                  <a:outerShdw blurRad="25400" algn="ctr" rotWithShape="0">
                    <a:srgbClr val="FFFFFF">
                      <a:alpha val="70000"/>
                    </a:srgbClr>
                  </a:outerShdw>
                </a:effectLst>
                <a:ea typeface="Noto Sans CJK TC"/>
              </a:rPr>
              <a:t>·</a:t>
            </a:r>
            <a:r>
              <a:rPr lang="zh-TW" altLang="en-US" sz="2200" b="1" spc="600" dirty="0">
                <a:solidFill>
                  <a:srgbClr val="B8892F"/>
                </a:solidFill>
                <a:effectLst>
                  <a:outerShdw blurRad="25400" algn="ctr" rotWithShape="0">
                    <a:srgbClr val="FFFFFF">
                      <a:alpha val="70000"/>
                    </a:srgbClr>
                  </a:outerShdw>
                </a:effectLst>
                <a:latin typeface="Noto Sans CJK TC"/>
                <a:ea typeface="Noto Sans CJK TC"/>
              </a:rPr>
              <a:t>南區千人上岸</a:t>
            </a:r>
            <a:endParaRPr lang="en-US" altLang="zh-TW" sz="2200" b="1" spc="600" dirty="0">
              <a:solidFill>
                <a:srgbClr val="B8892F"/>
              </a:solidFill>
              <a:effectLst>
                <a:outerShdw blurRad="25400" algn="ctr" rotWithShape="0">
                  <a:srgbClr val="FFFFFF">
                    <a:alpha val="70000"/>
                  </a:srgbClr>
                </a:outerShdw>
              </a:effectLst>
              <a:latin typeface="Noto Sans CJK TC"/>
              <a:ea typeface="Noto Sans CJK TC"/>
            </a:endParaRPr>
          </a:p>
          <a:p>
            <a:pPr algn="ctr">
              <a:lnSpc>
                <a:spcPct val="105000"/>
              </a:lnSpc>
            </a:pPr>
            <a:r>
              <a:rPr lang="zh-TW" altLang="en-US" sz="2200" b="1" spc="600" dirty="0">
                <a:solidFill>
                  <a:srgbClr val="B8892F"/>
                </a:solidFill>
                <a:effectLst>
                  <a:outerShdw blurRad="25400" algn="ctr" rotWithShape="0">
                    <a:srgbClr val="FFFFFF">
                      <a:alpha val="70000"/>
                    </a:srgbClr>
                  </a:outerShdw>
                </a:effectLst>
                <a:latin typeface="Noto Sans CJK TC"/>
                <a:ea typeface="Noto Sans CJK TC"/>
              </a:rPr>
              <a:t>表揚大會</a:t>
            </a:r>
            <a:endParaRPr lang="en-US" altLang="zh-TW" sz="2200" b="1" spc="600" dirty="0">
              <a:solidFill>
                <a:srgbClr val="B8892F"/>
              </a:solidFill>
              <a:effectLst>
                <a:outerShdw blurRad="25400" algn="ctr" rotWithShape="0">
                  <a:srgbClr val="FFFFFF">
                    <a:alpha val="70000"/>
                  </a:srgbClr>
                </a:outerShdw>
              </a:effectLst>
              <a:latin typeface="Noto Sans CJK TC"/>
              <a:ea typeface="Noto Sans CJK TC"/>
            </a:endParaRPr>
          </a:p>
          <a:p>
            <a:pPr marL="0" indent="0" algn="ctr">
              <a:buNone/>
            </a:pPr>
            <a:endParaRPr lang="zh-TW" altLang="en-US" sz="2200" b="1" spc="600" dirty="0">
              <a:solidFill>
                <a:srgbClr val="B8892F"/>
              </a:solidFill>
              <a:effectLst>
                <a:outerShdw blurRad="25400" algn="ctr" rotWithShape="0">
                  <a:srgbClr val="FFFFFF">
                    <a:alpha val="70000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8529668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pic>
        <p:nvPicPr>
          <p:cNvPr id="2" name="Image 0" descr="/mnt/data/091fdc6d09.jpeg"/>
          <p:cNvPicPr>
            <a:picLocks noChangeAspect="1"/>
          </p:cNvPicPr>
          <p:nvPr/>
        </p:nvPicPr>
        <p:blipFill>
          <a:blip r:embed="rId3"/>
          <a:srcRect t="7811" b="781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413067" y="2057400"/>
            <a:ext cx="9655426" cy="1965960"/>
          </a:xfrm>
          <a:prstGeom prst="roundRect">
            <a:avLst/>
          </a:prstGeom>
          <a:solidFill>
            <a:srgbClr val="FFFFFF">
              <a:alpha val="91000"/>
            </a:srgbClr>
          </a:solidFill>
          <a:ln w="25400">
            <a:solidFill>
              <a:srgbClr val="D8B06A"/>
            </a:solidFill>
            <a:prstDash val="solid"/>
          </a:ln>
          <a:effectLst>
            <a:outerShdw blurRad="38100" dist="1905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7" name="Text 2">
            <a:extLst>
              <a:ext uri="{FF2B5EF4-FFF2-40B4-BE49-F238E27FC236}">
                <a16:creationId xmlns:a16="http://schemas.microsoft.com/office/drawing/2014/main" id="{53C7ED55-44CC-7338-8213-AD5BF1FC6D83}"/>
              </a:ext>
            </a:extLst>
          </p:cNvPr>
          <p:cNvSpPr/>
          <p:nvPr/>
        </p:nvSpPr>
        <p:spPr>
          <a:xfrm>
            <a:off x="1541721" y="2750288"/>
            <a:ext cx="9655426" cy="7713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zh-TW" altLang="en-US" sz="4400" b="1" dirty="0">
                <a:solidFill>
                  <a:srgbClr val="5B2E4A"/>
                </a:solidFill>
                <a:latin typeface="Noto Sans CJK TC"/>
              </a:rPr>
              <a:t>表揚</a:t>
            </a:r>
            <a:r>
              <a:rPr lang="zh-TW" altLang="en-US" sz="4400" b="1" spc="300" dirty="0">
                <a:solidFill>
                  <a:srgbClr val="5B2E4A"/>
                </a:solidFill>
                <a:latin typeface="Noto Sans CJK TC"/>
                <a:ea typeface="Noto Sans CJK TC"/>
              </a:rPr>
              <a:t>｜</a:t>
            </a:r>
            <a:endParaRPr lang="en-MY" altLang="zh-TW" sz="4400" b="1" spc="300" dirty="0">
              <a:solidFill>
                <a:srgbClr val="5B2E4A"/>
              </a:solidFill>
              <a:latin typeface="Noto Sans CJK TC"/>
              <a:ea typeface="Noto Sans CJK TC"/>
            </a:endParaRPr>
          </a:p>
          <a:p>
            <a:pPr algn="ctr"/>
            <a:r>
              <a:rPr lang="zh-TW" sz="5400" b="1" spc="300" dirty="0">
                <a:solidFill>
                  <a:srgbClr val="543443"/>
                </a:solidFill>
                <a:ea typeface="+mn-lt"/>
                <a:cs typeface="+mn-lt"/>
              </a:rPr>
              <a:t>渡</a:t>
            </a:r>
            <a:r>
              <a:rPr lang="zh-CN" altLang="en-US" sz="5400" b="1" spc="300" dirty="0">
                <a:solidFill>
                  <a:srgbClr val="543443"/>
                </a:solidFill>
                <a:ea typeface="+mn-lt"/>
                <a:cs typeface="+mn-lt"/>
              </a:rPr>
              <a:t>人求道</a:t>
            </a:r>
            <a:r>
              <a:rPr lang="en-MY" altLang="zh-TW" sz="5400" b="1" spc="300" dirty="0">
                <a:solidFill>
                  <a:srgbClr val="543443"/>
                </a:solidFill>
                <a:ea typeface="+mn-lt"/>
                <a:cs typeface="+mn-lt"/>
              </a:rPr>
              <a:t>10</a:t>
            </a:r>
            <a:r>
              <a:rPr lang="zh-CN" altLang="en-US" sz="5400" b="1" spc="300" dirty="0">
                <a:solidFill>
                  <a:srgbClr val="543443"/>
                </a:solidFill>
                <a:ea typeface="+mn-lt"/>
                <a:cs typeface="+mn-lt"/>
              </a:rPr>
              <a:t>位或</a:t>
            </a:r>
            <a:r>
              <a:rPr lang="zh-TW" sz="5400" b="1" spc="300" dirty="0">
                <a:solidFill>
                  <a:srgbClr val="543443"/>
                </a:solidFill>
                <a:ea typeface="+mn-lt"/>
                <a:cs typeface="+mn-lt"/>
              </a:rPr>
              <a:t>以上之負責人</a:t>
            </a:r>
            <a:endParaRPr lang="en-US" sz="5400" b="1" dirty="0">
              <a:solidFill>
                <a:srgbClr val="7B3C5E"/>
              </a:solidFill>
              <a:ea typeface="Noto Sans CJK TC"/>
            </a:endParaRPr>
          </a:p>
        </p:txBody>
      </p:sp>
      <p:sp>
        <p:nvSpPr>
          <p:cNvPr id="5" name="Eyebrow">
            <a:extLst>
              <a:ext uri="{FF2B5EF4-FFF2-40B4-BE49-F238E27FC236}">
                <a16:creationId xmlns:a16="http://schemas.microsoft.com/office/drawing/2014/main" id="{3C92FE6A-DE9F-D357-5169-A908287FCE73}"/>
              </a:ext>
            </a:extLst>
          </p:cNvPr>
          <p:cNvSpPr/>
          <p:nvPr/>
        </p:nvSpPr>
        <p:spPr>
          <a:xfrm>
            <a:off x="1600200" y="731520"/>
            <a:ext cx="899129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5000"/>
              </a:lnSpc>
            </a:pPr>
            <a:r>
              <a:rPr lang="zh-TW" altLang="en-US" sz="2400" b="1" spc="500" dirty="0">
                <a:solidFill>
                  <a:srgbClr val="5B2E4A"/>
                </a:solidFill>
                <a:effectLst>
                  <a:outerShdw blurRad="25400" algn="ctr" rotWithShape="0">
                    <a:srgbClr val="FFFFFF">
                      <a:alpha val="95000"/>
                    </a:srgbClr>
                  </a:outerShdw>
                </a:effectLst>
                <a:latin typeface="Noto Sans CJK TC"/>
                <a:ea typeface="Noto Sans CJK TC"/>
              </a:rPr>
              <a:t>2026年 · 巴生道務中心</a:t>
            </a:r>
            <a:r>
              <a:rPr lang="zh-TW" altLang="en-US" sz="2400" b="1" spc="500" dirty="0">
                <a:solidFill>
                  <a:srgbClr val="5B2E4A"/>
                </a:solidFill>
                <a:effectLst>
                  <a:outerShdw blurRad="25400" algn="ctr" rotWithShape="0">
                    <a:srgbClr val="FFFFFF">
                      <a:alpha val="95000"/>
                    </a:srgbClr>
                  </a:outerShdw>
                </a:effectLst>
                <a:ea typeface="Noto Sans CJK TC"/>
              </a:rPr>
              <a:t>·</a:t>
            </a:r>
            <a:r>
              <a:rPr lang="zh-TW" altLang="en-US" sz="2400" b="1" spc="500" dirty="0">
                <a:solidFill>
                  <a:srgbClr val="5B2E4A"/>
                </a:solidFill>
                <a:effectLst>
                  <a:outerShdw blurRad="25400" algn="ctr" rotWithShape="0">
                    <a:srgbClr val="FFFFFF">
                      <a:alpha val="95000"/>
                    </a:srgbClr>
                  </a:outerShdw>
                </a:effectLst>
                <a:latin typeface="Noto Sans CJK TC"/>
                <a:ea typeface="Noto Sans CJK TC"/>
              </a:rPr>
              <a:t>南區千人上岸</a:t>
            </a:r>
            <a:endParaRPr lang="en-US" altLang="zh-TW" sz="2400" b="1" spc="500" dirty="0">
              <a:solidFill>
                <a:srgbClr val="5B2E4A"/>
              </a:solidFill>
              <a:effectLst>
                <a:outerShdw blurRad="25400" algn="ctr" rotWithShape="0">
                  <a:srgbClr val="FFFFFF">
                    <a:alpha val="95000"/>
                  </a:srgbClr>
                </a:outerShdw>
              </a:effectLst>
              <a:latin typeface="Noto Sans CJK TC"/>
              <a:ea typeface="Noto Sans CJK TC"/>
            </a:endParaRPr>
          </a:p>
          <a:p>
            <a:pPr algn="ctr">
              <a:lnSpc>
                <a:spcPct val="105000"/>
              </a:lnSpc>
            </a:pPr>
            <a:r>
              <a:rPr lang="zh-TW" altLang="en-US" sz="2400" b="1" spc="500" dirty="0">
                <a:solidFill>
                  <a:srgbClr val="5B2E4A"/>
                </a:solidFill>
                <a:effectLst>
                  <a:outerShdw blurRad="25400" algn="ctr" rotWithShape="0">
                    <a:srgbClr val="FFFFFF">
                      <a:alpha val="95000"/>
                    </a:srgbClr>
                  </a:outerShdw>
                </a:effectLst>
                <a:latin typeface="Noto Sans CJK TC"/>
                <a:ea typeface="Noto Sans CJK TC"/>
              </a:rPr>
              <a:t>表揚大會</a:t>
            </a:r>
            <a:endParaRPr lang="en-US" altLang="zh-TW" sz="2400" b="1" spc="500" dirty="0">
              <a:solidFill>
                <a:srgbClr val="5B2E4A"/>
              </a:solidFill>
              <a:effectLst>
                <a:outerShdw blurRad="25400" algn="ctr" rotWithShape="0">
                  <a:srgbClr val="FFFFFF">
                    <a:alpha val="95000"/>
                  </a:srgbClr>
                </a:outerShdw>
              </a:effectLst>
              <a:latin typeface="Noto Sans CJK TC"/>
              <a:ea typeface="Noto Sans CJK TC"/>
            </a:endParaRPr>
          </a:p>
          <a:p>
            <a:pPr marL="0" indent="0" algn="ctr">
              <a:buNone/>
            </a:pPr>
            <a:endParaRPr lang="zh-TW" altLang="en-US" sz="2400" b="1" spc="500" dirty="0">
              <a:solidFill>
                <a:srgbClr val="5B2E4A"/>
              </a:solidFill>
              <a:effectLst>
                <a:outerShdw blurRad="25400" algn="ctr" rotWithShape="0">
                  <a:srgbClr val="FFFFFF">
                    <a:alpha val="95000"/>
                  </a:srgbClr>
                </a:outerShdw>
              </a:effectLst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9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pic>
        <p:nvPicPr>
          <p:cNvPr id="137" name="Lotus Watermark"/>
          <p:cNvPicPr>
            <a:picLocks noChangeAspect="1"/>
          </p:cNvPicPr>
          <p:nvPr/>
        </p:nvPicPr>
        <p:blipFill>
          <a:blip r:embed="rId3">
            <a:alphaModFix amt="14000"/>
          </a:blip>
          <a:srcRect t="7771" b="777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7B3C5E"/>
          </a:solidFill>
          <a:ln w="12700">
            <a:solidFill>
              <a:srgbClr val="7B3C5E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" name="Shape 1"/>
          <p:cNvSpPr/>
          <p:nvPr/>
        </p:nvSpPr>
        <p:spPr>
          <a:xfrm>
            <a:off x="0" y="777240"/>
            <a:ext cx="12191695" cy="73152"/>
          </a:xfrm>
          <a:prstGeom prst="rect">
            <a:avLst/>
          </a:prstGeom>
          <a:solidFill>
            <a:srgbClr val="D8B06A"/>
          </a:solidFill>
          <a:ln w="12700">
            <a:solidFill>
              <a:srgbClr val="D8B06A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4" name="Text 2"/>
          <p:cNvSpPr/>
          <p:nvPr/>
        </p:nvSpPr>
        <p:spPr>
          <a:xfrm>
            <a:off x="502920" y="164592"/>
            <a:ext cx="8732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47" b="1" dirty="0" err="1">
                <a:solidFill>
                  <a:srgbClr val="FFFFFF"/>
                </a:solidFill>
              </a:rPr>
              <a:t>渡人</a:t>
            </a:r>
            <a:r>
              <a:rPr lang="zh-CN" altLang="en-US" sz="2547" b="1" dirty="0">
                <a:solidFill>
                  <a:srgbClr val="FFFFFF"/>
                </a:solidFill>
              </a:rPr>
              <a:t>求道</a:t>
            </a:r>
            <a:r>
              <a:rPr lang="en-US" sz="2547" b="1" dirty="0">
                <a:solidFill>
                  <a:srgbClr val="FFFFFF"/>
                </a:solidFill>
              </a:rPr>
              <a:t>10</a:t>
            </a:r>
            <a:r>
              <a:rPr lang="zh-CN" altLang="en-US" sz="2547" b="1" dirty="0">
                <a:solidFill>
                  <a:srgbClr val="FFFFFF"/>
                </a:solidFill>
              </a:rPr>
              <a:t>位</a:t>
            </a:r>
            <a:r>
              <a:rPr lang="en-US" sz="2547" b="1" dirty="0" err="1">
                <a:solidFill>
                  <a:srgbClr val="FFFFFF"/>
                </a:solidFill>
              </a:rPr>
              <a:t>或以上</a:t>
            </a:r>
            <a:endParaRPr lang="en-US" sz="2547" dirty="0"/>
          </a:p>
        </p:txBody>
      </p:sp>
      <p:sp>
        <p:nvSpPr>
          <p:cNvPr id="6" name="Shape 4"/>
          <p:cNvSpPr/>
          <p:nvPr/>
        </p:nvSpPr>
        <p:spPr>
          <a:xfrm>
            <a:off x="502920" y="1051560"/>
            <a:ext cx="5509260" cy="5285232"/>
          </a:xfrm>
          <a:prstGeom prst="roundRect">
            <a:avLst/>
          </a:prstGeom>
          <a:solidFill>
            <a:srgbClr val="FFFCFA"/>
          </a:solidFill>
          <a:ln w="12700">
            <a:solidFill>
              <a:srgbClr val="D8B77D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7" name="Shape 5"/>
          <p:cNvSpPr/>
          <p:nvPr/>
        </p:nvSpPr>
        <p:spPr>
          <a:xfrm>
            <a:off x="502920" y="1051560"/>
            <a:ext cx="475488" cy="660654"/>
          </a:xfrm>
          <a:prstGeom prst="rect">
            <a:avLst/>
          </a:prstGeom>
          <a:solidFill>
            <a:srgbClr val="92506F"/>
          </a:solidFill>
          <a:ln w="6350">
            <a:solidFill>
              <a:srgbClr val="E6C992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8" name="Text 6"/>
          <p:cNvSpPr/>
          <p:nvPr/>
        </p:nvSpPr>
        <p:spPr>
          <a:xfrm>
            <a:off x="521208" y="1060704"/>
            <a:ext cx="438912" cy="6423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</a:rPr>
              <a:t>No</a:t>
            </a:r>
            <a:endParaRPr lang="en-US" sz="1600"/>
          </a:p>
        </p:txBody>
      </p:sp>
      <p:sp>
        <p:nvSpPr>
          <p:cNvPr id="9" name="Shape 7"/>
          <p:cNvSpPr/>
          <p:nvPr/>
        </p:nvSpPr>
        <p:spPr>
          <a:xfrm>
            <a:off x="978408" y="1051560"/>
            <a:ext cx="3881628" cy="660654"/>
          </a:xfrm>
          <a:prstGeom prst="rect">
            <a:avLst/>
          </a:prstGeom>
          <a:solidFill>
            <a:srgbClr val="7B3C5E"/>
          </a:solidFill>
          <a:ln w="6350">
            <a:solidFill>
              <a:srgbClr val="E6C992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0" name="Text 8"/>
          <p:cNvSpPr/>
          <p:nvPr/>
        </p:nvSpPr>
        <p:spPr>
          <a:xfrm>
            <a:off x="996696" y="1060704"/>
            <a:ext cx="3845052" cy="6423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</a:rPr>
              <a:t>負責人</a:t>
            </a:r>
            <a:endParaRPr lang="en-US" sz="1600"/>
          </a:p>
        </p:txBody>
      </p:sp>
      <p:sp>
        <p:nvSpPr>
          <p:cNvPr id="11" name="Shape 9"/>
          <p:cNvSpPr/>
          <p:nvPr/>
        </p:nvSpPr>
        <p:spPr>
          <a:xfrm>
            <a:off x="4860036" y="1051560"/>
            <a:ext cx="621792" cy="660654"/>
          </a:xfrm>
          <a:prstGeom prst="rect">
            <a:avLst/>
          </a:prstGeom>
          <a:solidFill>
            <a:srgbClr val="92506F"/>
          </a:solidFill>
          <a:ln w="6350">
            <a:solidFill>
              <a:srgbClr val="E6C992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2" name="Text 10"/>
          <p:cNvSpPr/>
          <p:nvPr/>
        </p:nvSpPr>
        <p:spPr>
          <a:xfrm>
            <a:off x="4878324" y="1060704"/>
            <a:ext cx="585216" cy="6423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</a:rPr>
              <a:t>屬壇</a:t>
            </a:r>
            <a:endParaRPr lang="en-US" sz="1600"/>
          </a:p>
        </p:txBody>
      </p:sp>
      <p:sp>
        <p:nvSpPr>
          <p:cNvPr id="13" name="Shape 11"/>
          <p:cNvSpPr/>
          <p:nvPr/>
        </p:nvSpPr>
        <p:spPr>
          <a:xfrm>
            <a:off x="5481828" y="1051560"/>
            <a:ext cx="530352" cy="660654"/>
          </a:xfrm>
          <a:prstGeom prst="rect">
            <a:avLst/>
          </a:prstGeom>
          <a:solidFill>
            <a:srgbClr val="92506F"/>
          </a:solidFill>
          <a:ln w="6350">
            <a:solidFill>
              <a:srgbClr val="E6C992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4" name="Text 12"/>
          <p:cNvSpPr/>
          <p:nvPr/>
        </p:nvSpPr>
        <p:spPr>
          <a:xfrm>
            <a:off x="5500116" y="1060704"/>
            <a:ext cx="493776" cy="6423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</a:rPr>
              <a:t>求道人數</a:t>
            </a:r>
            <a:endParaRPr lang="en-US" sz="1600"/>
          </a:p>
        </p:txBody>
      </p:sp>
      <p:sp>
        <p:nvSpPr>
          <p:cNvPr id="15" name="Shape 13"/>
          <p:cNvSpPr/>
          <p:nvPr/>
        </p:nvSpPr>
        <p:spPr>
          <a:xfrm>
            <a:off x="502920" y="1712214"/>
            <a:ext cx="475488" cy="660654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6" name="Text 14"/>
          <p:cNvSpPr/>
          <p:nvPr/>
        </p:nvSpPr>
        <p:spPr>
          <a:xfrm>
            <a:off x="525780" y="1716786"/>
            <a:ext cx="429768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>
                <a:solidFill>
                  <a:srgbClr val="543443"/>
                </a:solidFill>
              </a:rPr>
              <a:t>1</a:t>
            </a:r>
            <a:endParaRPr lang="en-US" sz="1600"/>
          </a:p>
        </p:txBody>
      </p:sp>
      <p:sp>
        <p:nvSpPr>
          <p:cNvPr id="17" name="Shape 15"/>
          <p:cNvSpPr/>
          <p:nvPr/>
        </p:nvSpPr>
        <p:spPr>
          <a:xfrm>
            <a:off x="978408" y="1712214"/>
            <a:ext cx="3881628" cy="660654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8" name="Text 16"/>
          <p:cNvSpPr/>
          <p:nvPr/>
        </p:nvSpPr>
        <p:spPr>
          <a:xfrm>
            <a:off x="1001268" y="1716786"/>
            <a:ext cx="3835908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dirty="0">
                <a:solidFill>
                  <a:srgbClr val="543443"/>
                </a:solidFill>
              </a:rPr>
              <a:t>DIANA RISKI</a:t>
            </a:r>
            <a:endParaRPr lang="en-US" sz="2800" dirty="0"/>
          </a:p>
        </p:txBody>
      </p:sp>
      <p:sp>
        <p:nvSpPr>
          <p:cNvPr id="19" name="Shape 17"/>
          <p:cNvSpPr/>
          <p:nvPr/>
        </p:nvSpPr>
        <p:spPr>
          <a:xfrm>
            <a:off x="4860036" y="1712214"/>
            <a:ext cx="621792" cy="660654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0" name="Text 18"/>
          <p:cNvSpPr/>
          <p:nvPr/>
        </p:nvSpPr>
        <p:spPr>
          <a:xfrm>
            <a:off x="4882896" y="1716786"/>
            <a:ext cx="576072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>
                <a:solidFill>
                  <a:srgbClr val="543443"/>
                </a:solidFill>
              </a:rPr>
              <a:t>璟德</a:t>
            </a:r>
            <a:endParaRPr lang="en-US" sz="1600"/>
          </a:p>
        </p:txBody>
      </p:sp>
      <p:sp>
        <p:nvSpPr>
          <p:cNvPr id="21" name="Shape 19"/>
          <p:cNvSpPr/>
          <p:nvPr/>
        </p:nvSpPr>
        <p:spPr>
          <a:xfrm>
            <a:off x="5481828" y="1712214"/>
            <a:ext cx="530352" cy="660654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2" name="Text 20"/>
          <p:cNvSpPr/>
          <p:nvPr/>
        </p:nvSpPr>
        <p:spPr>
          <a:xfrm>
            <a:off x="5504688" y="1716786"/>
            <a:ext cx="484632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7B3C5E"/>
                </a:solidFill>
              </a:rPr>
              <a:t>35</a:t>
            </a:r>
            <a:endParaRPr lang="en-US" sz="1600"/>
          </a:p>
        </p:txBody>
      </p:sp>
      <p:sp>
        <p:nvSpPr>
          <p:cNvPr id="23" name="Shape 21"/>
          <p:cNvSpPr/>
          <p:nvPr/>
        </p:nvSpPr>
        <p:spPr>
          <a:xfrm>
            <a:off x="502920" y="2372868"/>
            <a:ext cx="475488" cy="660654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4" name="Text 22"/>
          <p:cNvSpPr/>
          <p:nvPr/>
        </p:nvSpPr>
        <p:spPr>
          <a:xfrm>
            <a:off x="525780" y="2377440"/>
            <a:ext cx="429768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>
                <a:solidFill>
                  <a:srgbClr val="543443"/>
                </a:solidFill>
              </a:rPr>
              <a:t>2</a:t>
            </a:r>
            <a:endParaRPr lang="en-US" sz="1600"/>
          </a:p>
        </p:txBody>
      </p:sp>
      <p:sp>
        <p:nvSpPr>
          <p:cNvPr id="25" name="Shape 23"/>
          <p:cNvSpPr/>
          <p:nvPr/>
        </p:nvSpPr>
        <p:spPr>
          <a:xfrm>
            <a:off x="978408" y="2372868"/>
            <a:ext cx="3881628" cy="660654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6" name="Text 24"/>
          <p:cNvSpPr/>
          <p:nvPr/>
        </p:nvSpPr>
        <p:spPr>
          <a:xfrm>
            <a:off x="1001268" y="2377440"/>
            <a:ext cx="3835908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 err="1">
                <a:solidFill>
                  <a:srgbClr val="543443"/>
                </a:solidFill>
              </a:rPr>
              <a:t>陳幼蘭</a:t>
            </a:r>
            <a:endParaRPr lang="en-US" sz="2800" b="1" dirty="0" err="1"/>
          </a:p>
        </p:txBody>
      </p:sp>
      <p:sp>
        <p:nvSpPr>
          <p:cNvPr id="27" name="Shape 25"/>
          <p:cNvSpPr/>
          <p:nvPr/>
        </p:nvSpPr>
        <p:spPr>
          <a:xfrm>
            <a:off x="4860036" y="2372868"/>
            <a:ext cx="621792" cy="660654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8" name="Text 26"/>
          <p:cNvSpPr/>
          <p:nvPr/>
        </p:nvSpPr>
        <p:spPr>
          <a:xfrm>
            <a:off x="4882896" y="2377440"/>
            <a:ext cx="576072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>
                <a:solidFill>
                  <a:srgbClr val="543443"/>
                </a:solidFill>
              </a:rPr>
              <a:t>謙德</a:t>
            </a:r>
            <a:endParaRPr lang="en-US" sz="1600"/>
          </a:p>
        </p:txBody>
      </p:sp>
      <p:sp>
        <p:nvSpPr>
          <p:cNvPr id="29" name="Shape 27"/>
          <p:cNvSpPr/>
          <p:nvPr/>
        </p:nvSpPr>
        <p:spPr>
          <a:xfrm>
            <a:off x="5481828" y="2372868"/>
            <a:ext cx="530352" cy="660654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0" name="Text 28"/>
          <p:cNvSpPr/>
          <p:nvPr/>
        </p:nvSpPr>
        <p:spPr>
          <a:xfrm>
            <a:off x="5504688" y="2377440"/>
            <a:ext cx="484632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7B3C5E"/>
                </a:solidFill>
              </a:rPr>
              <a:t>22</a:t>
            </a:r>
            <a:endParaRPr lang="en-US" sz="1600"/>
          </a:p>
        </p:txBody>
      </p:sp>
      <p:sp>
        <p:nvSpPr>
          <p:cNvPr id="31" name="Shape 29"/>
          <p:cNvSpPr/>
          <p:nvPr/>
        </p:nvSpPr>
        <p:spPr>
          <a:xfrm>
            <a:off x="502920" y="3033522"/>
            <a:ext cx="475488" cy="660654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2" name="Text 30"/>
          <p:cNvSpPr/>
          <p:nvPr/>
        </p:nvSpPr>
        <p:spPr>
          <a:xfrm>
            <a:off x="525780" y="3038094"/>
            <a:ext cx="429768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>
                <a:solidFill>
                  <a:srgbClr val="543443"/>
                </a:solidFill>
              </a:rPr>
              <a:t>3</a:t>
            </a:r>
            <a:endParaRPr lang="en-US" sz="1600"/>
          </a:p>
        </p:txBody>
      </p:sp>
      <p:sp>
        <p:nvSpPr>
          <p:cNvPr id="33" name="Shape 31"/>
          <p:cNvSpPr/>
          <p:nvPr/>
        </p:nvSpPr>
        <p:spPr>
          <a:xfrm>
            <a:off x="978408" y="3033522"/>
            <a:ext cx="3881628" cy="660654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4" name="Text 32"/>
          <p:cNvSpPr/>
          <p:nvPr/>
        </p:nvSpPr>
        <p:spPr>
          <a:xfrm>
            <a:off x="1001268" y="3038094"/>
            <a:ext cx="3835908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543443"/>
                </a:solidFill>
              </a:rPr>
              <a:t>SELVARAJAN A/L PREMKUMARAN</a:t>
            </a:r>
            <a:endParaRPr lang="en-US" sz="2000" b="1" dirty="0"/>
          </a:p>
        </p:txBody>
      </p:sp>
      <p:sp>
        <p:nvSpPr>
          <p:cNvPr id="35" name="Shape 33"/>
          <p:cNvSpPr/>
          <p:nvPr/>
        </p:nvSpPr>
        <p:spPr>
          <a:xfrm>
            <a:off x="4860036" y="3033522"/>
            <a:ext cx="621792" cy="660654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6" name="Text 34"/>
          <p:cNvSpPr/>
          <p:nvPr/>
        </p:nvSpPr>
        <p:spPr>
          <a:xfrm>
            <a:off x="4882896" y="3038094"/>
            <a:ext cx="576072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>
                <a:solidFill>
                  <a:srgbClr val="543443"/>
                </a:solidFill>
              </a:rPr>
              <a:t>展德</a:t>
            </a:r>
            <a:endParaRPr lang="en-US" sz="1600"/>
          </a:p>
        </p:txBody>
      </p:sp>
      <p:sp>
        <p:nvSpPr>
          <p:cNvPr id="37" name="Shape 35"/>
          <p:cNvSpPr/>
          <p:nvPr/>
        </p:nvSpPr>
        <p:spPr>
          <a:xfrm>
            <a:off x="5481828" y="3033522"/>
            <a:ext cx="530352" cy="660654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8" name="Text 36"/>
          <p:cNvSpPr/>
          <p:nvPr/>
        </p:nvSpPr>
        <p:spPr>
          <a:xfrm>
            <a:off x="5504688" y="3038094"/>
            <a:ext cx="484632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7B3C5E"/>
                </a:solidFill>
              </a:rPr>
              <a:t>19</a:t>
            </a:r>
            <a:endParaRPr lang="en-US" sz="1600"/>
          </a:p>
        </p:txBody>
      </p:sp>
      <p:sp>
        <p:nvSpPr>
          <p:cNvPr id="39" name="Shape 37"/>
          <p:cNvSpPr/>
          <p:nvPr/>
        </p:nvSpPr>
        <p:spPr>
          <a:xfrm>
            <a:off x="502920" y="3694176"/>
            <a:ext cx="475488" cy="660654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40" name="Text 38"/>
          <p:cNvSpPr/>
          <p:nvPr/>
        </p:nvSpPr>
        <p:spPr>
          <a:xfrm>
            <a:off x="525780" y="3698748"/>
            <a:ext cx="429768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>
                <a:solidFill>
                  <a:srgbClr val="543443"/>
                </a:solidFill>
              </a:rPr>
              <a:t>4</a:t>
            </a:r>
            <a:endParaRPr lang="en-US" sz="1600"/>
          </a:p>
        </p:txBody>
      </p:sp>
      <p:sp>
        <p:nvSpPr>
          <p:cNvPr id="41" name="Shape 39"/>
          <p:cNvSpPr/>
          <p:nvPr/>
        </p:nvSpPr>
        <p:spPr>
          <a:xfrm>
            <a:off x="978408" y="3694176"/>
            <a:ext cx="3881628" cy="660654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42" name="Text 40"/>
          <p:cNvSpPr/>
          <p:nvPr/>
        </p:nvSpPr>
        <p:spPr>
          <a:xfrm>
            <a:off x="1001268" y="3698748"/>
            <a:ext cx="3835908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800" b="1" dirty="0" err="1">
                <a:solidFill>
                  <a:srgbClr val="543443"/>
                </a:solidFill>
              </a:rPr>
              <a:t>吳敬興</a:t>
            </a:r>
          </a:p>
        </p:txBody>
      </p:sp>
      <p:sp>
        <p:nvSpPr>
          <p:cNvPr id="43" name="Shape 41"/>
          <p:cNvSpPr/>
          <p:nvPr/>
        </p:nvSpPr>
        <p:spPr>
          <a:xfrm>
            <a:off x="4860036" y="3694176"/>
            <a:ext cx="621792" cy="660654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44" name="Text 42"/>
          <p:cNvSpPr/>
          <p:nvPr/>
        </p:nvSpPr>
        <p:spPr>
          <a:xfrm>
            <a:off x="4882896" y="3698748"/>
            <a:ext cx="576072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>
                <a:solidFill>
                  <a:srgbClr val="543443"/>
                </a:solidFill>
              </a:rPr>
              <a:t>展德</a:t>
            </a:r>
            <a:endParaRPr lang="en-US" sz="1600"/>
          </a:p>
        </p:txBody>
      </p:sp>
      <p:sp>
        <p:nvSpPr>
          <p:cNvPr id="45" name="Shape 43"/>
          <p:cNvSpPr/>
          <p:nvPr/>
        </p:nvSpPr>
        <p:spPr>
          <a:xfrm>
            <a:off x="5481828" y="3694176"/>
            <a:ext cx="530352" cy="660654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46" name="Text 44"/>
          <p:cNvSpPr/>
          <p:nvPr/>
        </p:nvSpPr>
        <p:spPr>
          <a:xfrm>
            <a:off x="5504688" y="3698748"/>
            <a:ext cx="484632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7B3C5E"/>
                </a:solidFill>
              </a:rPr>
              <a:t>15</a:t>
            </a:r>
            <a:endParaRPr lang="en-US" sz="1600"/>
          </a:p>
        </p:txBody>
      </p:sp>
      <p:sp>
        <p:nvSpPr>
          <p:cNvPr id="47" name="Shape 45"/>
          <p:cNvSpPr/>
          <p:nvPr/>
        </p:nvSpPr>
        <p:spPr>
          <a:xfrm>
            <a:off x="502920" y="4354830"/>
            <a:ext cx="475488" cy="660654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48" name="Text 46"/>
          <p:cNvSpPr/>
          <p:nvPr/>
        </p:nvSpPr>
        <p:spPr>
          <a:xfrm>
            <a:off x="525780" y="4359402"/>
            <a:ext cx="429768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>
                <a:solidFill>
                  <a:srgbClr val="543443"/>
                </a:solidFill>
              </a:rPr>
              <a:t>5</a:t>
            </a:r>
            <a:endParaRPr lang="en-US" sz="1600"/>
          </a:p>
        </p:txBody>
      </p:sp>
      <p:sp>
        <p:nvSpPr>
          <p:cNvPr id="49" name="Shape 47"/>
          <p:cNvSpPr/>
          <p:nvPr/>
        </p:nvSpPr>
        <p:spPr>
          <a:xfrm>
            <a:off x="978408" y="4354830"/>
            <a:ext cx="3881628" cy="660654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50" name="Text 48"/>
          <p:cNvSpPr/>
          <p:nvPr/>
        </p:nvSpPr>
        <p:spPr>
          <a:xfrm>
            <a:off x="1001268" y="4359402"/>
            <a:ext cx="3835908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543443"/>
                </a:solidFill>
              </a:rPr>
              <a:t>PATHMA A/P MUNIANDY</a:t>
            </a:r>
            <a:endParaRPr lang="en-US" sz="2000" b="1" dirty="0"/>
          </a:p>
        </p:txBody>
      </p:sp>
      <p:sp>
        <p:nvSpPr>
          <p:cNvPr id="51" name="Shape 49"/>
          <p:cNvSpPr/>
          <p:nvPr/>
        </p:nvSpPr>
        <p:spPr>
          <a:xfrm>
            <a:off x="4860036" y="4354830"/>
            <a:ext cx="621792" cy="660654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52" name="Text 50"/>
          <p:cNvSpPr/>
          <p:nvPr/>
        </p:nvSpPr>
        <p:spPr>
          <a:xfrm>
            <a:off x="4882896" y="4359402"/>
            <a:ext cx="576072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>
                <a:solidFill>
                  <a:srgbClr val="543443"/>
                </a:solidFill>
              </a:rPr>
              <a:t>展德</a:t>
            </a:r>
            <a:endParaRPr lang="en-US" sz="1600"/>
          </a:p>
        </p:txBody>
      </p:sp>
      <p:sp>
        <p:nvSpPr>
          <p:cNvPr id="53" name="Shape 51"/>
          <p:cNvSpPr/>
          <p:nvPr/>
        </p:nvSpPr>
        <p:spPr>
          <a:xfrm>
            <a:off x="5481828" y="4354830"/>
            <a:ext cx="530352" cy="660654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54" name="Text 52"/>
          <p:cNvSpPr/>
          <p:nvPr/>
        </p:nvSpPr>
        <p:spPr>
          <a:xfrm>
            <a:off x="5504688" y="4359402"/>
            <a:ext cx="484632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7B3C5E"/>
                </a:solidFill>
              </a:rPr>
              <a:t>14</a:t>
            </a:r>
            <a:endParaRPr lang="en-US" sz="1600"/>
          </a:p>
        </p:txBody>
      </p:sp>
      <p:sp>
        <p:nvSpPr>
          <p:cNvPr id="55" name="Shape 53"/>
          <p:cNvSpPr/>
          <p:nvPr/>
        </p:nvSpPr>
        <p:spPr>
          <a:xfrm>
            <a:off x="502920" y="5015484"/>
            <a:ext cx="475488" cy="660654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56" name="Text 54"/>
          <p:cNvSpPr/>
          <p:nvPr/>
        </p:nvSpPr>
        <p:spPr>
          <a:xfrm>
            <a:off x="525780" y="5020056"/>
            <a:ext cx="429768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>
                <a:solidFill>
                  <a:srgbClr val="543443"/>
                </a:solidFill>
              </a:rPr>
              <a:t>6</a:t>
            </a:r>
            <a:endParaRPr lang="en-US" sz="1600"/>
          </a:p>
        </p:txBody>
      </p:sp>
      <p:sp>
        <p:nvSpPr>
          <p:cNvPr id="57" name="Shape 55"/>
          <p:cNvSpPr/>
          <p:nvPr/>
        </p:nvSpPr>
        <p:spPr>
          <a:xfrm>
            <a:off x="978408" y="5015484"/>
            <a:ext cx="3881628" cy="660654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58" name="Text 56"/>
          <p:cNvSpPr/>
          <p:nvPr/>
        </p:nvSpPr>
        <p:spPr>
          <a:xfrm>
            <a:off x="1001268" y="5020056"/>
            <a:ext cx="3835908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543443"/>
                </a:solidFill>
              </a:rPr>
              <a:t>JAYAMALAR A/P SOMASUNDRAM</a:t>
            </a:r>
            <a:endParaRPr lang="en-US" sz="2000" b="1" dirty="0"/>
          </a:p>
        </p:txBody>
      </p:sp>
      <p:sp>
        <p:nvSpPr>
          <p:cNvPr id="59" name="Shape 57"/>
          <p:cNvSpPr/>
          <p:nvPr/>
        </p:nvSpPr>
        <p:spPr>
          <a:xfrm>
            <a:off x="4860036" y="5015484"/>
            <a:ext cx="621792" cy="660654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60" name="Text 58"/>
          <p:cNvSpPr/>
          <p:nvPr/>
        </p:nvSpPr>
        <p:spPr>
          <a:xfrm>
            <a:off x="4882896" y="5020056"/>
            <a:ext cx="576072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>
                <a:solidFill>
                  <a:srgbClr val="543443"/>
                </a:solidFill>
              </a:rPr>
              <a:t>傳德</a:t>
            </a:r>
            <a:endParaRPr lang="en-US" sz="1600"/>
          </a:p>
        </p:txBody>
      </p:sp>
      <p:sp>
        <p:nvSpPr>
          <p:cNvPr id="61" name="Shape 59"/>
          <p:cNvSpPr/>
          <p:nvPr/>
        </p:nvSpPr>
        <p:spPr>
          <a:xfrm>
            <a:off x="5481828" y="5015484"/>
            <a:ext cx="530352" cy="660654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62" name="Text 60"/>
          <p:cNvSpPr/>
          <p:nvPr/>
        </p:nvSpPr>
        <p:spPr>
          <a:xfrm>
            <a:off x="5504688" y="5020056"/>
            <a:ext cx="484632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7B3C5E"/>
                </a:solidFill>
              </a:rPr>
              <a:t>14</a:t>
            </a:r>
            <a:endParaRPr lang="en-US" sz="1600"/>
          </a:p>
        </p:txBody>
      </p:sp>
      <p:sp>
        <p:nvSpPr>
          <p:cNvPr id="63" name="Shape 61"/>
          <p:cNvSpPr/>
          <p:nvPr/>
        </p:nvSpPr>
        <p:spPr>
          <a:xfrm>
            <a:off x="502920" y="5676138"/>
            <a:ext cx="475488" cy="660654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64" name="Text 62"/>
          <p:cNvSpPr/>
          <p:nvPr/>
        </p:nvSpPr>
        <p:spPr>
          <a:xfrm>
            <a:off x="525780" y="5680710"/>
            <a:ext cx="429768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>
                <a:solidFill>
                  <a:srgbClr val="543443"/>
                </a:solidFill>
              </a:rPr>
              <a:t>7</a:t>
            </a:r>
            <a:endParaRPr lang="en-US" sz="1600"/>
          </a:p>
        </p:txBody>
      </p:sp>
      <p:sp>
        <p:nvSpPr>
          <p:cNvPr id="65" name="Shape 63"/>
          <p:cNvSpPr/>
          <p:nvPr/>
        </p:nvSpPr>
        <p:spPr>
          <a:xfrm>
            <a:off x="978408" y="5676138"/>
            <a:ext cx="3881628" cy="660654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66" name="Text 64"/>
          <p:cNvSpPr/>
          <p:nvPr/>
        </p:nvSpPr>
        <p:spPr>
          <a:xfrm>
            <a:off x="1001268" y="5680710"/>
            <a:ext cx="3835908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 err="1">
                <a:solidFill>
                  <a:srgbClr val="543443"/>
                </a:solidFill>
              </a:rPr>
              <a:t>張枝蘭</a:t>
            </a:r>
            <a:endParaRPr lang="en-US" sz="2800" b="1" dirty="0" err="1"/>
          </a:p>
        </p:txBody>
      </p:sp>
      <p:sp>
        <p:nvSpPr>
          <p:cNvPr id="67" name="Shape 65"/>
          <p:cNvSpPr/>
          <p:nvPr/>
        </p:nvSpPr>
        <p:spPr>
          <a:xfrm>
            <a:off x="4860036" y="5676138"/>
            <a:ext cx="621792" cy="660654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68" name="Text 66"/>
          <p:cNvSpPr/>
          <p:nvPr/>
        </p:nvSpPr>
        <p:spPr>
          <a:xfrm>
            <a:off x="4882896" y="5680710"/>
            <a:ext cx="576072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>
                <a:solidFill>
                  <a:srgbClr val="543443"/>
                </a:solidFill>
              </a:rPr>
              <a:t>林德</a:t>
            </a:r>
            <a:endParaRPr lang="en-US" sz="1600"/>
          </a:p>
        </p:txBody>
      </p:sp>
      <p:sp>
        <p:nvSpPr>
          <p:cNvPr id="69" name="Shape 67"/>
          <p:cNvSpPr/>
          <p:nvPr/>
        </p:nvSpPr>
        <p:spPr>
          <a:xfrm>
            <a:off x="5481828" y="5676138"/>
            <a:ext cx="530352" cy="660654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70" name="Text 68"/>
          <p:cNvSpPr/>
          <p:nvPr/>
        </p:nvSpPr>
        <p:spPr>
          <a:xfrm>
            <a:off x="5504688" y="5680710"/>
            <a:ext cx="484632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7B3C5E"/>
                </a:solidFill>
              </a:rPr>
              <a:t>14</a:t>
            </a:r>
            <a:endParaRPr lang="en-US" sz="1600"/>
          </a:p>
        </p:txBody>
      </p:sp>
      <p:sp>
        <p:nvSpPr>
          <p:cNvPr id="71" name="Shape 69"/>
          <p:cNvSpPr/>
          <p:nvPr/>
        </p:nvSpPr>
        <p:spPr>
          <a:xfrm>
            <a:off x="6176772" y="1051560"/>
            <a:ext cx="5509260" cy="5285232"/>
          </a:xfrm>
          <a:prstGeom prst="roundRect">
            <a:avLst/>
          </a:prstGeom>
          <a:solidFill>
            <a:srgbClr val="FFFCFA"/>
          </a:solidFill>
          <a:ln w="12700">
            <a:solidFill>
              <a:srgbClr val="D8B77D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72" name="Shape 70"/>
          <p:cNvSpPr/>
          <p:nvPr/>
        </p:nvSpPr>
        <p:spPr>
          <a:xfrm>
            <a:off x="6176772" y="1051560"/>
            <a:ext cx="475488" cy="660654"/>
          </a:xfrm>
          <a:prstGeom prst="rect">
            <a:avLst/>
          </a:prstGeom>
          <a:solidFill>
            <a:srgbClr val="92506F"/>
          </a:solidFill>
          <a:ln w="6350">
            <a:solidFill>
              <a:srgbClr val="E6C992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73" name="Text 71"/>
          <p:cNvSpPr/>
          <p:nvPr/>
        </p:nvSpPr>
        <p:spPr>
          <a:xfrm>
            <a:off x="6195060" y="1060704"/>
            <a:ext cx="438912" cy="6423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</a:rPr>
              <a:t>No</a:t>
            </a:r>
            <a:endParaRPr lang="en-US" sz="1600"/>
          </a:p>
        </p:txBody>
      </p:sp>
      <p:sp>
        <p:nvSpPr>
          <p:cNvPr id="74" name="Shape 72"/>
          <p:cNvSpPr/>
          <p:nvPr/>
        </p:nvSpPr>
        <p:spPr>
          <a:xfrm>
            <a:off x="6652260" y="1051560"/>
            <a:ext cx="3881628" cy="660654"/>
          </a:xfrm>
          <a:prstGeom prst="rect">
            <a:avLst/>
          </a:prstGeom>
          <a:solidFill>
            <a:srgbClr val="7B3C5E"/>
          </a:solidFill>
          <a:ln w="6350">
            <a:solidFill>
              <a:srgbClr val="E6C992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75" name="Text 73"/>
          <p:cNvSpPr/>
          <p:nvPr/>
        </p:nvSpPr>
        <p:spPr>
          <a:xfrm>
            <a:off x="6670548" y="1060704"/>
            <a:ext cx="3845052" cy="6423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</a:rPr>
              <a:t>負責人</a:t>
            </a:r>
            <a:endParaRPr lang="en-US" sz="1600"/>
          </a:p>
        </p:txBody>
      </p:sp>
      <p:sp>
        <p:nvSpPr>
          <p:cNvPr id="76" name="Shape 74"/>
          <p:cNvSpPr/>
          <p:nvPr/>
        </p:nvSpPr>
        <p:spPr>
          <a:xfrm>
            <a:off x="10533888" y="1051560"/>
            <a:ext cx="621792" cy="660654"/>
          </a:xfrm>
          <a:prstGeom prst="rect">
            <a:avLst/>
          </a:prstGeom>
          <a:solidFill>
            <a:srgbClr val="92506F"/>
          </a:solidFill>
          <a:ln w="6350">
            <a:solidFill>
              <a:srgbClr val="E6C992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77" name="Text 75"/>
          <p:cNvSpPr/>
          <p:nvPr/>
        </p:nvSpPr>
        <p:spPr>
          <a:xfrm>
            <a:off x="10552176" y="1060704"/>
            <a:ext cx="585216" cy="6423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</a:rPr>
              <a:t>屬壇</a:t>
            </a:r>
            <a:endParaRPr lang="en-US" sz="1600"/>
          </a:p>
        </p:txBody>
      </p:sp>
      <p:sp>
        <p:nvSpPr>
          <p:cNvPr id="78" name="Shape 76"/>
          <p:cNvSpPr/>
          <p:nvPr/>
        </p:nvSpPr>
        <p:spPr>
          <a:xfrm>
            <a:off x="11155680" y="1051560"/>
            <a:ext cx="530352" cy="660654"/>
          </a:xfrm>
          <a:prstGeom prst="rect">
            <a:avLst/>
          </a:prstGeom>
          <a:solidFill>
            <a:srgbClr val="92506F"/>
          </a:solidFill>
          <a:ln w="6350">
            <a:solidFill>
              <a:srgbClr val="E6C992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79" name="Text 77"/>
          <p:cNvSpPr/>
          <p:nvPr/>
        </p:nvSpPr>
        <p:spPr>
          <a:xfrm>
            <a:off x="11173968" y="1060704"/>
            <a:ext cx="493776" cy="6423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</a:rPr>
              <a:t>求道人數</a:t>
            </a:r>
            <a:endParaRPr lang="en-US" sz="1600"/>
          </a:p>
        </p:txBody>
      </p:sp>
      <p:sp>
        <p:nvSpPr>
          <p:cNvPr id="80" name="Shape 78"/>
          <p:cNvSpPr/>
          <p:nvPr/>
        </p:nvSpPr>
        <p:spPr>
          <a:xfrm>
            <a:off x="6176772" y="1712214"/>
            <a:ext cx="475488" cy="660654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81" name="Text 79"/>
          <p:cNvSpPr/>
          <p:nvPr/>
        </p:nvSpPr>
        <p:spPr>
          <a:xfrm>
            <a:off x="6199632" y="1716786"/>
            <a:ext cx="429768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>
                <a:solidFill>
                  <a:srgbClr val="543443"/>
                </a:solidFill>
              </a:rPr>
              <a:t>8</a:t>
            </a:r>
            <a:endParaRPr lang="en-US" sz="1600"/>
          </a:p>
        </p:txBody>
      </p:sp>
      <p:sp>
        <p:nvSpPr>
          <p:cNvPr id="82" name="Shape 80"/>
          <p:cNvSpPr/>
          <p:nvPr/>
        </p:nvSpPr>
        <p:spPr>
          <a:xfrm>
            <a:off x="6652260" y="1712214"/>
            <a:ext cx="3881628" cy="660654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83" name="Text 81"/>
          <p:cNvSpPr/>
          <p:nvPr/>
        </p:nvSpPr>
        <p:spPr>
          <a:xfrm>
            <a:off x="6675120" y="1716786"/>
            <a:ext cx="3835908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 err="1">
                <a:solidFill>
                  <a:srgbClr val="543443"/>
                </a:solidFill>
              </a:rPr>
              <a:t>陳麗婷</a:t>
            </a:r>
            <a:endParaRPr lang="en-US" sz="2800" b="1" dirty="0"/>
          </a:p>
        </p:txBody>
      </p:sp>
      <p:sp>
        <p:nvSpPr>
          <p:cNvPr id="84" name="Shape 82"/>
          <p:cNvSpPr/>
          <p:nvPr/>
        </p:nvSpPr>
        <p:spPr>
          <a:xfrm>
            <a:off x="10533888" y="1712214"/>
            <a:ext cx="621792" cy="660654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85" name="Text 83"/>
          <p:cNvSpPr/>
          <p:nvPr/>
        </p:nvSpPr>
        <p:spPr>
          <a:xfrm>
            <a:off x="10556748" y="1716786"/>
            <a:ext cx="576072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>
                <a:solidFill>
                  <a:srgbClr val="543443"/>
                </a:solidFill>
              </a:rPr>
              <a:t>進德</a:t>
            </a:r>
            <a:endParaRPr lang="en-US" sz="1600"/>
          </a:p>
        </p:txBody>
      </p:sp>
      <p:sp>
        <p:nvSpPr>
          <p:cNvPr id="86" name="Shape 84"/>
          <p:cNvSpPr/>
          <p:nvPr/>
        </p:nvSpPr>
        <p:spPr>
          <a:xfrm>
            <a:off x="11155680" y="1712214"/>
            <a:ext cx="530352" cy="660654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87" name="Text 85"/>
          <p:cNvSpPr/>
          <p:nvPr/>
        </p:nvSpPr>
        <p:spPr>
          <a:xfrm>
            <a:off x="11178540" y="1716786"/>
            <a:ext cx="484632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7B3C5E"/>
                </a:solidFill>
              </a:rPr>
              <a:t>13</a:t>
            </a:r>
            <a:endParaRPr lang="en-US" sz="1600"/>
          </a:p>
        </p:txBody>
      </p:sp>
      <p:sp>
        <p:nvSpPr>
          <p:cNvPr id="88" name="Shape 86"/>
          <p:cNvSpPr/>
          <p:nvPr/>
        </p:nvSpPr>
        <p:spPr>
          <a:xfrm>
            <a:off x="6176772" y="2372868"/>
            <a:ext cx="475488" cy="660654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89" name="Text 87"/>
          <p:cNvSpPr/>
          <p:nvPr/>
        </p:nvSpPr>
        <p:spPr>
          <a:xfrm>
            <a:off x="6199632" y="2377440"/>
            <a:ext cx="429768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>
                <a:solidFill>
                  <a:srgbClr val="543443"/>
                </a:solidFill>
              </a:rPr>
              <a:t>9</a:t>
            </a:r>
            <a:endParaRPr lang="en-US" sz="1600"/>
          </a:p>
        </p:txBody>
      </p:sp>
      <p:sp>
        <p:nvSpPr>
          <p:cNvPr id="90" name="Shape 88"/>
          <p:cNvSpPr/>
          <p:nvPr/>
        </p:nvSpPr>
        <p:spPr>
          <a:xfrm>
            <a:off x="6652260" y="2372868"/>
            <a:ext cx="3881628" cy="660654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91" name="Text 89"/>
          <p:cNvSpPr/>
          <p:nvPr/>
        </p:nvSpPr>
        <p:spPr>
          <a:xfrm>
            <a:off x="6675120" y="2377440"/>
            <a:ext cx="3835908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 err="1">
                <a:solidFill>
                  <a:srgbClr val="543443"/>
                </a:solidFill>
              </a:rPr>
              <a:t>賴韋妤</a:t>
            </a:r>
            <a:endParaRPr lang="en-US" sz="2800" b="1" dirty="0"/>
          </a:p>
        </p:txBody>
      </p:sp>
      <p:sp>
        <p:nvSpPr>
          <p:cNvPr id="92" name="Shape 90"/>
          <p:cNvSpPr/>
          <p:nvPr/>
        </p:nvSpPr>
        <p:spPr>
          <a:xfrm>
            <a:off x="10533888" y="2372868"/>
            <a:ext cx="621792" cy="660654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93" name="Text 91"/>
          <p:cNvSpPr/>
          <p:nvPr/>
        </p:nvSpPr>
        <p:spPr>
          <a:xfrm>
            <a:off x="10556748" y="2377440"/>
            <a:ext cx="576072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>
                <a:solidFill>
                  <a:srgbClr val="543443"/>
                </a:solidFill>
              </a:rPr>
              <a:t>璟德</a:t>
            </a:r>
            <a:endParaRPr lang="en-US" sz="1600"/>
          </a:p>
        </p:txBody>
      </p:sp>
      <p:sp>
        <p:nvSpPr>
          <p:cNvPr id="94" name="Shape 92"/>
          <p:cNvSpPr/>
          <p:nvPr/>
        </p:nvSpPr>
        <p:spPr>
          <a:xfrm>
            <a:off x="11155680" y="2372868"/>
            <a:ext cx="530352" cy="660654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95" name="Text 93"/>
          <p:cNvSpPr/>
          <p:nvPr/>
        </p:nvSpPr>
        <p:spPr>
          <a:xfrm>
            <a:off x="11178540" y="2377440"/>
            <a:ext cx="484632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7B3C5E"/>
                </a:solidFill>
              </a:rPr>
              <a:t>11</a:t>
            </a:r>
            <a:endParaRPr lang="en-US" sz="1600"/>
          </a:p>
        </p:txBody>
      </p:sp>
      <p:sp>
        <p:nvSpPr>
          <p:cNvPr id="96" name="Shape 94"/>
          <p:cNvSpPr/>
          <p:nvPr/>
        </p:nvSpPr>
        <p:spPr>
          <a:xfrm>
            <a:off x="6176772" y="3033522"/>
            <a:ext cx="475488" cy="660654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97" name="Text 95"/>
          <p:cNvSpPr/>
          <p:nvPr/>
        </p:nvSpPr>
        <p:spPr>
          <a:xfrm>
            <a:off x="6199632" y="3038094"/>
            <a:ext cx="429768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>
                <a:solidFill>
                  <a:srgbClr val="543443"/>
                </a:solidFill>
              </a:rPr>
              <a:t>10</a:t>
            </a:r>
            <a:endParaRPr lang="en-US" sz="1600"/>
          </a:p>
        </p:txBody>
      </p:sp>
      <p:sp>
        <p:nvSpPr>
          <p:cNvPr id="98" name="Shape 96"/>
          <p:cNvSpPr/>
          <p:nvPr/>
        </p:nvSpPr>
        <p:spPr>
          <a:xfrm>
            <a:off x="6652260" y="3033522"/>
            <a:ext cx="3881628" cy="660654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99" name="Text 97"/>
          <p:cNvSpPr/>
          <p:nvPr/>
        </p:nvSpPr>
        <p:spPr>
          <a:xfrm>
            <a:off x="6675120" y="3038094"/>
            <a:ext cx="3835908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 err="1">
                <a:solidFill>
                  <a:srgbClr val="543443"/>
                </a:solidFill>
              </a:rPr>
              <a:t>鍾茹芬</a:t>
            </a:r>
            <a:endParaRPr lang="en-US" sz="2800" b="1" dirty="0"/>
          </a:p>
        </p:txBody>
      </p:sp>
      <p:sp>
        <p:nvSpPr>
          <p:cNvPr id="100" name="Shape 98"/>
          <p:cNvSpPr/>
          <p:nvPr/>
        </p:nvSpPr>
        <p:spPr>
          <a:xfrm>
            <a:off x="10533888" y="3033522"/>
            <a:ext cx="621792" cy="660654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01" name="Text 99"/>
          <p:cNvSpPr/>
          <p:nvPr/>
        </p:nvSpPr>
        <p:spPr>
          <a:xfrm>
            <a:off x="10556748" y="3038094"/>
            <a:ext cx="576072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>
                <a:solidFill>
                  <a:srgbClr val="543443"/>
                </a:solidFill>
              </a:rPr>
              <a:t>敬德</a:t>
            </a:r>
            <a:endParaRPr lang="en-US" sz="1600"/>
          </a:p>
        </p:txBody>
      </p:sp>
      <p:sp>
        <p:nvSpPr>
          <p:cNvPr id="102" name="Shape 100"/>
          <p:cNvSpPr/>
          <p:nvPr/>
        </p:nvSpPr>
        <p:spPr>
          <a:xfrm>
            <a:off x="11155680" y="3033522"/>
            <a:ext cx="530352" cy="660654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03" name="Text 101"/>
          <p:cNvSpPr/>
          <p:nvPr/>
        </p:nvSpPr>
        <p:spPr>
          <a:xfrm>
            <a:off x="11178540" y="3038094"/>
            <a:ext cx="484632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7B3C5E"/>
                </a:solidFill>
              </a:rPr>
              <a:t>12</a:t>
            </a:r>
            <a:endParaRPr lang="en-US" sz="1600"/>
          </a:p>
        </p:txBody>
      </p:sp>
      <p:sp>
        <p:nvSpPr>
          <p:cNvPr id="104" name="Shape 102"/>
          <p:cNvSpPr/>
          <p:nvPr/>
        </p:nvSpPr>
        <p:spPr>
          <a:xfrm>
            <a:off x="6176772" y="3694176"/>
            <a:ext cx="475488" cy="660654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05" name="Text 103"/>
          <p:cNvSpPr/>
          <p:nvPr/>
        </p:nvSpPr>
        <p:spPr>
          <a:xfrm>
            <a:off x="6199632" y="3698748"/>
            <a:ext cx="429768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>
                <a:solidFill>
                  <a:srgbClr val="543443"/>
                </a:solidFill>
              </a:rPr>
              <a:t>11</a:t>
            </a:r>
            <a:endParaRPr lang="en-US" sz="1600"/>
          </a:p>
        </p:txBody>
      </p:sp>
      <p:sp>
        <p:nvSpPr>
          <p:cNvPr id="106" name="Shape 104"/>
          <p:cNvSpPr/>
          <p:nvPr/>
        </p:nvSpPr>
        <p:spPr>
          <a:xfrm>
            <a:off x="6652260" y="3694176"/>
            <a:ext cx="3881628" cy="660654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07" name="Text 105"/>
          <p:cNvSpPr/>
          <p:nvPr/>
        </p:nvSpPr>
        <p:spPr>
          <a:xfrm>
            <a:off x="6675120" y="3698748"/>
            <a:ext cx="3835908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 err="1">
                <a:solidFill>
                  <a:srgbClr val="543443"/>
                </a:solidFill>
              </a:rPr>
              <a:t>蔡巧玲</a:t>
            </a:r>
            <a:endParaRPr lang="en-US" sz="2800" b="1" dirty="0" err="1"/>
          </a:p>
        </p:txBody>
      </p:sp>
      <p:sp>
        <p:nvSpPr>
          <p:cNvPr id="108" name="Shape 106"/>
          <p:cNvSpPr/>
          <p:nvPr/>
        </p:nvSpPr>
        <p:spPr>
          <a:xfrm>
            <a:off x="10533888" y="3694176"/>
            <a:ext cx="621792" cy="660654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09" name="Text 107"/>
          <p:cNvSpPr/>
          <p:nvPr/>
        </p:nvSpPr>
        <p:spPr>
          <a:xfrm>
            <a:off x="10556748" y="3698748"/>
            <a:ext cx="576072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>
                <a:solidFill>
                  <a:srgbClr val="543443"/>
                </a:solidFill>
              </a:rPr>
              <a:t>融德</a:t>
            </a:r>
            <a:endParaRPr lang="en-US" sz="1600"/>
          </a:p>
        </p:txBody>
      </p:sp>
      <p:sp>
        <p:nvSpPr>
          <p:cNvPr id="110" name="Shape 108"/>
          <p:cNvSpPr/>
          <p:nvPr/>
        </p:nvSpPr>
        <p:spPr>
          <a:xfrm>
            <a:off x="11155680" y="3694176"/>
            <a:ext cx="530352" cy="660654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11" name="Text 109"/>
          <p:cNvSpPr/>
          <p:nvPr/>
        </p:nvSpPr>
        <p:spPr>
          <a:xfrm>
            <a:off x="11178540" y="3698748"/>
            <a:ext cx="484632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7B3C5E"/>
                </a:solidFill>
              </a:rPr>
              <a:t>10</a:t>
            </a:r>
            <a:endParaRPr lang="en-US" sz="1600"/>
          </a:p>
        </p:txBody>
      </p:sp>
      <p:sp>
        <p:nvSpPr>
          <p:cNvPr id="112" name="Shape 110"/>
          <p:cNvSpPr/>
          <p:nvPr/>
        </p:nvSpPr>
        <p:spPr>
          <a:xfrm>
            <a:off x="6176772" y="4354830"/>
            <a:ext cx="475488" cy="660654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13" name="Text 111"/>
          <p:cNvSpPr/>
          <p:nvPr/>
        </p:nvSpPr>
        <p:spPr>
          <a:xfrm>
            <a:off x="6199632" y="4359402"/>
            <a:ext cx="429768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>
                <a:solidFill>
                  <a:srgbClr val="543443"/>
                </a:solidFill>
              </a:rPr>
              <a:t>12</a:t>
            </a:r>
            <a:endParaRPr lang="en-US" sz="1600"/>
          </a:p>
        </p:txBody>
      </p:sp>
      <p:sp>
        <p:nvSpPr>
          <p:cNvPr id="114" name="Shape 112"/>
          <p:cNvSpPr/>
          <p:nvPr/>
        </p:nvSpPr>
        <p:spPr>
          <a:xfrm>
            <a:off x="6652260" y="4354830"/>
            <a:ext cx="3881628" cy="660654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15" name="Text 113"/>
          <p:cNvSpPr/>
          <p:nvPr/>
        </p:nvSpPr>
        <p:spPr>
          <a:xfrm>
            <a:off x="6675120" y="4359402"/>
            <a:ext cx="3835908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 err="1">
                <a:solidFill>
                  <a:srgbClr val="543443"/>
                </a:solidFill>
              </a:rPr>
              <a:t>陳金成</a:t>
            </a:r>
            <a:endParaRPr lang="en-US" sz="2800" b="1" dirty="0" err="1"/>
          </a:p>
        </p:txBody>
      </p:sp>
      <p:sp>
        <p:nvSpPr>
          <p:cNvPr id="116" name="Shape 114"/>
          <p:cNvSpPr/>
          <p:nvPr/>
        </p:nvSpPr>
        <p:spPr>
          <a:xfrm>
            <a:off x="10533888" y="4354830"/>
            <a:ext cx="621792" cy="660654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17" name="Text 115"/>
          <p:cNvSpPr/>
          <p:nvPr/>
        </p:nvSpPr>
        <p:spPr>
          <a:xfrm>
            <a:off x="10556748" y="4359402"/>
            <a:ext cx="576072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>
                <a:solidFill>
                  <a:srgbClr val="543443"/>
                </a:solidFill>
              </a:rPr>
              <a:t>林德</a:t>
            </a:r>
            <a:endParaRPr lang="en-US" sz="1600"/>
          </a:p>
        </p:txBody>
      </p:sp>
      <p:sp>
        <p:nvSpPr>
          <p:cNvPr id="118" name="Shape 116"/>
          <p:cNvSpPr/>
          <p:nvPr/>
        </p:nvSpPr>
        <p:spPr>
          <a:xfrm>
            <a:off x="11155680" y="4354830"/>
            <a:ext cx="530352" cy="660654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19" name="Text 117"/>
          <p:cNvSpPr/>
          <p:nvPr/>
        </p:nvSpPr>
        <p:spPr>
          <a:xfrm>
            <a:off x="11178540" y="4359402"/>
            <a:ext cx="484632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7B3C5E"/>
                </a:solidFill>
              </a:rPr>
              <a:t>10</a:t>
            </a:r>
            <a:endParaRPr lang="en-US" sz="1600"/>
          </a:p>
        </p:txBody>
      </p:sp>
      <p:sp>
        <p:nvSpPr>
          <p:cNvPr id="120" name="Shape 118"/>
          <p:cNvSpPr/>
          <p:nvPr/>
        </p:nvSpPr>
        <p:spPr>
          <a:xfrm>
            <a:off x="6176772" y="5015484"/>
            <a:ext cx="475488" cy="660654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21" name="Text 119"/>
          <p:cNvSpPr/>
          <p:nvPr/>
        </p:nvSpPr>
        <p:spPr>
          <a:xfrm>
            <a:off x="6199632" y="5020056"/>
            <a:ext cx="429768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>
                <a:solidFill>
                  <a:srgbClr val="543443"/>
                </a:solidFill>
              </a:rPr>
              <a:t>13</a:t>
            </a:r>
            <a:endParaRPr lang="en-US" sz="1600"/>
          </a:p>
        </p:txBody>
      </p:sp>
      <p:sp>
        <p:nvSpPr>
          <p:cNvPr id="122" name="Shape 120"/>
          <p:cNvSpPr/>
          <p:nvPr/>
        </p:nvSpPr>
        <p:spPr>
          <a:xfrm>
            <a:off x="6652260" y="5015484"/>
            <a:ext cx="3881628" cy="660654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23" name="Text 121"/>
          <p:cNvSpPr/>
          <p:nvPr/>
        </p:nvSpPr>
        <p:spPr>
          <a:xfrm>
            <a:off x="6675120" y="5020056"/>
            <a:ext cx="3835908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 err="1">
                <a:solidFill>
                  <a:srgbClr val="543443"/>
                </a:solidFill>
              </a:rPr>
              <a:t>莊小婷</a:t>
            </a:r>
            <a:endParaRPr lang="en-US" sz="2800" b="1" dirty="0" err="1"/>
          </a:p>
        </p:txBody>
      </p:sp>
      <p:sp>
        <p:nvSpPr>
          <p:cNvPr id="124" name="Shape 122"/>
          <p:cNvSpPr/>
          <p:nvPr/>
        </p:nvSpPr>
        <p:spPr>
          <a:xfrm>
            <a:off x="10533888" y="5015484"/>
            <a:ext cx="621792" cy="660654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25" name="Text 123"/>
          <p:cNvSpPr/>
          <p:nvPr/>
        </p:nvSpPr>
        <p:spPr>
          <a:xfrm>
            <a:off x="10556748" y="5020056"/>
            <a:ext cx="576072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>
                <a:solidFill>
                  <a:srgbClr val="543443"/>
                </a:solidFill>
              </a:rPr>
              <a:t>融德</a:t>
            </a:r>
            <a:endParaRPr lang="en-US" sz="1600"/>
          </a:p>
        </p:txBody>
      </p:sp>
      <p:sp>
        <p:nvSpPr>
          <p:cNvPr id="126" name="Shape 124"/>
          <p:cNvSpPr/>
          <p:nvPr/>
        </p:nvSpPr>
        <p:spPr>
          <a:xfrm>
            <a:off x="11155680" y="5015484"/>
            <a:ext cx="530352" cy="660654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27" name="Text 125"/>
          <p:cNvSpPr/>
          <p:nvPr/>
        </p:nvSpPr>
        <p:spPr>
          <a:xfrm>
            <a:off x="11178540" y="5020056"/>
            <a:ext cx="484632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7B3C5E"/>
                </a:solidFill>
              </a:rPr>
              <a:t>10</a:t>
            </a:r>
            <a:endParaRPr lang="en-US" sz="1600"/>
          </a:p>
        </p:txBody>
      </p:sp>
      <p:sp>
        <p:nvSpPr>
          <p:cNvPr id="128" name="Shape 126"/>
          <p:cNvSpPr/>
          <p:nvPr/>
        </p:nvSpPr>
        <p:spPr>
          <a:xfrm>
            <a:off x="6176772" y="5676138"/>
            <a:ext cx="475488" cy="660654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29" name="Text 127"/>
          <p:cNvSpPr/>
          <p:nvPr/>
        </p:nvSpPr>
        <p:spPr>
          <a:xfrm>
            <a:off x="6199632" y="5680710"/>
            <a:ext cx="429768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>
                <a:solidFill>
                  <a:srgbClr val="543443"/>
                </a:solidFill>
              </a:rPr>
              <a:t>14</a:t>
            </a:r>
            <a:endParaRPr lang="en-US" sz="1600"/>
          </a:p>
        </p:txBody>
      </p:sp>
      <p:sp>
        <p:nvSpPr>
          <p:cNvPr id="130" name="Shape 128"/>
          <p:cNvSpPr/>
          <p:nvPr/>
        </p:nvSpPr>
        <p:spPr>
          <a:xfrm>
            <a:off x="6652260" y="5676138"/>
            <a:ext cx="3881628" cy="660654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31" name="Text 129"/>
          <p:cNvSpPr/>
          <p:nvPr/>
        </p:nvSpPr>
        <p:spPr>
          <a:xfrm>
            <a:off x="6675120" y="5680710"/>
            <a:ext cx="3835908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 err="1">
                <a:solidFill>
                  <a:srgbClr val="543443"/>
                </a:solidFill>
              </a:rPr>
              <a:t>李毓秀</a:t>
            </a:r>
            <a:endParaRPr lang="en-US" sz="2800" b="1" dirty="0"/>
          </a:p>
        </p:txBody>
      </p:sp>
      <p:sp>
        <p:nvSpPr>
          <p:cNvPr id="132" name="Shape 130"/>
          <p:cNvSpPr/>
          <p:nvPr/>
        </p:nvSpPr>
        <p:spPr>
          <a:xfrm>
            <a:off x="10533888" y="5676138"/>
            <a:ext cx="621792" cy="660654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33" name="Text 131"/>
          <p:cNvSpPr/>
          <p:nvPr/>
        </p:nvSpPr>
        <p:spPr>
          <a:xfrm>
            <a:off x="10556748" y="5680710"/>
            <a:ext cx="576072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>
                <a:solidFill>
                  <a:srgbClr val="543443"/>
                </a:solidFill>
              </a:rPr>
              <a:t>齊德</a:t>
            </a:r>
            <a:endParaRPr lang="en-US" sz="1600"/>
          </a:p>
        </p:txBody>
      </p:sp>
      <p:sp>
        <p:nvSpPr>
          <p:cNvPr id="134" name="Shape 132"/>
          <p:cNvSpPr/>
          <p:nvPr/>
        </p:nvSpPr>
        <p:spPr>
          <a:xfrm>
            <a:off x="11155680" y="5676138"/>
            <a:ext cx="530352" cy="660654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35" name="Text 133"/>
          <p:cNvSpPr/>
          <p:nvPr/>
        </p:nvSpPr>
        <p:spPr>
          <a:xfrm>
            <a:off x="11178540" y="5680710"/>
            <a:ext cx="484632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7B3C5E"/>
                </a:solidFill>
              </a:rPr>
              <a:t>10</a:t>
            </a:r>
            <a:endParaRPr lang="en-US" sz="1600"/>
          </a:p>
        </p:txBody>
      </p:sp>
      <p:sp>
        <p:nvSpPr>
          <p:cNvPr id="136" name="Text 134"/>
          <p:cNvSpPr/>
          <p:nvPr/>
        </p:nvSpPr>
        <p:spPr>
          <a:xfrm>
            <a:off x="11338560" y="6510528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E7284"/>
                </a:solidFill>
              </a:rPr>
              <a:t>05</a:t>
            </a:r>
            <a:endParaRPr lang="en-US" sz="900" dirty="0"/>
          </a:p>
        </p:txBody>
      </p:sp>
      <p:sp>
        <p:nvSpPr>
          <p:cNvPr id="139" name="Eyebrow">
            <a:extLst>
              <a:ext uri="{FF2B5EF4-FFF2-40B4-BE49-F238E27FC236}">
                <a16:creationId xmlns:a16="http://schemas.microsoft.com/office/drawing/2014/main" id="{585FA7DF-B0D1-5422-8650-EEB2D66D2F15}"/>
              </a:ext>
            </a:extLst>
          </p:cNvPr>
          <p:cNvSpPr/>
          <p:nvPr/>
        </p:nvSpPr>
        <p:spPr>
          <a:xfrm>
            <a:off x="7315200" y="228600"/>
            <a:ext cx="4343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zh-TW" altLang="en-US" sz="1600" spc="200" dirty="0">
                <a:solidFill>
                  <a:srgbClr val="F7E8D2"/>
                </a:solidFill>
                <a:latin typeface="Noto Sans CJK TC"/>
                <a:ea typeface="Noto Sans CJK TC"/>
              </a:rPr>
              <a:t>2026年 · 巴生道務中心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8B419E-70CE-0BA3-AA55-5877C0E05C2F}"/>
            </a:ext>
          </a:extLst>
        </p:cNvPr>
        <p:cNvGrpSpPr/>
        <p:nvPr/>
      </p:nvGrpSpPr>
      <p:grpSpPr>
        <a:xfrm>
          <a:off x="0" y="0"/>
          <a:ext cx="1" cy="1"/>
          <a:chOff x="0" y="0"/>
          <a:chExt cx="1" cy="1"/>
        </a:xfrm>
      </p:grpSpPr>
      <p:pic>
        <p:nvPicPr>
          <p:cNvPr id="2" name="Image 0" descr="/mnt/data/b720e5a18e.jpeg">
            <a:extLst>
              <a:ext uri="{FF2B5EF4-FFF2-40B4-BE49-F238E27FC236}">
                <a16:creationId xmlns:a16="http://schemas.microsoft.com/office/drawing/2014/main" id="{C3ADE654-3210-5B9D-082C-BEF69ADBF48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7811" b="781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>
            <a:extLst>
              <a:ext uri="{FF2B5EF4-FFF2-40B4-BE49-F238E27FC236}">
                <a16:creationId xmlns:a16="http://schemas.microsoft.com/office/drawing/2014/main" id="{AD56422D-8882-4341-873E-8595E700AB75}"/>
              </a:ext>
            </a:extLst>
          </p:cNvPr>
          <p:cNvSpPr/>
          <p:nvPr/>
        </p:nvSpPr>
        <p:spPr>
          <a:xfrm>
            <a:off x="1828800" y="2209800"/>
            <a:ext cx="8549640" cy="2286000"/>
          </a:xfrm>
          <a:prstGeom prst="roundRect">
            <a:avLst/>
          </a:prstGeom>
          <a:solidFill>
            <a:srgbClr val="FFFFFF">
              <a:alpha val="91000"/>
            </a:srgbClr>
          </a:solidFill>
          <a:ln w="25400">
            <a:solidFill>
              <a:srgbClr val="C79A4B"/>
            </a:solidFill>
            <a:prstDash val="solid"/>
          </a:ln>
          <a:effectLst>
            <a:outerShdw blurRad="38100" dist="1905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31" name="Rule Left">
            <a:extLst>
              <a:ext uri="{FF2B5EF4-FFF2-40B4-BE49-F238E27FC236}">
                <a16:creationId xmlns:a16="http://schemas.microsoft.com/office/drawing/2014/main" id="{30FAC4D3-EBAB-A5F9-8375-385FD930DF17}"/>
              </a:ext>
            </a:extLst>
          </p:cNvPr>
          <p:cNvSpPr/>
          <p:nvPr/>
        </p:nvSpPr>
        <p:spPr>
          <a:xfrm>
            <a:off x="4114800" y="2712720"/>
            <a:ext cx="1371600" cy="12700"/>
          </a:xfrm>
          <a:prstGeom prst="rect">
            <a:avLst/>
          </a:prstGeom>
          <a:solidFill>
            <a:srgbClr val="C79A4B"/>
          </a:solidFill>
          <a:ln/>
        </p:spPr>
        <p:txBody>
          <a:bodyPr wrap="square" rtlCol="0" anchor="ctr"/>
          <a:lstStyle/>
          <a:p>
            <a:pPr algn="ctr"/>
            <a:endParaRPr lang="en-US" sz="100"/>
          </a:p>
        </p:txBody>
      </p:sp>
      <p:sp>
        <p:nvSpPr>
          <p:cNvPr id="32" name="Ornament">
            <a:extLst>
              <a:ext uri="{FF2B5EF4-FFF2-40B4-BE49-F238E27FC236}">
                <a16:creationId xmlns:a16="http://schemas.microsoft.com/office/drawing/2014/main" id="{BBB36485-AF52-2EAF-19E8-C9853F99EC30}"/>
              </a:ext>
            </a:extLst>
          </p:cNvPr>
          <p:cNvSpPr/>
          <p:nvPr/>
        </p:nvSpPr>
        <p:spPr>
          <a:xfrm>
            <a:off x="5715000" y="2529840"/>
            <a:ext cx="76169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spc="300">
                <a:solidFill>
                  <a:srgbClr val="C79A4B"/>
                </a:solidFill>
              </a:rPr>
              <a:t>❖</a:t>
            </a:r>
            <a:endParaRPr lang="en-US" sz="1800"/>
          </a:p>
        </p:txBody>
      </p:sp>
      <p:sp>
        <p:nvSpPr>
          <p:cNvPr id="33" name="Rule Right">
            <a:extLst>
              <a:ext uri="{FF2B5EF4-FFF2-40B4-BE49-F238E27FC236}">
                <a16:creationId xmlns:a16="http://schemas.microsoft.com/office/drawing/2014/main" id="{B84223AD-1A84-609C-8A2F-6FF9927B2FE5}"/>
              </a:ext>
            </a:extLst>
          </p:cNvPr>
          <p:cNvSpPr/>
          <p:nvPr/>
        </p:nvSpPr>
        <p:spPr>
          <a:xfrm>
            <a:off x="6705600" y="2712720"/>
            <a:ext cx="1371600" cy="12700"/>
          </a:xfrm>
          <a:prstGeom prst="rect">
            <a:avLst/>
          </a:prstGeom>
          <a:solidFill>
            <a:srgbClr val="C79A4B"/>
          </a:solidFill>
          <a:ln/>
        </p:spPr>
        <p:txBody>
          <a:bodyPr wrap="square" rtlCol="0" anchor="ctr"/>
          <a:lstStyle/>
          <a:p>
            <a:pPr algn="ctr"/>
            <a:endParaRPr lang="en-US" sz="100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F57677E7-8914-B1AE-13A8-9B56D79D39B2}"/>
              </a:ext>
            </a:extLst>
          </p:cNvPr>
          <p:cNvSpPr/>
          <p:nvPr/>
        </p:nvSpPr>
        <p:spPr>
          <a:xfrm>
            <a:off x="2230120" y="3048000"/>
            <a:ext cx="772668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zh-TW" altLang="en-US" sz="6600" b="1" spc="300" dirty="0">
                <a:solidFill>
                  <a:srgbClr val="5B2E4A"/>
                </a:solidFill>
                <a:latin typeface="Noto Sans CJK TC"/>
                <a:ea typeface="Noto Sans CJK TC"/>
              </a:rPr>
              <a:t>南三表演</a:t>
            </a:r>
            <a:endParaRPr lang="en-US" sz="6600" b="1" dirty="0">
              <a:solidFill>
                <a:srgbClr val="7B3C5E"/>
              </a:solidFill>
              <a:ea typeface="Noto Sans CJK TC"/>
            </a:endParaRPr>
          </a:p>
        </p:txBody>
      </p:sp>
      <p:sp>
        <p:nvSpPr>
          <p:cNvPr id="9" name="Eyebrow">
            <a:extLst>
              <a:ext uri="{FF2B5EF4-FFF2-40B4-BE49-F238E27FC236}">
                <a16:creationId xmlns:a16="http://schemas.microsoft.com/office/drawing/2014/main" id="{24E61253-4B13-249F-1B6D-523008BCD587}"/>
              </a:ext>
            </a:extLst>
          </p:cNvPr>
          <p:cNvSpPr/>
          <p:nvPr/>
        </p:nvSpPr>
        <p:spPr>
          <a:xfrm>
            <a:off x="1600200" y="731520"/>
            <a:ext cx="899129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5000"/>
              </a:lnSpc>
            </a:pPr>
            <a:r>
              <a:rPr lang="zh-TW" altLang="en-US" sz="2200" b="1" spc="600">
                <a:solidFill>
                  <a:srgbClr val="B8892F"/>
                </a:solidFill>
                <a:effectLst>
                  <a:outerShdw blurRad="25400" algn="ctr" rotWithShape="0">
                    <a:srgbClr val="FFFFFF">
                      <a:alpha val="70000"/>
                    </a:srgbClr>
                  </a:outerShdw>
                </a:effectLst>
                <a:latin typeface="Noto Sans CJK TC"/>
                <a:ea typeface="Noto Sans CJK TC"/>
              </a:rPr>
              <a:t>2026年 · 巴生道務中心</a:t>
            </a:r>
            <a:r>
              <a:rPr lang="zh-TW" sz="2200" b="1" spc="600">
                <a:solidFill>
                  <a:srgbClr val="B8892F"/>
                </a:solidFill>
                <a:effectLst>
                  <a:outerShdw blurRad="25400" algn="ctr" rotWithShape="0">
                    <a:srgbClr val="FFFFFF">
                      <a:alpha val="70000"/>
                    </a:srgbClr>
                  </a:outerShdw>
                </a:effectLst>
                <a:ea typeface="+mn-lt"/>
                <a:cs typeface="+mn-lt"/>
              </a:rPr>
              <a:t>· </a:t>
            </a:r>
            <a:r>
              <a:rPr lang="zh-TW" altLang="en-US" sz="2200" b="1" spc="600">
                <a:solidFill>
                  <a:srgbClr val="B8892F"/>
                </a:solidFill>
                <a:effectLst>
                  <a:outerShdw blurRad="25400" algn="ctr" rotWithShape="0">
                    <a:srgbClr val="FFFFFF">
                      <a:alpha val="70000"/>
                    </a:srgbClr>
                  </a:outerShdw>
                </a:effectLst>
                <a:latin typeface="Noto Sans CJK TC"/>
                <a:ea typeface="Noto Sans CJK TC"/>
              </a:rPr>
              <a:t>南區千人上岸</a:t>
            </a:r>
            <a:endParaRPr lang="en-US" altLang="zh-TW" sz="2200" b="1" spc="600">
              <a:solidFill>
                <a:srgbClr val="B8892F"/>
              </a:solidFill>
              <a:effectLst>
                <a:outerShdw blurRad="25400" algn="ctr" rotWithShape="0">
                  <a:srgbClr val="FFFFFF">
                    <a:alpha val="70000"/>
                  </a:srgbClr>
                </a:outerShdw>
              </a:effectLst>
              <a:latin typeface="Noto Sans CJK TC"/>
              <a:ea typeface="Noto Sans CJK TC"/>
            </a:endParaRPr>
          </a:p>
          <a:p>
            <a:pPr algn="ctr">
              <a:lnSpc>
                <a:spcPct val="105000"/>
              </a:lnSpc>
            </a:pPr>
            <a:r>
              <a:rPr lang="zh-TW" altLang="en-US" sz="2200" b="1" spc="600">
                <a:solidFill>
                  <a:srgbClr val="B8892F"/>
                </a:solidFill>
                <a:effectLst>
                  <a:outerShdw blurRad="25400" algn="ctr" rotWithShape="0">
                    <a:srgbClr val="FFFFFF">
                      <a:alpha val="70000"/>
                    </a:srgbClr>
                  </a:outerShdw>
                </a:effectLst>
                <a:latin typeface="Noto Sans CJK TC"/>
                <a:ea typeface="Noto Sans CJK TC"/>
              </a:rPr>
              <a:t>表揚大會</a:t>
            </a:r>
            <a:endParaRPr lang="en-US" altLang="zh-TW" sz="2200" b="1" spc="600">
              <a:solidFill>
                <a:srgbClr val="B8892F"/>
              </a:solidFill>
              <a:effectLst>
                <a:outerShdw blurRad="25400" algn="ctr" rotWithShape="0">
                  <a:srgbClr val="FFFFFF">
                    <a:alpha val="70000"/>
                  </a:srgbClr>
                </a:outerShdw>
              </a:effectLst>
              <a:latin typeface="Noto Sans CJK TC"/>
              <a:ea typeface="Noto Sans CJK TC"/>
            </a:endParaRPr>
          </a:p>
          <a:p>
            <a:pPr marL="0" indent="0" algn="ctr">
              <a:buNone/>
            </a:pPr>
            <a:endParaRPr lang="zh-TW" altLang="en-US" sz="2200" b="1" spc="600">
              <a:solidFill>
                <a:srgbClr val="B8892F"/>
              </a:solidFill>
              <a:effectLst>
                <a:outerShdw blurRad="25400" algn="ctr" rotWithShape="0">
                  <a:srgbClr val="FFFFFF">
                    <a:alpha val="70000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8081567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45583E-711B-E127-CAE6-D3DF9A4A25C6}"/>
            </a:ext>
          </a:extLst>
        </p:cNvPr>
        <p:cNvGrpSpPr/>
        <p:nvPr/>
      </p:nvGrpSpPr>
      <p:grpSpPr>
        <a:xfrm>
          <a:off x="0" y="0"/>
          <a:ext cx="1" cy="1"/>
          <a:chOff x="0" y="0"/>
          <a:chExt cx="1" cy="1"/>
        </a:xfrm>
      </p:grpSpPr>
      <p:pic>
        <p:nvPicPr>
          <p:cNvPr id="2" name="Image 0" descr="/mnt/data/f6d8e14f22.jpeg">
            <a:extLst>
              <a:ext uri="{FF2B5EF4-FFF2-40B4-BE49-F238E27FC236}">
                <a16:creationId xmlns:a16="http://schemas.microsoft.com/office/drawing/2014/main" id="{66B9E2DA-9BB3-A0CE-E34F-7939F4AAD52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7811" b="781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>
            <a:extLst>
              <a:ext uri="{FF2B5EF4-FFF2-40B4-BE49-F238E27FC236}">
                <a16:creationId xmlns:a16="http://schemas.microsoft.com/office/drawing/2014/main" id="{1BE05810-E214-D56B-5ECF-1BD9C4CAE5C9}"/>
              </a:ext>
            </a:extLst>
          </p:cNvPr>
          <p:cNvSpPr/>
          <p:nvPr/>
        </p:nvSpPr>
        <p:spPr>
          <a:xfrm>
            <a:off x="1828799" y="2057400"/>
            <a:ext cx="8762695" cy="1965960"/>
          </a:xfrm>
          <a:prstGeom prst="roundRect">
            <a:avLst/>
          </a:prstGeom>
          <a:solidFill>
            <a:srgbClr val="FFFFFF">
              <a:alpha val="91000"/>
            </a:srgbClr>
          </a:solidFill>
          <a:ln w="25400">
            <a:solidFill>
              <a:srgbClr val="D8B06A"/>
            </a:solidFill>
            <a:prstDash val="solid"/>
          </a:ln>
          <a:effectLst>
            <a:outerShdw blurRad="38100" dist="1905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7" name="Eyebrow">
            <a:extLst>
              <a:ext uri="{FF2B5EF4-FFF2-40B4-BE49-F238E27FC236}">
                <a16:creationId xmlns:a16="http://schemas.microsoft.com/office/drawing/2014/main" id="{EB38B14E-8328-475C-C856-9418CAD0A655}"/>
              </a:ext>
            </a:extLst>
          </p:cNvPr>
          <p:cNvSpPr/>
          <p:nvPr/>
        </p:nvSpPr>
        <p:spPr>
          <a:xfrm>
            <a:off x="1600200" y="731520"/>
            <a:ext cx="899129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5000"/>
              </a:lnSpc>
            </a:pPr>
            <a:r>
              <a:rPr lang="zh-TW" altLang="en-US" sz="2400" b="1" spc="500" dirty="0">
                <a:solidFill>
                  <a:srgbClr val="5B2E4A"/>
                </a:solidFill>
                <a:effectLst>
                  <a:outerShdw blurRad="25400" algn="ctr" rotWithShape="0">
                    <a:srgbClr val="FFFFFF">
                      <a:alpha val="95000"/>
                    </a:srgbClr>
                  </a:outerShdw>
                </a:effectLst>
                <a:latin typeface="Noto Sans CJK TC"/>
                <a:ea typeface="Noto Sans CJK TC"/>
              </a:rPr>
              <a:t>2026年 · 巴生道務中心</a:t>
            </a:r>
            <a:r>
              <a:rPr lang="zh-TW" altLang="en-US" sz="2400" b="1" spc="500" dirty="0">
                <a:solidFill>
                  <a:srgbClr val="5B2E4A"/>
                </a:solidFill>
                <a:effectLst>
                  <a:outerShdw blurRad="25400" algn="ctr" rotWithShape="0">
                    <a:srgbClr val="FFFFFF">
                      <a:alpha val="95000"/>
                    </a:srgbClr>
                  </a:outerShdw>
                </a:effectLst>
                <a:ea typeface="Noto Sans CJK TC"/>
              </a:rPr>
              <a:t>·</a:t>
            </a:r>
            <a:r>
              <a:rPr lang="zh-TW" altLang="en-US" sz="2400" b="1" spc="500" dirty="0">
                <a:solidFill>
                  <a:srgbClr val="5B2E4A"/>
                </a:solidFill>
                <a:effectLst>
                  <a:outerShdw blurRad="25400" algn="ctr" rotWithShape="0">
                    <a:srgbClr val="FFFFFF">
                      <a:alpha val="95000"/>
                    </a:srgbClr>
                  </a:outerShdw>
                </a:effectLst>
                <a:latin typeface="Noto Sans CJK TC"/>
                <a:ea typeface="Noto Sans CJK TC"/>
              </a:rPr>
              <a:t>南區千人上岸</a:t>
            </a:r>
            <a:endParaRPr lang="en-US" altLang="zh-TW" sz="2400" b="1" spc="500" dirty="0">
              <a:solidFill>
                <a:srgbClr val="5B2E4A"/>
              </a:solidFill>
              <a:effectLst>
                <a:outerShdw blurRad="25400" algn="ctr" rotWithShape="0">
                  <a:srgbClr val="FFFFFF">
                    <a:alpha val="95000"/>
                  </a:srgbClr>
                </a:outerShdw>
              </a:effectLst>
              <a:latin typeface="Noto Sans CJK TC"/>
              <a:ea typeface="Noto Sans CJK TC"/>
            </a:endParaRPr>
          </a:p>
          <a:p>
            <a:pPr algn="ctr">
              <a:lnSpc>
                <a:spcPct val="105000"/>
              </a:lnSpc>
            </a:pPr>
            <a:r>
              <a:rPr lang="zh-TW" altLang="en-US" sz="2400" b="1" spc="500" dirty="0">
                <a:solidFill>
                  <a:srgbClr val="5B2E4A"/>
                </a:solidFill>
                <a:effectLst>
                  <a:outerShdw blurRad="25400" algn="ctr" rotWithShape="0">
                    <a:srgbClr val="FFFFFF">
                      <a:alpha val="95000"/>
                    </a:srgbClr>
                  </a:outerShdw>
                </a:effectLst>
                <a:latin typeface="Noto Sans CJK TC"/>
                <a:ea typeface="Noto Sans CJK TC"/>
              </a:rPr>
              <a:t>表揚大會</a:t>
            </a:r>
            <a:endParaRPr lang="en-US" altLang="zh-TW" sz="2400" b="1" spc="500" dirty="0">
              <a:solidFill>
                <a:srgbClr val="5B2E4A"/>
              </a:solidFill>
              <a:effectLst>
                <a:outerShdw blurRad="25400" algn="ctr" rotWithShape="0">
                  <a:srgbClr val="FFFFFF">
                    <a:alpha val="95000"/>
                  </a:srgbClr>
                </a:outerShdw>
              </a:effectLst>
              <a:latin typeface="Noto Sans CJK TC"/>
              <a:ea typeface="Noto Sans CJK TC"/>
            </a:endParaRPr>
          </a:p>
          <a:p>
            <a:pPr marL="0" indent="0" algn="ctr">
              <a:buNone/>
            </a:pPr>
            <a:endParaRPr lang="zh-TW" altLang="en-US" sz="2400" b="1" spc="500" dirty="0">
              <a:solidFill>
                <a:srgbClr val="5B2E4A"/>
              </a:solidFill>
              <a:effectLst>
                <a:outerShdw blurRad="25400" algn="ctr" rotWithShape="0">
                  <a:srgbClr val="FFFFFF">
                    <a:alpha val="95000"/>
                  </a:srgbClr>
                </a:outerShdw>
              </a:effectLst>
            </a:endParaRPr>
          </a:p>
        </p:txBody>
      </p:sp>
      <p:sp>
        <p:nvSpPr>
          <p:cNvPr id="9" name="Text 2">
            <a:extLst>
              <a:ext uri="{FF2B5EF4-FFF2-40B4-BE49-F238E27FC236}">
                <a16:creationId xmlns:a16="http://schemas.microsoft.com/office/drawing/2014/main" id="{7C178083-C5BE-4F76-3F95-AB604221467D}"/>
              </a:ext>
            </a:extLst>
          </p:cNvPr>
          <p:cNvSpPr/>
          <p:nvPr/>
        </p:nvSpPr>
        <p:spPr>
          <a:xfrm>
            <a:off x="1446028" y="2566214"/>
            <a:ext cx="9655426" cy="7713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zh-TW" altLang="en-US" sz="4400" b="1" dirty="0">
                <a:solidFill>
                  <a:srgbClr val="5B2E4A"/>
                </a:solidFill>
                <a:latin typeface="Noto Sans CJK TC"/>
              </a:rPr>
              <a:t>表揚</a:t>
            </a:r>
            <a:r>
              <a:rPr lang="zh-TW" altLang="en-US" sz="4400" b="1" spc="300" dirty="0">
                <a:solidFill>
                  <a:srgbClr val="5B2E4A"/>
                </a:solidFill>
                <a:latin typeface="Noto Sans CJK TC"/>
                <a:ea typeface="Noto Sans CJK TC"/>
              </a:rPr>
              <a:t>｜</a:t>
            </a:r>
            <a:endParaRPr lang="en-MY" altLang="zh-TW" sz="4400" b="1" spc="300" dirty="0">
              <a:solidFill>
                <a:srgbClr val="5B2E4A"/>
              </a:solidFill>
              <a:latin typeface="Noto Sans CJK TC"/>
              <a:ea typeface="Noto Sans CJK TC"/>
            </a:endParaRPr>
          </a:p>
          <a:p>
            <a:pPr algn="ctr"/>
            <a:r>
              <a:rPr lang="zh-TW" altLang="en-US" sz="5400" b="1" dirty="0">
                <a:solidFill>
                  <a:srgbClr val="543443"/>
                </a:solidFill>
                <a:ea typeface="Noto Sans CJK TC"/>
              </a:rPr>
              <a:t>渡</a:t>
            </a:r>
            <a:r>
              <a:rPr lang="en-MY" altLang="zh-TW" sz="5400" b="1" dirty="0">
                <a:solidFill>
                  <a:srgbClr val="543443"/>
                </a:solidFill>
                <a:ea typeface="Noto Sans CJK TC"/>
              </a:rPr>
              <a:t>1</a:t>
            </a:r>
            <a:r>
              <a:rPr lang="zh-CN" altLang="en-US" sz="5400" b="1" dirty="0">
                <a:solidFill>
                  <a:srgbClr val="543443"/>
                </a:solidFill>
                <a:ea typeface="Noto Sans CJK TC"/>
              </a:rPr>
              <a:t>位 </a:t>
            </a:r>
            <a:r>
              <a:rPr lang="en-MY" altLang="zh-CN" sz="5400" b="1" dirty="0">
                <a:solidFill>
                  <a:srgbClr val="543443"/>
                </a:solidFill>
                <a:ea typeface="Noto Sans CJK TC"/>
              </a:rPr>
              <a:t>– 9</a:t>
            </a:r>
            <a:r>
              <a:rPr lang="zh-CN" altLang="en-US" sz="5400" b="1" dirty="0">
                <a:solidFill>
                  <a:srgbClr val="543443"/>
                </a:solidFill>
                <a:ea typeface="Noto Sans CJK TC"/>
              </a:rPr>
              <a:t>位求道人</a:t>
            </a:r>
            <a:r>
              <a:rPr lang="zh-TW" altLang="en-US" sz="5400" b="1" dirty="0">
                <a:solidFill>
                  <a:srgbClr val="543443"/>
                </a:solidFill>
                <a:ea typeface="+mn-lt"/>
                <a:cs typeface="+mn-lt"/>
              </a:rPr>
              <a:t>之負責人</a:t>
            </a:r>
            <a:endParaRPr lang="en-US" sz="5400" dirty="0"/>
          </a:p>
        </p:txBody>
      </p:sp>
    </p:spTree>
    <p:extLst>
      <p:ext uri="{BB962C8B-B14F-4D97-AF65-F5344CB8AC3E}">
        <p14:creationId xmlns:p14="http://schemas.microsoft.com/office/powerpoint/2010/main" val="273811629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9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pic>
        <p:nvPicPr>
          <p:cNvPr id="297" name="Lotus Watermark"/>
          <p:cNvPicPr>
            <a:picLocks noChangeAspect="1"/>
          </p:cNvPicPr>
          <p:nvPr/>
        </p:nvPicPr>
        <p:blipFill>
          <a:blip r:embed="rId3">
            <a:alphaModFix amt="14000"/>
          </a:blip>
          <a:srcRect t="7771" b="777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7B3C5E"/>
          </a:solidFill>
          <a:ln w="12700">
            <a:solidFill>
              <a:srgbClr val="7B3C5E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" name="Shape 1"/>
          <p:cNvSpPr/>
          <p:nvPr/>
        </p:nvSpPr>
        <p:spPr>
          <a:xfrm>
            <a:off x="0" y="777240"/>
            <a:ext cx="12191695" cy="73152"/>
          </a:xfrm>
          <a:prstGeom prst="rect">
            <a:avLst/>
          </a:prstGeom>
          <a:solidFill>
            <a:srgbClr val="D8B06A"/>
          </a:solidFill>
          <a:ln w="12700">
            <a:solidFill>
              <a:srgbClr val="D8B06A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4" name="Text 2"/>
          <p:cNvSpPr/>
          <p:nvPr/>
        </p:nvSpPr>
        <p:spPr>
          <a:xfrm>
            <a:off x="502920" y="164592"/>
            <a:ext cx="8732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47" b="1" dirty="0">
                <a:solidFill>
                  <a:srgbClr val="FFFFFF"/>
                </a:solidFill>
              </a:rPr>
              <a:t>渡1至9</a:t>
            </a:r>
            <a:r>
              <a:rPr lang="zh-CN" altLang="en-US" sz="2547" b="1" dirty="0">
                <a:solidFill>
                  <a:srgbClr val="FFFFFF"/>
                </a:solidFill>
              </a:rPr>
              <a:t>位求道人</a:t>
            </a:r>
            <a:r>
              <a:rPr lang="en-US" sz="2547" b="1" dirty="0">
                <a:solidFill>
                  <a:srgbClr val="FFFFFF"/>
                </a:solidFill>
              </a:rPr>
              <a:t>｜南一組（1/2）</a:t>
            </a:r>
            <a:endParaRPr lang="en-US" sz="2547" dirty="0"/>
          </a:p>
        </p:txBody>
      </p:sp>
      <p:sp>
        <p:nvSpPr>
          <p:cNvPr id="6" name="Shape 4"/>
          <p:cNvSpPr/>
          <p:nvPr/>
        </p:nvSpPr>
        <p:spPr>
          <a:xfrm>
            <a:off x="502920" y="1051560"/>
            <a:ext cx="5509260" cy="5285232"/>
          </a:xfrm>
          <a:prstGeom prst="roundRect">
            <a:avLst/>
          </a:prstGeom>
          <a:solidFill>
            <a:srgbClr val="FFFCFA"/>
          </a:solidFill>
          <a:ln w="12700">
            <a:solidFill>
              <a:srgbClr val="D8B77D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7" name="Shape 5"/>
          <p:cNvSpPr/>
          <p:nvPr/>
        </p:nvSpPr>
        <p:spPr>
          <a:xfrm>
            <a:off x="502920" y="1051560"/>
            <a:ext cx="475488" cy="293624"/>
          </a:xfrm>
          <a:prstGeom prst="rect">
            <a:avLst/>
          </a:prstGeom>
          <a:solidFill>
            <a:srgbClr val="92506F"/>
          </a:solidFill>
          <a:ln w="6350">
            <a:solidFill>
              <a:srgbClr val="E6C992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8" name="Text 6"/>
          <p:cNvSpPr/>
          <p:nvPr/>
        </p:nvSpPr>
        <p:spPr>
          <a:xfrm>
            <a:off x="521208" y="1060704"/>
            <a:ext cx="438912" cy="275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</a:rPr>
              <a:t>No</a:t>
            </a:r>
            <a:endParaRPr lang="en-US" sz="1600"/>
          </a:p>
        </p:txBody>
      </p:sp>
      <p:sp>
        <p:nvSpPr>
          <p:cNvPr id="9" name="Shape 7"/>
          <p:cNvSpPr/>
          <p:nvPr/>
        </p:nvSpPr>
        <p:spPr>
          <a:xfrm>
            <a:off x="978408" y="1051560"/>
            <a:ext cx="3881628" cy="293624"/>
          </a:xfrm>
          <a:prstGeom prst="rect">
            <a:avLst/>
          </a:prstGeom>
          <a:solidFill>
            <a:srgbClr val="7B3C5E"/>
          </a:solidFill>
          <a:ln w="6350">
            <a:solidFill>
              <a:srgbClr val="E6C992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0" name="Text 8"/>
          <p:cNvSpPr/>
          <p:nvPr/>
        </p:nvSpPr>
        <p:spPr>
          <a:xfrm>
            <a:off x="996696" y="1060704"/>
            <a:ext cx="3845052" cy="275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</a:rPr>
              <a:t>負責人</a:t>
            </a:r>
            <a:endParaRPr lang="en-US" sz="1600"/>
          </a:p>
        </p:txBody>
      </p:sp>
      <p:sp>
        <p:nvSpPr>
          <p:cNvPr id="11" name="Shape 9"/>
          <p:cNvSpPr/>
          <p:nvPr/>
        </p:nvSpPr>
        <p:spPr>
          <a:xfrm>
            <a:off x="4860036" y="1051560"/>
            <a:ext cx="621792" cy="293624"/>
          </a:xfrm>
          <a:prstGeom prst="rect">
            <a:avLst/>
          </a:prstGeom>
          <a:solidFill>
            <a:srgbClr val="92506F"/>
          </a:solidFill>
          <a:ln w="6350">
            <a:solidFill>
              <a:srgbClr val="E6C992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2" name="Text 10"/>
          <p:cNvSpPr/>
          <p:nvPr/>
        </p:nvSpPr>
        <p:spPr>
          <a:xfrm>
            <a:off x="4878324" y="1060704"/>
            <a:ext cx="585216" cy="275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</a:rPr>
              <a:t>屬壇</a:t>
            </a:r>
            <a:endParaRPr lang="en-US" sz="1600"/>
          </a:p>
        </p:txBody>
      </p:sp>
      <p:sp>
        <p:nvSpPr>
          <p:cNvPr id="13" name="Shape 11"/>
          <p:cNvSpPr/>
          <p:nvPr/>
        </p:nvSpPr>
        <p:spPr>
          <a:xfrm>
            <a:off x="5481828" y="1051560"/>
            <a:ext cx="530352" cy="293624"/>
          </a:xfrm>
          <a:prstGeom prst="rect">
            <a:avLst/>
          </a:prstGeom>
          <a:solidFill>
            <a:srgbClr val="92506F"/>
          </a:solidFill>
          <a:ln w="6350">
            <a:solidFill>
              <a:srgbClr val="E6C992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4" name="Text 12"/>
          <p:cNvSpPr/>
          <p:nvPr/>
        </p:nvSpPr>
        <p:spPr>
          <a:xfrm>
            <a:off x="5500116" y="1060704"/>
            <a:ext cx="493776" cy="275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</a:rPr>
              <a:t>求道人數</a:t>
            </a:r>
            <a:endParaRPr lang="en-US" sz="1600"/>
          </a:p>
        </p:txBody>
      </p:sp>
      <p:sp>
        <p:nvSpPr>
          <p:cNvPr id="15" name="Shape 13"/>
          <p:cNvSpPr/>
          <p:nvPr/>
        </p:nvSpPr>
        <p:spPr>
          <a:xfrm>
            <a:off x="502920" y="1345184"/>
            <a:ext cx="475488" cy="293624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6" name="Text 14"/>
          <p:cNvSpPr/>
          <p:nvPr/>
        </p:nvSpPr>
        <p:spPr>
          <a:xfrm>
            <a:off x="525780" y="1349756"/>
            <a:ext cx="429768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>
                <a:solidFill>
                  <a:srgbClr val="543443"/>
                </a:solidFill>
              </a:rPr>
              <a:t>1</a:t>
            </a:r>
            <a:endParaRPr lang="en-US" sz="1600"/>
          </a:p>
        </p:txBody>
      </p:sp>
      <p:sp>
        <p:nvSpPr>
          <p:cNvPr id="17" name="Shape 15"/>
          <p:cNvSpPr/>
          <p:nvPr/>
        </p:nvSpPr>
        <p:spPr>
          <a:xfrm>
            <a:off x="978408" y="1345184"/>
            <a:ext cx="3881628" cy="293624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8" name="Text 16"/>
          <p:cNvSpPr/>
          <p:nvPr/>
        </p:nvSpPr>
        <p:spPr>
          <a:xfrm>
            <a:off x="1001268" y="1349756"/>
            <a:ext cx="3835908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>
                <a:solidFill>
                  <a:srgbClr val="543443"/>
                </a:solidFill>
              </a:rPr>
              <a:t>劉惜花</a:t>
            </a:r>
            <a:endParaRPr lang="en-US" sz="1600"/>
          </a:p>
        </p:txBody>
      </p:sp>
      <p:sp>
        <p:nvSpPr>
          <p:cNvPr id="19" name="Shape 17"/>
          <p:cNvSpPr/>
          <p:nvPr/>
        </p:nvSpPr>
        <p:spPr>
          <a:xfrm>
            <a:off x="4860036" y="1345184"/>
            <a:ext cx="621792" cy="293624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0" name="Text 18"/>
          <p:cNvSpPr/>
          <p:nvPr/>
        </p:nvSpPr>
        <p:spPr>
          <a:xfrm>
            <a:off x="4882896" y="1349756"/>
            <a:ext cx="576072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>
                <a:solidFill>
                  <a:srgbClr val="543443"/>
                </a:solidFill>
              </a:rPr>
              <a:t>益德</a:t>
            </a:r>
            <a:endParaRPr lang="en-US" sz="1600"/>
          </a:p>
        </p:txBody>
      </p:sp>
      <p:sp>
        <p:nvSpPr>
          <p:cNvPr id="21" name="Shape 19"/>
          <p:cNvSpPr/>
          <p:nvPr/>
        </p:nvSpPr>
        <p:spPr>
          <a:xfrm>
            <a:off x="5481828" y="1345184"/>
            <a:ext cx="530352" cy="293624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2" name="Text 20"/>
          <p:cNvSpPr/>
          <p:nvPr/>
        </p:nvSpPr>
        <p:spPr>
          <a:xfrm>
            <a:off x="5504688" y="1349756"/>
            <a:ext cx="484632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7B3C5E"/>
                </a:solidFill>
              </a:rPr>
              <a:t>3</a:t>
            </a:r>
            <a:endParaRPr lang="en-US" sz="1600"/>
          </a:p>
        </p:txBody>
      </p:sp>
      <p:sp>
        <p:nvSpPr>
          <p:cNvPr id="23" name="Shape 21"/>
          <p:cNvSpPr/>
          <p:nvPr/>
        </p:nvSpPr>
        <p:spPr>
          <a:xfrm>
            <a:off x="502920" y="1638808"/>
            <a:ext cx="475488" cy="293624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4" name="Text 22"/>
          <p:cNvSpPr/>
          <p:nvPr/>
        </p:nvSpPr>
        <p:spPr>
          <a:xfrm>
            <a:off x="525780" y="1643380"/>
            <a:ext cx="429768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>
                <a:solidFill>
                  <a:srgbClr val="543443"/>
                </a:solidFill>
              </a:rPr>
              <a:t>2</a:t>
            </a:r>
            <a:endParaRPr lang="en-US" sz="1600"/>
          </a:p>
        </p:txBody>
      </p:sp>
      <p:sp>
        <p:nvSpPr>
          <p:cNvPr id="25" name="Shape 23"/>
          <p:cNvSpPr/>
          <p:nvPr/>
        </p:nvSpPr>
        <p:spPr>
          <a:xfrm>
            <a:off x="978408" y="1638808"/>
            <a:ext cx="3881628" cy="293624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6" name="Text 24"/>
          <p:cNvSpPr/>
          <p:nvPr/>
        </p:nvSpPr>
        <p:spPr>
          <a:xfrm>
            <a:off x="1001268" y="1643380"/>
            <a:ext cx="3835908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>
                <a:solidFill>
                  <a:srgbClr val="543443"/>
                </a:solidFill>
              </a:rPr>
              <a:t>廖儀琳</a:t>
            </a:r>
            <a:endParaRPr lang="en-US" sz="1600"/>
          </a:p>
        </p:txBody>
      </p:sp>
      <p:sp>
        <p:nvSpPr>
          <p:cNvPr id="27" name="Shape 25"/>
          <p:cNvSpPr/>
          <p:nvPr/>
        </p:nvSpPr>
        <p:spPr>
          <a:xfrm>
            <a:off x="4860036" y="1638808"/>
            <a:ext cx="621792" cy="293624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8" name="Text 26"/>
          <p:cNvSpPr/>
          <p:nvPr/>
        </p:nvSpPr>
        <p:spPr>
          <a:xfrm>
            <a:off x="4882896" y="1643380"/>
            <a:ext cx="576072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>
                <a:solidFill>
                  <a:srgbClr val="543443"/>
                </a:solidFill>
              </a:rPr>
              <a:t>益德</a:t>
            </a:r>
            <a:endParaRPr lang="en-US" sz="1600"/>
          </a:p>
        </p:txBody>
      </p:sp>
      <p:sp>
        <p:nvSpPr>
          <p:cNvPr id="29" name="Shape 27"/>
          <p:cNvSpPr/>
          <p:nvPr/>
        </p:nvSpPr>
        <p:spPr>
          <a:xfrm>
            <a:off x="5481828" y="1638808"/>
            <a:ext cx="530352" cy="293624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0" name="Text 28"/>
          <p:cNvSpPr/>
          <p:nvPr/>
        </p:nvSpPr>
        <p:spPr>
          <a:xfrm>
            <a:off x="5504688" y="1643380"/>
            <a:ext cx="484632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7B3C5E"/>
                </a:solidFill>
              </a:rPr>
              <a:t>3</a:t>
            </a:r>
            <a:endParaRPr lang="en-US" sz="1600"/>
          </a:p>
        </p:txBody>
      </p:sp>
      <p:sp>
        <p:nvSpPr>
          <p:cNvPr id="31" name="Shape 29"/>
          <p:cNvSpPr/>
          <p:nvPr/>
        </p:nvSpPr>
        <p:spPr>
          <a:xfrm>
            <a:off x="502920" y="1932432"/>
            <a:ext cx="475488" cy="293624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2" name="Text 30"/>
          <p:cNvSpPr/>
          <p:nvPr/>
        </p:nvSpPr>
        <p:spPr>
          <a:xfrm>
            <a:off x="525780" y="1937004"/>
            <a:ext cx="429768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>
                <a:solidFill>
                  <a:srgbClr val="543443"/>
                </a:solidFill>
              </a:rPr>
              <a:t>3</a:t>
            </a:r>
            <a:endParaRPr lang="en-US" sz="1600"/>
          </a:p>
        </p:txBody>
      </p:sp>
      <p:sp>
        <p:nvSpPr>
          <p:cNvPr id="33" name="Shape 31"/>
          <p:cNvSpPr/>
          <p:nvPr/>
        </p:nvSpPr>
        <p:spPr>
          <a:xfrm>
            <a:off x="978408" y="1932432"/>
            <a:ext cx="3881628" cy="293624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4" name="Text 32"/>
          <p:cNvSpPr/>
          <p:nvPr/>
        </p:nvSpPr>
        <p:spPr>
          <a:xfrm>
            <a:off x="1001268" y="1937004"/>
            <a:ext cx="3835908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>
                <a:solidFill>
                  <a:srgbClr val="543443"/>
                </a:solidFill>
              </a:rPr>
              <a:t>李文川</a:t>
            </a:r>
            <a:endParaRPr lang="en-US" sz="1600"/>
          </a:p>
        </p:txBody>
      </p:sp>
      <p:sp>
        <p:nvSpPr>
          <p:cNvPr id="35" name="Shape 33"/>
          <p:cNvSpPr/>
          <p:nvPr/>
        </p:nvSpPr>
        <p:spPr>
          <a:xfrm>
            <a:off x="4860036" y="1932432"/>
            <a:ext cx="621792" cy="293624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6" name="Text 34"/>
          <p:cNvSpPr/>
          <p:nvPr/>
        </p:nvSpPr>
        <p:spPr>
          <a:xfrm>
            <a:off x="4882896" y="1937004"/>
            <a:ext cx="576072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>
                <a:solidFill>
                  <a:srgbClr val="543443"/>
                </a:solidFill>
              </a:rPr>
              <a:t>益德</a:t>
            </a:r>
            <a:endParaRPr lang="en-US" sz="1600"/>
          </a:p>
        </p:txBody>
      </p:sp>
      <p:sp>
        <p:nvSpPr>
          <p:cNvPr id="37" name="Shape 35"/>
          <p:cNvSpPr/>
          <p:nvPr/>
        </p:nvSpPr>
        <p:spPr>
          <a:xfrm>
            <a:off x="5481828" y="1932432"/>
            <a:ext cx="530352" cy="293624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8" name="Text 36"/>
          <p:cNvSpPr/>
          <p:nvPr/>
        </p:nvSpPr>
        <p:spPr>
          <a:xfrm>
            <a:off x="5504688" y="1937004"/>
            <a:ext cx="484632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7B3C5E"/>
                </a:solidFill>
              </a:rPr>
              <a:t>2</a:t>
            </a:r>
            <a:endParaRPr lang="en-US" sz="1600"/>
          </a:p>
        </p:txBody>
      </p:sp>
      <p:sp>
        <p:nvSpPr>
          <p:cNvPr id="39" name="Shape 37"/>
          <p:cNvSpPr/>
          <p:nvPr/>
        </p:nvSpPr>
        <p:spPr>
          <a:xfrm>
            <a:off x="502920" y="2226056"/>
            <a:ext cx="475488" cy="293624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40" name="Text 38"/>
          <p:cNvSpPr/>
          <p:nvPr/>
        </p:nvSpPr>
        <p:spPr>
          <a:xfrm>
            <a:off x="525780" y="2230628"/>
            <a:ext cx="429768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>
                <a:solidFill>
                  <a:srgbClr val="543443"/>
                </a:solidFill>
              </a:rPr>
              <a:t>4</a:t>
            </a:r>
            <a:endParaRPr lang="en-US" sz="1600"/>
          </a:p>
        </p:txBody>
      </p:sp>
      <p:sp>
        <p:nvSpPr>
          <p:cNvPr id="41" name="Shape 39"/>
          <p:cNvSpPr/>
          <p:nvPr/>
        </p:nvSpPr>
        <p:spPr>
          <a:xfrm>
            <a:off x="978408" y="2226056"/>
            <a:ext cx="3881628" cy="293624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42" name="Text 40"/>
          <p:cNvSpPr/>
          <p:nvPr/>
        </p:nvSpPr>
        <p:spPr>
          <a:xfrm>
            <a:off x="1001268" y="2230628"/>
            <a:ext cx="3835908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>
                <a:solidFill>
                  <a:srgbClr val="543443"/>
                </a:solidFill>
              </a:rPr>
              <a:t>謝德裕</a:t>
            </a:r>
            <a:endParaRPr lang="en-US" sz="1600"/>
          </a:p>
        </p:txBody>
      </p:sp>
      <p:sp>
        <p:nvSpPr>
          <p:cNvPr id="43" name="Shape 41"/>
          <p:cNvSpPr/>
          <p:nvPr/>
        </p:nvSpPr>
        <p:spPr>
          <a:xfrm>
            <a:off x="4860036" y="2226056"/>
            <a:ext cx="621792" cy="293624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44" name="Text 42"/>
          <p:cNvSpPr/>
          <p:nvPr/>
        </p:nvSpPr>
        <p:spPr>
          <a:xfrm>
            <a:off x="4882896" y="2230628"/>
            <a:ext cx="576072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>
                <a:solidFill>
                  <a:srgbClr val="543443"/>
                </a:solidFill>
              </a:rPr>
              <a:t>益德</a:t>
            </a:r>
            <a:endParaRPr lang="en-US" sz="1600"/>
          </a:p>
        </p:txBody>
      </p:sp>
      <p:sp>
        <p:nvSpPr>
          <p:cNvPr id="45" name="Shape 43"/>
          <p:cNvSpPr/>
          <p:nvPr/>
        </p:nvSpPr>
        <p:spPr>
          <a:xfrm>
            <a:off x="5481828" y="2226056"/>
            <a:ext cx="530352" cy="293624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46" name="Text 44"/>
          <p:cNvSpPr/>
          <p:nvPr/>
        </p:nvSpPr>
        <p:spPr>
          <a:xfrm>
            <a:off x="5504688" y="2230628"/>
            <a:ext cx="484632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7B3C5E"/>
                </a:solidFill>
              </a:rPr>
              <a:t>1</a:t>
            </a:r>
            <a:endParaRPr lang="en-US" sz="1600"/>
          </a:p>
        </p:txBody>
      </p:sp>
      <p:sp>
        <p:nvSpPr>
          <p:cNvPr id="47" name="Shape 45"/>
          <p:cNvSpPr/>
          <p:nvPr/>
        </p:nvSpPr>
        <p:spPr>
          <a:xfrm>
            <a:off x="502920" y="2519680"/>
            <a:ext cx="475488" cy="293624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48" name="Text 46"/>
          <p:cNvSpPr/>
          <p:nvPr/>
        </p:nvSpPr>
        <p:spPr>
          <a:xfrm>
            <a:off x="525780" y="2524252"/>
            <a:ext cx="429768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>
                <a:solidFill>
                  <a:srgbClr val="543443"/>
                </a:solidFill>
              </a:rPr>
              <a:t>5</a:t>
            </a:r>
            <a:endParaRPr lang="en-US" sz="1600"/>
          </a:p>
        </p:txBody>
      </p:sp>
      <p:sp>
        <p:nvSpPr>
          <p:cNvPr id="49" name="Shape 47"/>
          <p:cNvSpPr/>
          <p:nvPr/>
        </p:nvSpPr>
        <p:spPr>
          <a:xfrm>
            <a:off x="978408" y="2519680"/>
            <a:ext cx="3881628" cy="293624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50" name="Text 48"/>
          <p:cNvSpPr/>
          <p:nvPr/>
        </p:nvSpPr>
        <p:spPr>
          <a:xfrm>
            <a:off x="1001268" y="2524252"/>
            <a:ext cx="3835908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>
                <a:solidFill>
                  <a:srgbClr val="543443"/>
                </a:solidFill>
              </a:rPr>
              <a:t>李亞花</a:t>
            </a:r>
            <a:endParaRPr lang="en-US" sz="1600"/>
          </a:p>
        </p:txBody>
      </p:sp>
      <p:sp>
        <p:nvSpPr>
          <p:cNvPr id="51" name="Shape 49"/>
          <p:cNvSpPr/>
          <p:nvPr/>
        </p:nvSpPr>
        <p:spPr>
          <a:xfrm>
            <a:off x="4860036" y="2519680"/>
            <a:ext cx="621792" cy="293624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52" name="Text 50"/>
          <p:cNvSpPr/>
          <p:nvPr/>
        </p:nvSpPr>
        <p:spPr>
          <a:xfrm>
            <a:off x="4882896" y="2524252"/>
            <a:ext cx="576072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>
                <a:solidFill>
                  <a:srgbClr val="543443"/>
                </a:solidFill>
              </a:rPr>
              <a:t>水德</a:t>
            </a:r>
            <a:endParaRPr lang="en-US" sz="1600"/>
          </a:p>
        </p:txBody>
      </p:sp>
      <p:sp>
        <p:nvSpPr>
          <p:cNvPr id="53" name="Shape 51"/>
          <p:cNvSpPr/>
          <p:nvPr/>
        </p:nvSpPr>
        <p:spPr>
          <a:xfrm>
            <a:off x="5481828" y="2519680"/>
            <a:ext cx="530352" cy="293624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54" name="Text 52"/>
          <p:cNvSpPr/>
          <p:nvPr/>
        </p:nvSpPr>
        <p:spPr>
          <a:xfrm>
            <a:off x="5504688" y="2524252"/>
            <a:ext cx="484632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7B3C5E"/>
                </a:solidFill>
              </a:rPr>
              <a:t>8</a:t>
            </a:r>
            <a:endParaRPr lang="en-US" sz="1600"/>
          </a:p>
        </p:txBody>
      </p:sp>
      <p:sp>
        <p:nvSpPr>
          <p:cNvPr id="55" name="Shape 53"/>
          <p:cNvSpPr/>
          <p:nvPr/>
        </p:nvSpPr>
        <p:spPr>
          <a:xfrm>
            <a:off x="502920" y="2813304"/>
            <a:ext cx="475488" cy="293624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56" name="Text 54"/>
          <p:cNvSpPr/>
          <p:nvPr/>
        </p:nvSpPr>
        <p:spPr>
          <a:xfrm>
            <a:off x="525780" y="2817876"/>
            <a:ext cx="429768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>
                <a:solidFill>
                  <a:srgbClr val="543443"/>
                </a:solidFill>
              </a:rPr>
              <a:t>6</a:t>
            </a:r>
            <a:endParaRPr lang="en-US" sz="1600"/>
          </a:p>
        </p:txBody>
      </p:sp>
      <p:sp>
        <p:nvSpPr>
          <p:cNvPr id="57" name="Shape 55"/>
          <p:cNvSpPr/>
          <p:nvPr/>
        </p:nvSpPr>
        <p:spPr>
          <a:xfrm>
            <a:off x="978408" y="2813304"/>
            <a:ext cx="3881628" cy="293624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58" name="Text 56"/>
          <p:cNvSpPr/>
          <p:nvPr/>
        </p:nvSpPr>
        <p:spPr>
          <a:xfrm>
            <a:off x="1001268" y="2817876"/>
            <a:ext cx="3835908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>
                <a:solidFill>
                  <a:srgbClr val="543443"/>
                </a:solidFill>
              </a:rPr>
              <a:t>張雪莉</a:t>
            </a:r>
            <a:endParaRPr lang="en-US" sz="1600"/>
          </a:p>
        </p:txBody>
      </p:sp>
      <p:sp>
        <p:nvSpPr>
          <p:cNvPr id="59" name="Shape 57"/>
          <p:cNvSpPr/>
          <p:nvPr/>
        </p:nvSpPr>
        <p:spPr>
          <a:xfrm>
            <a:off x="4860036" y="2813304"/>
            <a:ext cx="621792" cy="293624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60" name="Text 58"/>
          <p:cNvSpPr/>
          <p:nvPr/>
        </p:nvSpPr>
        <p:spPr>
          <a:xfrm>
            <a:off x="4882896" y="2817876"/>
            <a:ext cx="576072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>
                <a:solidFill>
                  <a:srgbClr val="543443"/>
                </a:solidFill>
              </a:rPr>
              <a:t>水德</a:t>
            </a:r>
            <a:endParaRPr lang="en-US" sz="1600"/>
          </a:p>
        </p:txBody>
      </p:sp>
      <p:sp>
        <p:nvSpPr>
          <p:cNvPr id="61" name="Shape 59"/>
          <p:cNvSpPr/>
          <p:nvPr/>
        </p:nvSpPr>
        <p:spPr>
          <a:xfrm>
            <a:off x="5481828" y="2813304"/>
            <a:ext cx="530352" cy="293624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62" name="Text 60"/>
          <p:cNvSpPr/>
          <p:nvPr/>
        </p:nvSpPr>
        <p:spPr>
          <a:xfrm>
            <a:off x="5504688" y="2817876"/>
            <a:ext cx="484632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7B3C5E"/>
                </a:solidFill>
              </a:rPr>
              <a:t>7</a:t>
            </a:r>
            <a:endParaRPr lang="en-US" sz="1600"/>
          </a:p>
        </p:txBody>
      </p:sp>
      <p:sp>
        <p:nvSpPr>
          <p:cNvPr id="63" name="Shape 61"/>
          <p:cNvSpPr/>
          <p:nvPr/>
        </p:nvSpPr>
        <p:spPr>
          <a:xfrm>
            <a:off x="502920" y="3106928"/>
            <a:ext cx="475488" cy="293624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64" name="Text 62"/>
          <p:cNvSpPr/>
          <p:nvPr/>
        </p:nvSpPr>
        <p:spPr>
          <a:xfrm>
            <a:off x="525780" y="3111500"/>
            <a:ext cx="429768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>
                <a:solidFill>
                  <a:srgbClr val="543443"/>
                </a:solidFill>
              </a:rPr>
              <a:t>7</a:t>
            </a:r>
            <a:endParaRPr lang="en-US" sz="1600"/>
          </a:p>
        </p:txBody>
      </p:sp>
      <p:sp>
        <p:nvSpPr>
          <p:cNvPr id="65" name="Shape 63"/>
          <p:cNvSpPr/>
          <p:nvPr/>
        </p:nvSpPr>
        <p:spPr>
          <a:xfrm>
            <a:off x="978408" y="3106928"/>
            <a:ext cx="3881628" cy="293624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66" name="Text 64"/>
          <p:cNvSpPr/>
          <p:nvPr/>
        </p:nvSpPr>
        <p:spPr>
          <a:xfrm>
            <a:off x="1001268" y="3111500"/>
            <a:ext cx="3835908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>
                <a:solidFill>
                  <a:srgbClr val="543443"/>
                </a:solidFill>
              </a:rPr>
              <a:t>饒健平</a:t>
            </a:r>
            <a:endParaRPr lang="en-US" sz="1600"/>
          </a:p>
        </p:txBody>
      </p:sp>
      <p:sp>
        <p:nvSpPr>
          <p:cNvPr id="67" name="Shape 65"/>
          <p:cNvSpPr/>
          <p:nvPr/>
        </p:nvSpPr>
        <p:spPr>
          <a:xfrm>
            <a:off x="4860036" y="3106928"/>
            <a:ext cx="621792" cy="293624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68" name="Text 66"/>
          <p:cNvSpPr/>
          <p:nvPr/>
        </p:nvSpPr>
        <p:spPr>
          <a:xfrm>
            <a:off x="4882896" y="3111500"/>
            <a:ext cx="576072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>
                <a:solidFill>
                  <a:srgbClr val="543443"/>
                </a:solidFill>
              </a:rPr>
              <a:t>水德</a:t>
            </a:r>
            <a:endParaRPr lang="en-US" sz="1600"/>
          </a:p>
        </p:txBody>
      </p:sp>
      <p:sp>
        <p:nvSpPr>
          <p:cNvPr id="69" name="Shape 67"/>
          <p:cNvSpPr/>
          <p:nvPr/>
        </p:nvSpPr>
        <p:spPr>
          <a:xfrm>
            <a:off x="5481828" y="3106928"/>
            <a:ext cx="530352" cy="293624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70" name="Text 68"/>
          <p:cNvSpPr/>
          <p:nvPr/>
        </p:nvSpPr>
        <p:spPr>
          <a:xfrm>
            <a:off x="5504688" y="3111500"/>
            <a:ext cx="484632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7B3C5E"/>
                </a:solidFill>
              </a:rPr>
              <a:t>1</a:t>
            </a:r>
            <a:endParaRPr lang="en-US" sz="1600"/>
          </a:p>
        </p:txBody>
      </p:sp>
      <p:sp>
        <p:nvSpPr>
          <p:cNvPr id="71" name="Shape 69"/>
          <p:cNvSpPr/>
          <p:nvPr/>
        </p:nvSpPr>
        <p:spPr>
          <a:xfrm>
            <a:off x="502920" y="3400552"/>
            <a:ext cx="475488" cy="293624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72" name="Text 70"/>
          <p:cNvSpPr/>
          <p:nvPr/>
        </p:nvSpPr>
        <p:spPr>
          <a:xfrm>
            <a:off x="525780" y="3405124"/>
            <a:ext cx="429768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>
                <a:solidFill>
                  <a:srgbClr val="543443"/>
                </a:solidFill>
              </a:rPr>
              <a:t>8</a:t>
            </a:r>
            <a:endParaRPr lang="en-US" sz="1600"/>
          </a:p>
        </p:txBody>
      </p:sp>
      <p:sp>
        <p:nvSpPr>
          <p:cNvPr id="73" name="Shape 71"/>
          <p:cNvSpPr/>
          <p:nvPr/>
        </p:nvSpPr>
        <p:spPr>
          <a:xfrm>
            <a:off x="978408" y="3400552"/>
            <a:ext cx="3881628" cy="293624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74" name="Text 72"/>
          <p:cNvSpPr/>
          <p:nvPr/>
        </p:nvSpPr>
        <p:spPr>
          <a:xfrm>
            <a:off x="1001268" y="3405124"/>
            <a:ext cx="3835908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>
                <a:solidFill>
                  <a:srgbClr val="543443"/>
                </a:solidFill>
              </a:rPr>
              <a:t>周瑋瑩</a:t>
            </a:r>
            <a:endParaRPr lang="en-US" sz="1600"/>
          </a:p>
        </p:txBody>
      </p:sp>
      <p:sp>
        <p:nvSpPr>
          <p:cNvPr id="75" name="Shape 73"/>
          <p:cNvSpPr/>
          <p:nvPr/>
        </p:nvSpPr>
        <p:spPr>
          <a:xfrm>
            <a:off x="4860036" y="3400552"/>
            <a:ext cx="621792" cy="293624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76" name="Text 74"/>
          <p:cNvSpPr/>
          <p:nvPr/>
        </p:nvSpPr>
        <p:spPr>
          <a:xfrm>
            <a:off x="4882896" y="3405124"/>
            <a:ext cx="576072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>
                <a:solidFill>
                  <a:srgbClr val="543443"/>
                </a:solidFill>
              </a:rPr>
              <a:t>廣德</a:t>
            </a:r>
            <a:endParaRPr lang="en-US" sz="1600"/>
          </a:p>
        </p:txBody>
      </p:sp>
      <p:sp>
        <p:nvSpPr>
          <p:cNvPr id="77" name="Shape 75"/>
          <p:cNvSpPr/>
          <p:nvPr/>
        </p:nvSpPr>
        <p:spPr>
          <a:xfrm>
            <a:off x="5481828" y="3400552"/>
            <a:ext cx="530352" cy="293624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78" name="Text 76"/>
          <p:cNvSpPr/>
          <p:nvPr/>
        </p:nvSpPr>
        <p:spPr>
          <a:xfrm>
            <a:off x="5504688" y="3405124"/>
            <a:ext cx="484632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7B3C5E"/>
                </a:solidFill>
              </a:rPr>
              <a:t>1</a:t>
            </a:r>
            <a:endParaRPr lang="en-US" sz="1600"/>
          </a:p>
        </p:txBody>
      </p:sp>
      <p:sp>
        <p:nvSpPr>
          <p:cNvPr id="79" name="Shape 77"/>
          <p:cNvSpPr/>
          <p:nvPr/>
        </p:nvSpPr>
        <p:spPr>
          <a:xfrm>
            <a:off x="502920" y="3694176"/>
            <a:ext cx="475488" cy="293624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80" name="Text 78"/>
          <p:cNvSpPr/>
          <p:nvPr/>
        </p:nvSpPr>
        <p:spPr>
          <a:xfrm>
            <a:off x="525780" y="3698748"/>
            <a:ext cx="429768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>
                <a:solidFill>
                  <a:srgbClr val="543443"/>
                </a:solidFill>
              </a:rPr>
              <a:t>9</a:t>
            </a:r>
            <a:endParaRPr lang="en-US" sz="1600"/>
          </a:p>
        </p:txBody>
      </p:sp>
      <p:sp>
        <p:nvSpPr>
          <p:cNvPr id="81" name="Shape 79"/>
          <p:cNvSpPr/>
          <p:nvPr/>
        </p:nvSpPr>
        <p:spPr>
          <a:xfrm>
            <a:off x="978408" y="3694176"/>
            <a:ext cx="3881628" cy="293624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82" name="Text 80"/>
          <p:cNvSpPr/>
          <p:nvPr/>
        </p:nvSpPr>
        <p:spPr>
          <a:xfrm>
            <a:off x="1001268" y="3698748"/>
            <a:ext cx="3835908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>
                <a:solidFill>
                  <a:srgbClr val="543443"/>
                </a:solidFill>
              </a:rPr>
              <a:t>楊文財</a:t>
            </a:r>
            <a:endParaRPr lang="en-US" sz="1600"/>
          </a:p>
        </p:txBody>
      </p:sp>
      <p:sp>
        <p:nvSpPr>
          <p:cNvPr id="83" name="Shape 81"/>
          <p:cNvSpPr/>
          <p:nvPr/>
        </p:nvSpPr>
        <p:spPr>
          <a:xfrm>
            <a:off x="4860036" y="3694176"/>
            <a:ext cx="621792" cy="293624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84" name="Text 82"/>
          <p:cNvSpPr/>
          <p:nvPr/>
        </p:nvSpPr>
        <p:spPr>
          <a:xfrm>
            <a:off x="4882896" y="3698748"/>
            <a:ext cx="576072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>
                <a:solidFill>
                  <a:srgbClr val="543443"/>
                </a:solidFill>
              </a:rPr>
              <a:t>泉德</a:t>
            </a:r>
            <a:endParaRPr lang="en-US" sz="1600"/>
          </a:p>
        </p:txBody>
      </p:sp>
      <p:sp>
        <p:nvSpPr>
          <p:cNvPr id="85" name="Shape 83"/>
          <p:cNvSpPr/>
          <p:nvPr/>
        </p:nvSpPr>
        <p:spPr>
          <a:xfrm>
            <a:off x="5481828" y="3694176"/>
            <a:ext cx="530352" cy="293624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86" name="Text 84"/>
          <p:cNvSpPr/>
          <p:nvPr/>
        </p:nvSpPr>
        <p:spPr>
          <a:xfrm>
            <a:off x="5504688" y="3698748"/>
            <a:ext cx="484632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7B3C5E"/>
                </a:solidFill>
              </a:rPr>
              <a:t>3</a:t>
            </a:r>
            <a:endParaRPr lang="en-US" sz="1600"/>
          </a:p>
        </p:txBody>
      </p:sp>
      <p:sp>
        <p:nvSpPr>
          <p:cNvPr id="87" name="Shape 85"/>
          <p:cNvSpPr/>
          <p:nvPr/>
        </p:nvSpPr>
        <p:spPr>
          <a:xfrm>
            <a:off x="502920" y="3987800"/>
            <a:ext cx="475488" cy="293624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88" name="Text 86"/>
          <p:cNvSpPr/>
          <p:nvPr/>
        </p:nvSpPr>
        <p:spPr>
          <a:xfrm>
            <a:off x="525780" y="3992372"/>
            <a:ext cx="429768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>
                <a:solidFill>
                  <a:srgbClr val="543443"/>
                </a:solidFill>
              </a:rPr>
              <a:t>10</a:t>
            </a:r>
            <a:endParaRPr lang="en-US" sz="1600"/>
          </a:p>
        </p:txBody>
      </p:sp>
      <p:sp>
        <p:nvSpPr>
          <p:cNvPr id="89" name="Shape 87"/>
          <p:cNvSpPr/>
          <p:nvPr/>
        </p:nvSpPr>
        <p:spPr>
          <a:xfrm>
            <a:off x="978408" y="3987800"/>
            <a:ext cx="3881628" cy="293624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90" name="Text 88"/>
          <p:cNvSpPr/>
          <p:nvPr/>
        </p:nvSpPr>
        <p:spPr>
          <a:xfrm>
            <a:off x="1001268" y="3992372"/>
            <a:ext cx="3835908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>
                <a:solidFill>
                  <a:srgbClr val="543443"/>
                </a:solidFill>
              </a:rPr>
              <a:t>顏麗珍</a:t>
            </a:r>
            <a:endParaRPr lang="en-US" sz="1600"/>
          </a:p>
        </p:txBody>
      </p:sp>
      <p:sp>
        <p:nvSpPr>
          <p:cNvPr id="91" name="Shape 89"/>
          <p:cNvSpPr/>
          <p:nvPr/>
        </p:nvSpPr>
        <p:spPr>
          <a:xfrm>
            <a:off x="4860036" y="3987800"/>
            <a:ext cx="621792" cy="293624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92" name="Text 90"/>
          <p:cNvSpPr/>
          <p:nvPr/>
        </p:nvSpPr>
        <p:spPr>
          <a:xfrm>
            <a:off x="4882896" y="3992372"/>
            <a:ext cx="576072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>
                <a:solidFill>
                  <a:srgbClr val="543443"/>
                </a:solidFill>
              </a:rPr>
              <a:t>泉德</a:t>
            </a:r>
            <a:endParaRPr lang="en-US" sz="1600"/>
          </a:p>
        </p:txBody>
      </p:sp>
      <p:sp>
        <p:nvSpPr>
          <p:cNvPr id="93" name="Shape 91"/>
          <p:cNvSpPr/>
          <p:nvPr/>
        </p:nvSpPr>
        <p:spPr>
          <a:xfrm>
            <a:off x="5481828" y="3987800"/>
            <a:ext cx="530352" cy="293624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94" name="Text 92"/>
          <p:cNvSpPr/>
          <p:nvPr/>
        </p:nvSpPr>
        <p:spPr>
          <a:xfrm>
            <a:off x="5504688" y="3992372"/>
            <a:ext cx="484632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7B3C5E"/>
                </a:solidFill>
              </a:rPr>
              <a:t>2</a:t>
            </a:r>
            <a:endParaRPr lang="en-US" sz="1600"/>
          </a:p>
        </p:txBody>
      </p:sp>
      <p:sp>
        <p:nvSpPr>
          <p:cNvPr id="95" name="Shape 93"/>
          <p:cNvSpPr/>
          <p:nvPr/>
        </p:nvSpPr>
        <p:spPr>
          <a:xfrm>
            <a:off x="502920" y="4281424"/>
            <a:ext cx="475488" cy="293624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96" name="Text 94"/>
          <p:cNvSpPr/>
          <p:nvPr/>
        </p:nvSpPr>
        <p:spPr>
          <a:xfrm>
            <a:off x="525780" y="4285996"/>
            <a:ext cx="429768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>
                <a:solidFill>
                  <a:srgbClr val="543443"/>
                </a:solidFill>
              </a:rPr>
              <a:t>11</a:t>
            </a:r>
            <a:endParaRPr lang="en-US" sz="1600"/>
          </a:p>
        </p:txBody>
      </p:sp>
      <p:sp>
        <p:nvSpPr>
          <p:cNvPr id="97" name="Shape 95"/>
          <p:cNvSpPr/>
          <p:nvPr/>
        </p:nvSpPr>
        <p:spPr>
          <a:xfrm>
            <a:off x="978408" y="4281424"/>
            <a:ext cx="3881628" cy="293624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98" name="Text 96"/>
          <p:cNvSpPr/>
          <p:nvPr/>
        </p:nvSpPr>
        <p:spPr>
          <a:xfrm>
            <a:off x="1001268" y="4285996"/>
            <a:ext cx="3835908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>
                <a:solidFill>
                  <a:srgbClr val="543443"/>
                </a:solidFill>
              </a:rPr>
              <a:t>陳慧琪</a:t>
            </a:r>
            <a:endParaRPr lang="en-US" sz="1600"/>
          </a:p>
        </p:txBody>
      </p:sp>
      <p:sp>
        <p:nvSpPr>
          <p:cNvPr id="99" name="Shape 97"/>
          <p:cNvSpPr/>
          <p:nvPr/>
        </p:nvSpPr>
        <p:spPr>
          <a:xfrm>
            <a:off x="4860036" y="4281424"/>
            <a:ext cx="621792" cy="293624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00" name="Text 98"/>
          <p:cNvSpPr/>
          <p:nvPr/>
        </p:nvSpPr>
        <p:spPr>
          <a:xfrm>
            <a:off x="4882896" y="4285996"/>
            <a:ext cx="576072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>
                <a:solidFill>
                  <a:srgbClr val="543443"/>
                </a:solidFill>
              </a:rPr>
              <a:t>恩德</a:t>
            </a:r>
            <a:endParaRPr lang="en-US" sz="1600"/>
          </a:p>
        </p:txBody>
      </p:sp>
      <p:sp>
        <p:nvSpPr>
          <p:cNvPr id="101" name="Shape 99"/>
          <p:cNvSpPr/>
          <p:nvPr/>
        </p:nvSpPr>
        <p:spPr>
          <a:xfrm>
            <a:off x="5481828" y="4281424"/>
            <a:ext cx="530352" cy="293624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02" name="Text 100"/>
          <p:cNvSpPr/>
          <p:nvPr/>
        </p:nvSpPr>
        <p:spPr>
          <a:xfrm>
            <a:off x="5504688" y="4285996"/>
            <a:ext cx="484632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7B3C5E"/>
                </a:solidFill>
              </a:rPr>
              <a:t>7</a:t>
            </a:r>
            <a:endParaRPr lang="en-US" sz="1600"/>
          </a:p>
        </p:txBody>
      </p:sp>
      <p:sp>
        <p:nvSpPr>
          <p:cNvPr id="103" name="Shape 101"/>
          <p:cNvSpPr/>
          <p:nvPr/>
        </p:nvSpPr>
        <p:spPr>
          <a:xfrm>
            <a:off x="502920" y="4575048"/>
            <a:ext cx="475488" cy="293624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04" name="Text 102"/>
          <p:cNvSpPr/>
          <p:nvPr/>
        </p:nvSpPr>
        <p:spPr>
          <a:xfrm>
            <a:off x="525780" y="4579620"/>
            <a:ext cx="429768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>
                <a:solidFill>
                  <a:srgbClr val="543443"/>
                </a:solidFill>
              </a:rPr>
              <a:t>12</a:t>
            </a:r>
            <a:endParaRPr lang="en-US" sz="1600"/>
          </a:p>
        </p:txBody>
      </p:sp>
      <p:sp>
        <p:nvSpPr>
          <p:cNvPr id="105" name="Shape 103"/>
          <p:cNvSpPr/>
          <p:nvPr/>
        </p:nvSpPr>
        <p:spPr>
          <a:xfrm>
            <a:off x="978408" y="4575048"/>
            <a:ext cx="3881628" cy="293624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06" name="Text 104"/>
          <p:cNvSpPr/>
          <p:nvPr/>
        </p:nvSpPr>
        <p:spPr>
          <a:xfrm>
            <a:off x="1001268" y="4579620"/>
            <a:ext cx="3835908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>
                <a:solidFill>
                  <a:srgbClr val="543443"/>
                </a:solidFill>
              </a:rPr>
              <a:t>黃俊傑</a:t>
            </a:r>
            <a:endParaRPr lang="en-US" sz="1600"/>
          </a:p>
        </p:txBody>
      </p:sp>
      <p:sp>
        <p:nvSpPr>
          <p:cNvPr id="107" name="Shape 105"/>
          <p:cNvSpPr/>
          <p:nvPr/>
        </p:nvSpPr>
        <p:spPr>
          <a:xfrm>
            <a:off x="4860036" y="4575048"/>
            <a:ext cx="621792" cy="293624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08" name="Text 106"/>
          <p:cNvSpPr/>
          <p:nvPr/>
        </p:nvSpPr>
        <p:spPr>
          <a:xfrm>
            <a:off x="4882896" y="4579620"/>
            <a:ext cx="576072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>
                <a:solidFill>
                  <a:srgbClr val="543443"/>
                </a:solidFill>
              </a:rPr>
              <a:t>恩德</a:t>
            </a:r>
            <a:endParaRPr lang="en-US" sz="1600"/>
          </a:p>
        </p:txBody>
      </p:sp>
      <p:sp>
        <p:nvSpPr>
          <p:cNvPr id="109" name="Shape 107"/>
          <p:cNvSpPr/>
          <p:nvPr/>
        </p:nvSpPr>
        <p:spPr>
          <a:xfrm>
            <a:off x="5481828" y="4575048"/>
            <a:ext cx="530352" cy="293624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10" name="Text 108"/>
          <p:cNvSpPr/>
          <p:nvPr/>
        </p:nvSpPr>
        <p:spPr>
          <a:xfrm>
            <a:off x="5504688" y="4579620"/>
            <a:ext cx="484632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7B3C5E"/>
                </a:solidFill>
              </a:rPr>
              <a:t>2</a:t>
            </a:r>
            <a:endParaRPr lang="en-US" sz="1600"/>
          </a:p>
        </p:txBody>
      </p:sp>
      <p:sp>
        <p:nvSpPr>
          <p:cNvPr id="111" name="Shape 109"/>
          <p:cNvSpPr/>
          <p:nvPr/>
        </p:nvSpPr>
        <p:spPr>
          <a:xfrm>
            <a:off x="502920" y="4868672"/>
            <a:ext cx="475488" cy="293624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12" name="Text 110"/>
          <p:cNvSpPr/>
          <p:nvPr/>
        </p:nvSpPr>
        <p:spPr>
          <a:xfrm>
            <a:off x="525780" y="4873244"/>
            <a:ext cx="429768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>
                <a:solidFill>
                  <a:srgbClr val="543443"/>
                </a:solidFill>
              </a:rPr>
              <a:t>13</a:t>
            </a:r>
            <a:endParaRPr lang="en-US" sz="1600"/>
          </a:p>
        </p:txBody>
      </p:sp>
      <p:sp>
        <p:nvSpPr>
          <p:cNvPr id="113" name="Shape 111"/>
          <p:cNvSpPr/>
          <p:nvPr/>
        </p:nvSpPr>
        <p:spPr>
          <a:xfrm>
            <a:off x="978408" y="4868672"/>
            <a:ext cx="3881628" cy="293624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14" name="Text 112"/>
          <p:cNvSpPr/>
          <p:nvPr/>
        </p:nvSpPr>
        <p:spPr>
          <a:xfrm>
            <a:off x="1001268" y="4873244"/>
            <a:ext cx="3835908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>
                <a:solidFill>
                  <a:srgbClr val="543443"/>
                </a:solidFill>
              </a:rPr>
              <a:t>荘志強</a:t>
            </a:r>
            <a:endParaRPr lang="en-US" sz="1600"/>
          </a:p>
        </p:txBody>
      </p:sp>
      <p:sp>
        <p:nvSpPr>
          <p:cNvPr id="115" name="Shape 113"/>
          <p:cNvSpPr/>
          <p:nvPr/>
        </p:nvSpPr>
        <p:spPr>
          <a:xfrm>
            <a:off x="4860036" y="4868672"/>
            <a:ext cx="621792" cy="293624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16" name="Text 114"/>
          <p:cNvSpPr/>
          <p:nvPr/>
        </p:nvSpPr>
        <p:spPr>
          <a:xfrm>
            <a:off x="4882896" y="4873244"/>
            <a:ext cx="576072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>
                <a:solidFill>
                  <a:srgbClr val="543443"/>
                </a:solidFill>
              </a:rPr>
              <a:t>恩德</a:t>
            </a:r>
            <a:endParaRPr lang="en-US" sz="1600"/>
          </a:p>
        </p:txBody>
      </p:sp>
      <p:sp>
        <p:nvSpPr>
          <p:cNvPr id="117" name="Shape 115"/>
          <p:cNvSpPr/>
          <p:nvPr/>
        </p:nvSpPr>
        <p:spPr>
          <a:xfrm>
            <a:off x="5481828" y="4868672"/>
            <a:ext cx="530352" cy="293624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18" name="Text 116"/>
          <p:cNvSpPr/>
          <p:nvPr/>
        </p:nvSpPr>
        <p:spPr>
          <a:xfrm>
            <a:off x="5504688" y="4873244"/>
            <a:ext cx="484632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7B3C5E"/>
                </a:solidFill>
              </a:rPr>
              <a:t>1</a:t>
            </a:r>
            <a:endParaRPr lang="en-US" sz="1600"/>
          </a:p>
        </p:txBody>
      </p:sp>
      <p:sp>
        <p:nvSpPr>
          <p:cNvPr id="119" name="Shape 117"/>
          <p:cNvSpPr/>
          <p:nvPr/>
        </p:nvSpPr>
        <p:spPr>
          <a:xfrm>
            <a:off x="502920" y="5162296"/>
            <a:ext cx="475488" cy="293624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20" name="Text 118"/>
          <p:cNvSpPr/>
          <p:nvPr/>
        </p:nvSpPr>
        <p:spPr>
          <a:xfrm>
            <a:off x="525780" y="5166868"/>
            <a:ext cx="429768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>
                <a:solidFill>
                  <a:srgbClr val="543443"/>
                </a:solidFill>
              </a:rPr>
              <a:t>14</a:t>
            </a:r>
            <a:endParaRPr lang="en-US" sz="1600"/>
          </a:p>
        </p:txBody>
      </p:sp>
      <p:sp>
        <p:nvSpPr>
          <p:cNvPr id="121" name="Shape 119"/>
          <p:cNvSpPr/>
          <p:nvPr/>
        </p:nvSpPr>
        <p:spPr>
          <a:xfrm>
            <a:off x="978408" y="5162296"/>
            <a:ext cx="3881628" cy="293624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22" name="Text 120"/>
          <p:cNvSpPr/>
          <p:nvPr/>
        </p:nvSpPr>
        <p:spPr>
          <a:xfrm>
            <a:off x="1001268" y="5166868"/>
            <a:ext cx="3835908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>
                <a:solidFill>
                  <a:srgbClr val="543443"/>
                </a:solidFill>
              </a:rPr>
              <a:t>林玉微</a:t>
            </a:r>
            <a:endParaRPr lang="en-US" sz="1600"/>
          </a:p>
        </p:txBody>
      </p:sp>
      <p:sp>
        <p:nvSpPr>
          <p:cNvPr id="123" name="Shape 121"/>
          <p:cNvSpPr/>
          <p:nvPr/>
        </p:nvSpPr>
        <p:spPr>
          <a:xfrm>
            <a:off x="4860036" y="5162296"/>
            <a:ext cx="621792" cy="293624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24" name="Text 122"/>
          <p:cNvSpPr/>
          <p:nvPr/>
        </p:nvSpPr>
        <p:spPr>
          <a:xfrm>
            <a:off x="4882896" y="5166868"/>
            <a:ext cx="576072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>
                <a:solidFill>
                  <a:srgbClr val="543443"/>
                </a:solidFill>
              </a:rPr>
              <a:t>恩德</a:t>
            </a:r>
            <a:endParaRPr lang="en-US" sz="1600"/>
          </a:p>
        </p:txBody>
      </p:sp>
      <p:sp>
        <p:nvSpPr>
          <p:cNvPr id="125" name="Shape 123"/>
          <p:cNvSpPr/>
          <p:nvPr/>
        </p:nvSpPr>
        <p:spPr>
          <a:xfrm>
            <a:off x="5481828" y="5162296"/>
            <a:ext cx="530352" cy="293624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26" name="Text 124"/>
          <p:cNvSpPr/>
          <p:nvPr/>
        </p:nvSpPr>
        <p:spPr>
          <a:xfrm>
            <a:off x="5504688" y="5166868"/>
            <a:ext cx="484632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7B3C5E"/>
                </a:solidFill>
              </a:rPr>
              <a:t>1</a:t>
            </a:r>
            <a:endParaRPr lang="en-US" sz="1600"/>
          </a:p>
        </p:txBody>
      </p:sp>
      <p:sp>
        <p:nvSpPr>
          <p:cNvPr id="127" name="Shape 125"/>
          <p:cNvSpPr/>
          <p:nvPr/>
        </p:nvSpPr>
        <p:spPr>
          <a:xfrm>
            <a:off x="502920" y="5455920"/>
            <a:ext cx="475488" cy="293624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28" name="Text 126"/>
          <p:cNvSpPr/>
          <p:nvPr/>
        </p:nvSpPr>
        <p:spPr>
          <a:xfrm>
            <a:off x="525780" y="5460492"/>
            <a:ext cx="429768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>
                <a:solidFill>
                  <a:srgbClr val="543443"/>
                </a:solidFill>
              </a:rPr>
              <a:t>15</a:t>
            </a:r>
            <a:endParaRPr lang="en-US" sz="1600"/>
          </a:p>
        </p:txBody>
      </p:sp>
      <p:sp>
        <p:nvSpPr>
          <p:cNvPr id="129" name="Shape 127"/>
          <p:cNvSpPr/>
          <p:nvPr/>
        </p:nvSpPr>
        <p:spPr>
          <a:xfrm>
            <a:off x="978408" y="5455920"/>
            <a:ext cx="3881628" cy="293624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30" name="Text 128"/>
          <p:cNvSpPr/>
          <p:nvPr/>
        </p:nvSpPr>
        <p:spPr>
          <a:xfrm>
            <a:off x="1001268" y="5460492"/>
            <a:ext cx="3835908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>
                <a:solidFill>
                  <a:srgbClr val="543443"/>
                </a:solidFill>
              </a:rPr>
              <a:t>陳美燕</a:t>
            </a:r>
            <a:endParaRPr lang="en-US" sz="1600"/>
          </a:p>
        </p:txBody>
      </p:sp>
      <p:sp>
        <p:nvSpPr>
          <p:cNvPr id="131" name="Shape 129"/>
          <p:cNvSpPr/>
          <p:nvPr/>
        </p:nvSpPr>
        <p:spPr>
          <a:xfrm>
            <a:off x="4860036" y="5455920"/>
            <a:ext cx="621792" cy="293624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32" name="Text 130"/>
          <p:cNvSpPr/>
          <p:nvPr/>
        </p:nvSpPr>
        <p:spPr>
          <a:xfrm>
            <a:off x="4882896" y="5460492"/>
            <a:ext cx="576072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>
                <a:solidFill>
                  <a:srgbClr val="543443"/>
                </a:solidFill>
              </a:rPr>
              <a:t>峻德</a:t>
            </a:r>
            <a:endParaRPr lang="en-US" sz="1600"/>
          </a:p>
        </p:txBody>
      </p:sp>
      <p:sp>
        <p:nvSpPr>
          <p:cNvPr id="133" name="Shape 131"/>
          <p:cNvSpPr/>
          <p:nvPr/>
        </p:nvSpPr>
        <p:spPr>
          <a:xfrm>
            <a:off x="5481828" y="5455920"/>
            <a:ext cx="530352" cy="293624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34" name="Text 132"/>
          <p:cNvSpPr/>
          <p:nvPr/>
        </p:nvSpPr>
        <p:spPr>
          <a:xfrm>
            <a:off x="5504688" y="5460492"/>
            <a:ext cx="484632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7B3C5E"/>
                </a:solidFill>
              </a:rPr>
              <a:t>1</a:t>
            </a:r>
            <a:endParaRPr lang="en-US" sz="1600"/>
          </a:p>
        </p:txBody>
      </p:sp>
      <p:sp>
        <p:nvSpPr>
          <p:cNvPr id="135" name="Shape 133"/>
          <p:cNvSpPr/>
          <p:nvPr/>
        </p:nvSpPr>
        <p:spPr>
          <a:xfrm>
            <a:off x="502920" y="5749544"/>
            <a:ext cx="475488" cy="293624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36" name="Text 134"/>
          <p:cNvSpPr/>
          <p:nvPr/>
        </p:nvSpPr>
        <p:spPr>
          <a:xfrm>
            <a:off x="525780" y="5754116"/>
            <a:ext cx="429768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>
                <a:solidFill>
                  <a:srgbClr val="543443"/>
                </a:solidFill>
              </a:rPr>
              <a:t>16</a:t>
            </a:r>
            <a:endParaRPr lang="en-US" sz="1600"/>
          </a:p>
        </p:txBody>
      </p:sp>
      <p:sp>
        <p:nvSpPr>
          <p:cNvPr id="137" name="Shape 135"/>
          <p:cNvSpPr/>
          <p:nvPr/>
        </p:nvSpPr>
        <p:spPr>
          <a:xfrm>
            <a:off x="978408" y="5749544"/>
            <a:ext cx="3881628" cy="293624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38" name="Text 136"/>
          <p:cNvSpPr/>
          <p:nvPr/>
        </p:nvSpPr>
        <p:spPr>
          <a:xfrm>
            <a:off x="1001268" y="5754116"/>
            <a:ext cx="3835908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>
                <a:solidFill>
                  <a:srgbClr val="543443"/>
                </a:solidFill>
              </a:rPr>
              <a:t>王姵縈</a:t>
            </a:r>
            <a:endParaRPr lang="en-US" sz="1600"/>
          </a:p>
        </p:txBody>
      </p:sp>
      <p:sp>
        <p:nvSpPr>
          <p:cNvPr id="139" name="Shape 137"/>
          <p:cNvSpPr/>
          <p:nvPr/>
        </p:nvSpPr>
        <p:spPr>
          <a:xfrm>
            <a:off x="4860036" y="5749544"/>
            <a:ext cx="621792" cy="293624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40" name="Text 138"/>
          <p:cNvSpPr/>
          <p:nvPr/>
        </p:nvSpPr>
        <p:spPr>
          <a:xfrm>
            <a:off x="4882896" y="5754116"/>
            <a:ext cx="576072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>
                <a:solidFill>
                  <a:srgbClr val="543443"/>
                </a:solidFill>
              </a:rPr>
              <a:t>順德</a:t>
            </a:r>
            <a:endParaRPr lang="en-US" sz="1600"/>
          </a:p>
        </p:txBody>
      </p:sp>
      <p:sp>
        <p:nvSpPr>
          <p:cNvPr id="141" name="Shape 139"/>
          <p:cNvSpPr/>
          <p:nvPr/>
        </p:nvSpPr>
        <p:spPr>
          <a:xfrm>
            <a:off x="5481828" y="5749544"/>
            <a:ext cx="530352" cy="293624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42" name="Text 140"/>
          <p:cNvSpPr/>
          <p:nvPr/>
        </p:nvSpPr>
        <p:spPr>
          <a:xfrm>
            <a:off x="5504688" y="5754116"/>
            <a:ext cx="484632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7B3C5E"/>
                </a:solidFill>
              </a:rPr>
              <a:t>6</a:t>
            </a:r>
            <a:endParaRPr lang="en-US" sz="1600"/>
          </a:p>
        </p:txBody>
      </p:sp>
      <p:sp>
        <p:nvSpPr>
          <p:cNvPr id="143" name="Shape 141"/>
          <p:cNvSpPr/>
          <p:nvPr/>
        </p:nvSpPr>
        <p:spPr>
          <a:xfrm>
            <a:off x="502920" y="6043168"/>
            <a:ext cx="475488" cy="293624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44" name="Text 142"/>
          <p:cNvSpPr/>
          <p:nvPr/>
        </p:nvSpPr>
        <p:spPr>
          <a:xfrm>
            <a:off x="525780" y="6047740"/>
            <a:ext cx="429768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>
                <a:solidFill>
                  <a:srgbClr val="543443"/>
                </a:solidFill>
              </a:rPr>
              <a:t>17</a:t>
            </a:r>
            <a:endParaRPr lang="en-US" sz="1600"/>
          </a:p>
        </p:txBody>
      </p:sp>
      <p:sp>
        <p:nvSpPr>
          <p:cNvPr id="145" name="Shape 143"/>
          <p:cNvSpPr/>
          <p:nvPr/>
        </p:nvSpPr>
        <p:spPr>
          <a:xfrm>
            <a:off x="978408" y="6043168"/>
            <a:ext cx="3881628" cy="293624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46" name="Text 144"/>
          <p:cNvSpPr/>
          <p:nvPr/>
        </p:nvSpPr>
        <p:spPr>
          <a:xfrm>
            <a:off x="1001268" y="6047740"/>
            <a:ext cx="3835908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>
                <a:solidFill>
                  <a:srgbClr val="543443"/>
                </a:solidFill>
              </a:rPr>
              <a:t>高寶蕊</a:t>
            </a:r>
            <a:endParaRPr lang="en-US" sz="1600"/>
          </a:p>
        </p:txBody>
      </p:sp>
      <p:sp>
        <p:nvSpPr>
          <p:cNvPr id="147" name="Shape 145"/>
          <p:cNvSpPr/>
          <p:nvPr/>
        </p:nvSpPr>
        <p:spPr>
          <a:xfrm>
            <a:off x="4860036" y="6043168"/>
            <a:ext cx="621792" cy="293624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48" name="Text 146"/>
          <p:cNvSpPr/>
          <p:nvPr/>
        </p:nvSpPr>
        <p:spPr>
          <a:xfrm>
            <a:off x="4882896" y="6047740"/>
            <a:ext cx="576072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>
                <a:solidFill>
                  <a:srgbClr val="543443"/>
                </a:solidFill>
              </a:rPr>
              <a:t>順德</a:t>
            </a:r>
            <a:endParaRPr lang="en-US" sz="1600"/>
          </a:p>
        </p:txBody>
      </p:sp>
      <p:sp>
        <p:nvSpPr>
          <p:cNvPr id="149" name="Shape 147"/>
          <p:cNvSpPr/>
          <p:nvPr/>
        </p:nvSpPr>
        <p:spPr>
          <a:xfrm>
            <a:off x="5481828" y="6043168"/>
            <a:ext cx="530352" cy="293624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50" name="Text 148"/>
          <p:cNvSpPr/>
          <p:nvPr/>
        </p:nvSpPr>
        <p:spPr>
          <a:xfrm>
            <a:off x="5504688" y="6047740"/>
            <a:ext cx="484632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7B3C5E"/>
                </a:solidFill>
              </a:rPr>
              <a:t>6</a:t>
            </a:r>
            <a:endParaRPr lang="en-US" sz="1600"/>
          </a:p>
        </p:txBody>
      </p:sp>
      <p:sp>
        <p:nvSpPr>
          <p:cNvPr id="151" name="Shape 149"/>
          <p:cNvSpPr/>
          <p:nvPr/>
        </p:nvSpPr>
        <p:spPr>
          <a:xfrm>
            <a:off x="6176772" y="1051560"/>
            <a:ext cx="5509260" cy="5285232"/>
          </a:xfrm>
          <a:prstGeom prst="roundRect">
            <a:avLst/>
          </a:prstGeom>
          <a:solidFill>
            <a:srgbClr val="FFFCFA"/>
          </a:solidFill>
          <a:ln w="12700">
            <a:solidFill>
              <a:srgbClr val="D8B77D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52" name="Shape 150"/>
          <p:cNvSpPr/>
          <p:nvPr/>
        </p:nvSpPr>
        <p:spPr>
          <a:xfrm>
            <a:off x="6176772" y="1051560"/>
            <a:ext cx="475488" cy="293624"/>
          </a:xfrm>
          <a:prstGeom prst="rect">
            <a:avLst/>
          </a:prstGeom>
          <a:solidFill>
            <a:srgbClr val="92506F"/>
          </a:solidFill>
          <a:ln w="6350">
            <a:solidFill>
              <a:srgbClr val="E6C992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53" name="Text 151"/>
          <p:cNvSpPr/>
          <p:nvPr/>
        </p:nvSpPr>
        <p:spPr>
          <a:xfrm>
            <a:off x="6195060" y="1060704"/>
            <a:ext cx="438912" cy="275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</a:rPr>
              <a:t>No</a:t>
            </a:r>
            <a:endParaRPr lang="en-US" sz="1600"/>
          </a:p>
        </p:txBody>
      </p:sp>
      <p:sp>
        <p:nvSpPr>
          <p:cNvPr id="154" name="Shape 152"/>
          <p:cNvSpPr/>
          <p:nvPr/>
        </p:nvSpPr>
        <p:spPr>
          <a:xfrm>
            <a:off x="6652260" y="1051560"/>
            <a:ext cx="3881628" cy="293624"/>
          </a:xfrm>
          <a:prstGeom prst="rect">
            <a:avLst/>
          </a:prstGeom>
          <a:solidFill>
            <a:srgbClr val="7B3C5E"/>
          </a:solidFill>
          <a:ln w="6350">
            <a:solidFill>
              <a:srgbClr val="E6C992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55" name="Text 153"/>
          <p:cNvSpPr/>
          <p:nvPr/>
        </p:nvSpPr>
        <p:spPr>
          <a:xfrm>
            <a:off x="6670548" y="1060704"/>
            <a:ext cx="3845052" cy="275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</a:rPr>
              <a:t>負責人</a:t>
            </a:r>
            <a:endParaRPr lang="en-US" sz="1600"/>
          </a:p>
        </p:txBody>
      </p:sp>
      <p:sp>
        <p:nvSpPr>
          <p:cNvPr id="156" name="Shape 154"/>
          <p:cNvSpPr/>
          <p:nvPr/>
        </p:nvSpPr>
        <p:spPr>
          <a:xfrm>
            <a:off x="10533888" y="1051560"/>
            <a:ext cx="621792" cy="293624"/>
          </a:xfrm>
          <a:prstGeom prst="rect">
            <a:avLst/>
          </a:prstGeom>
          <a:solidFill>
            <a:srgbClr val="92506F"/>
          </a:solidFill>
          <a:ln w="6350">
            <a:solidFill>
              <a:srgbClr val="E6C992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57" name="Text 155"/>
          <p:cNvSpPr/>
          <p:nvPr/>
        </p:nvSpPr>
        <p:spPr>
          <a:xfrm>
            <a:off x="10552176" y="1060704"/>
            <a:ext cx="585216" cy="275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</a:rPr>
              <a:t>屬壇</a:t>
            </a:r>
            <a:endParaRPr lang="en-US" sz="1600"/>
          </a:p>
        </p:txBody>
      </p:sp>
      <p:sp>
        <p:nvSpPr>
          <p:cNvPr id="158" name="Shape 156"/>
          <p:cNvSpPr/>
          <p:nvPr/>
        </p:nvSpPr>
        <p:spPr>
          <a:xfrm>
            <a:off x="11155680" y="1051560"/>
            <a:ext cx="530352" cy="293624"/>
          </a:xfrm>
          <a:prstGeom prst="rect">
            <a:avLst/>
          </a:prstGeom>
          <a:solidFill>
            <a:srgbClr val="92506F"/>
          </a:solidFill>
          <a:ln w="6350">
            <a:solidFill>
              <a:srgbClr val="E6C992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59" name="Text 157"/>
          <p:cNvSpPr/>
          <p:nvPr/>
        </p:nvSpPr>
        <p:spPr>
          <a:xfrm>
            <a:off x="11173968" y="1060704"/>
            <a:ext cx="493776" cy="275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</a:rPr>
              <a:t>求道人數</a:t>
            </a:r>
            <a:endParaRPr lang="en-US" sz="1600"/>
          </a:p>
        </p:txBody>
      </p:sp>
      <p:sp>
        <p:nvSpPr>
          <p:cNvPr id="160" name="Shape 158"/>
          <p:cNvSpPr/>
          <p:nvPr/>
        </p:nvSpPr>
        <p:spPr>
          <a:xfrm>
            <a:off x="6176772" y="1345184"/>
            <a:ext cx="475488" cy="293624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61" name="Text 159"/>
          <p:cNvSpPr/>
          <p:nvPr/>
        </p:nvSpPr>
        <p:spPr>
          <a:xfrm>
            <a:off x="6199632" y="1349756"/>
            <a:ext cx="429768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>
                <a:solidFill>
                  <a:srgbClr val="543443"/>
                </a:solidFill>
              </a:rPr>
              <a:t>18</a:t>
            </a:r>
            <a:endParaRPr lang="en-US" sz="1600"/>
          </a:p>
        </p:txBody>
      </p:sp>
      <p:sp>
        <p:nvSpPr>
          <p:cNvPr id="162" name="Shape 160"/>
          <p:cNvSpPr/>
          <p:nvPr/>
        </p:nvSpPr>
        <p:spPr>
          <a:xfrm>
            <a:off x="6652260" y="1345184"/>
            <a:ext cx="3881628" cy="293624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63" name="Text 161"/>
          <p:cNvSpPr/>
          <p:nvPr/>
        </p:nvSpPr>
        <p:spPr>
          <a:xfrm>
            <a:off x="6675120" y="1349756"/>
            <a:ext cx="3835908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>
                <a:solidFill>
                  <a:srgbClr val="543443"/>
                </a:solidFill>
              </a:rPr>
              <a:t>林秀柳</a:t>
            </a:r>
            <a:endParaRPr lang="en-US" sz="1600"/>
          </a:p>
        </p:txBody>
      </p:sp>
      <p:sp>
        <p:nvSpPr>
          <p:cNvPr id="164" name="Shape 162"/>
          <p:cNvSpPr/>
          <p:nvPr/>
        </p:nvSpPr>
        <p:spPr>
          <a:xfrm>
            <a:off x="10533888" y="1345184"/>
            <a:ext cx="621792" cy="293624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65" name="Text 163"/>
          <p:cNvSpPr/>
          <p:nvPr/>
        </p:nvSpPr>
        <p:spPr>
          <a:xfrm>
            <a:off x="10556748" y="1349756"/>
            <a:ext cx="576072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>
                <a:solidFill>
                  <a:srgbClr val="543443"/>
                </a:solidFill>
              </a:rPr>
              <a:t>順德</a:t>
            </a:r>
            <a:endParaRPr lang="en-US" sz="1600"/>
          </a:p>
        </p:txBody>
      </p:sp>
      <p:sp>
        <p:nvSpPr>
          <p:cNvPr id="166" name="Shape 164"/>
          <p:cNvSpPr/>
          <p:nvPr/>
        </p:nvSpPr>
        <p:spPr>
          <a:xfrm>
            <a:off x="11155680" y="1345184"/>
            <a:ext cx="530352" cy="293624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67" name="Text 165"/>
          <p:cNvSpPr/>
          <p:nvPr/>
        </p:nvSpPr>
        <p:spPr>
          <a:xfrm>
            <a:off x="11178540" y="1349756"/>
            <a:ext cx="484632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7B3C5E"/>
                </a:solidFill>
              </a:rPr>
              <a:t>5</a:t>
            </a:r>
            <a:endParaRPr lang="en-US" sz="1600"/>
          </a:p>
        </p:txBody>
      </p:sp>
      <p:sp>
        <p:nvSpPr>
          <p:cNvPr id="168" name="Shape 166"/>
          <p:cNvSpPr/>
          <p:nvPr/>
        </p:nvSpPr>
        <p:spPr>
          <a:xfrm>
            <a:off x="6176772" y="1638808"/>
            <a:ext cx="475488" cy="293624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69" name="Text 167"/>
          <p:cNvSpPr/>
          <p:nvPr/>
        </p:nvSpPr>
        <p:spPr>
          <a:xfrm>
            <a:off x="6199632" y="1643380"/>
            <a:ext cx="429768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>
                <a:solidFill>
                  <a:srgbClr val="543443"/>
                </a:solidFill>
              </a:rPr>
              <a:t>19</a:t>
            </a:r>
            <a:endParaRPr lang="en-US" sz="1600"/>
          </a:p>
        </p:txBody>
      </p:sp>
      <p:sp>
        <p:nvSpPr>
          <p:cNvPr id="170" name="Shape 168"/>
          <p:cNvSpPr/>
          <p:nvPr/>
        </p:nvSpPr>
        <p:spPr>
          <a:xfrm>
            <a:off x="6652260" y="1638808"/>
            <a:ext cx="3881628" cy="293624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71" name="Text 169"/>
          <p:cNvSpPr/>
          <p:nvPr/>
        </p:nvSpPr>
        <p:spPr>
          <a:xfrm>
            <a:off x="6675120" y="1643380"/>
            <a:ext cx="3835908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>
                <a:solidFill>
                  <a:srgbClr val="543443"/>
                </a:solidFill>
              </a:rPr>
              <a:t>陳小蕙</a:t>
            </a:r>
            <a:endParaRPr lang="en-US" sz="1600"/>
          </a:p>
        </p:txBody>
      </p:sp>
      <p:sp>
        <p:nvSpPr>
          <p:cNvPr id="172" name="Shape 170"/>
          <p:cNvSpPr/>
          <p:nvPr/>
        </p:nvSpPr>
        <p:spPr>
          <a:xfrm>
            <a:off x="10533888" y="1638808"/>
            <a:ext cx="621792" cy="293624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73" name="Text 171"/>
          <p:cNvSpPr/>
          <p:nvPr/>
        </p:nvSpPr>
        <p:spPr>
          <a:xfrm>
            <a:off x="10556748" y="1643380"/>
            <a:ext cx="576072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>
                <a:solidFill>
                  <a:srgbClr val="543443"/>
                </a:solidFill>
              </a:rPr>
              <a:t>順德</a:t>
            </a:r>
            <a:endParaRPr lang="en-US" sz="1600"/>
          </a:p>
        </p:txBody>
      </p:sp>
      <p:sp>
        <p:nvSpPr>
          <p:cNvPr id="174" name="Shape 172"/>
          <p:cNvSpPr/>
          <p:nvPr/>
        </p:nvSpPr>
        <p:spPr>
          <a:xfrm>
            <a:off x="11155680" y="1638808"/>
            <a:ext cx="530352" cy="293624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75" name="Text 173"/>
          <p:cNvSpPr/>
          <p:nvPr/>
        </p:nvSpPr>
        <p:spPr>
          <a:xfrm>
            <a:off x="11178540" y="1643380"/>
            <a:ext cx="484632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7B3C5E"/>
                </a:solidFill>
              </a:rPr>
              <a:t>4</a:t>
            </a:r>
            <a:endParaRPr lang="en-US" sz="1600"/>
          </a:p>
        </p:txBody>
      </p:sp>
      <p:sp>
        <p:nvSpPr>
          <p:cNvPr id="176" name="Shape 174"/>
          <p:cNvSpPr/>
          <p:nvPr/>
        </p:nvSpPr>
        <p:spPr>
          <a:xfrm>
            <a:off x="6176772" y="1932432"/>
            <a:ext cx="475488" cy="293624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77" name="Text 175"/>
          <p:cNvSpPr/>
          <p:nvPr/>
        </p:nvSpPr>
        <p:spPr>
          <a:xfrm>
            <a:off x="6199632" y="1937004"/>
            <a:ext cx="429768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>
                <a:solidFill>
                  <a:srgbClr val="543443"/>
                </a:solidFill>
              </a:rPr>
              <a:t>20</a:t>
            </a:r>
            <a:endParaRPr lang="en-US" sz="1600"/>
          </a:p>
        </p:txBody>
      </p:sp>
      <p:sp>
        <p:nvSpPr>
          <p:cNvPr id="178" name="Shape 176"/>
          <p:cNvSpPr/>
          <p:nvPr/>
        </p:nvSpPr>
        <p:spPr>
          <a:xfrm>
            <a:off x="6652260" y="1932432"/>
            <a:ext cx="3881628" cy="293624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79" name="Text 177"/>
          <p:cNvSpPr/>
          <p:nvPr/>
        </p:nvSpPr>
        <p:spPr>
          <a:xfrm>
            <a:off x="6675120" y="1937004"/>
            <a:ext cx="3835908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>
                <a:solidFill>
                  <a:srgbClr val="543443"/>
                </a:solidFill>
              </a:rPr>
              <a:t>楊惠芳</a:t>
            </a:r>
            <a:endParaRPr lang="en-US" sz="1600"/>
          </a:p>
        </p:txBody>
      </p:sp>
      <p:sp>
        <p:nvSpPr>
          <p:cNvPr id="180" name="Shape 178"/>
          <p:cNvSpPr/>
          <p:nvPr/>
        </p:nvSpPr>
        <p:spPr>
          <a:xfrm>
            <a:off x="10533888" y="1932432"/>
            <a:ext cx="621792" cy="293624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81" name="Text 179"/>
          <p:cNvSpPr/>
          <p:nvPr/>
        </p:nvSpPr>
        <p:spPr>
          <a:xfrm>
            <a:off x="10556748" y="1937004"/>
            <a:ext cx="576072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>
                <a:solidFill>
                  <a:srgbClr val="543443"/>
                </a:solidFill>
              </a:rPr>
              <a:t>順德</a:t>
            </a:r>
            <a:endParaRPr lang="en-US" sz="1600"/>
          </a:p>
        </p:txBody>
      </p:sp>
      <p:sp>
        <p:nvSpPr>
          <p:cNvPr id="182" name="Shape 180"/>
          <p:cNvSpPr/>
          <p:nvPr/>
        </p:nvSpPr>
        <p:spPr>
          <a:xfrm>
            <a:off x="11155680" y="1932432"/>
            <a:ext cx="530352" cy="293624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83" name="Text 181"/>
          <p:cNvSpPr/>
          <p:nvPr/>
        </p:nvSpPr>
        <p:spPr>
          <a:xfrm>
            <a:off x="11178540" y="1937004"/>
            <a:ext cx="484632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7B3C5E"/>
                </a:solidFill>
              </a:rPr>
              <a:t>3</a:t>
            </a:r>
            <a:endParaRPr lang="en-US" sz="1600"/>
          </a:p>
        </p:txBody>
      </p:sp>
      <p:sp>
        <p:nvSpPr>
          <p:cNvPr id="184" name="Shape 182"/>
          <p:cNvSpPr/>
          <p:nvPr/>
        </p:nvSpPr>
        <p:spPr>
          <a:xfrm>
            <a:off x="6176772" y="2226056"/>
            <a:ext cx="475488" cy="293624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85" name="Text 183"/>
          <p:cNvSpPr/>
          <p:nvPr/>
        </p:nvSpPr>
        <p:spPr>
          <a:xfrm>
            <a:off x="6199632" y="2230628"/>
            <a:ext cx="429768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>
                <a:solidFill>
                  <a:srgbClr val="543443"/>
                </a:solidFill>
              </a:rPr>
              <a:t>21</a:t>
            </a:r>
            <a:endParaRPr lang="en-US" sz="1600"/>
          </a:p>
        </p:txBody>
      </p:sp>
      <p:sp>
        <p:nvSpPr>
          <p:cNvPr id="186" name="Shape 184"/>
          <p:cNvSpPr/>
          <p:nvPr/>
        </p:nvSpPr>
        <p:spPr>
          <a:xfrm>
            <a:off x="6652260" y="2226056"/>
            <a:ext cx="3881628" cy="293624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87" name="Text 185"/>
          <p:cNvSpPr/>
          <p:nvPr/>
        </p:nvSpPr>
        <p:spPr>
          <a:xfrm>
            <a:off x="6675120" y="2230628"/>
            <a:ext cx="3835908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>
                <a:solidFill>
                  <a:srgbClr val="543443"/>
                </a:solidFill>
              </a:rPr>
              <a:t>鄭永文</a:t>
            </a:r>
            <a:endParaRPr lang="en-US" sz="1600"/>
          </a:p>
        </p:txBody>
      </p:sp>
      <p:sp>
        <p:nvSpPr>
          <p:cNvPr id="188" name="Shape 186"/>
          <p:cNvSpPr/>
          <p:nvPr/>
        </p:nvSpPr>
        <p:spPr>
          <a:xfrm>
            <a:off x="10533888" y="2226056"/>
            <a:ext cx="621792" cy="293624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89" name="Text 187"/>
          <p:cNvSpPr/>
          <p:nvPr/>
        </p:nvSpPr>
        <p:spPr>
          <a:xfrm>
            <a:off x="10556748" y="2230628"/>
            <a:ext cx="576072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>
                <a:solidFill>
                  <a:srgbClr val="543443"/>
                </a:solidFill>
              </a:rPr>
              <a:t>順德</a:t>
            </a:r>
            <a:endParaRPr lang="en-US" sz="1600"/>
          </a:p>
        </p:txBody>
      </p:sp>
      <p:sp>
        <p:nvSpPr>
          <p:cNvPr id="190" name="Shape 188"/>
          <p:cNvSpPr/>
          <p:nvPr/>
        </p:nvSpPr>
        <p:spPr>
          <a:xfrm>
            <a:off x="11155680" y="2226056"/>
            <a:ext cx="530352" cy="293624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91" name="Text 189"/>
          <p:cNvSpPr/>
          <p:nvPr/>
        </p:nvSpPr>
        <p:spPr>
          <a:xfrm>
            <a:off x="11178540" y="2230628"/>
            <a:ext cx="484632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7B3C5E"/>
                </a:solidFill>
              </a:rPr>
              <a:t>2</a:t>
            </a:r>
            <a:endParaRPr lang="en-US" sz="1600"/>
          </a:p>
        </p:txBody>
      </p:sp>
      <p:sp>
        <p:nvSpPr>
          <p:cNvPr id="192" name="Shape 190"/>
          <p:cNvSpPr/>
          <p:nvPr/>
        </p:nvSpPr>
        <p:spPr>
          <a:xfrm>
            <a:off x="6176772" y="2519680"/>
            <a:ext cx="475488" cy="293624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93" name="Text 191"/>
          <p:cNvSpPr/>
          <p:nvPr/>
        </p:nvSpPr>
        <p:spPr>
          <a:xfrm>
            <a:off x="6199632" y="2524252"/>
            <a:ext cx="429768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>
                <a:solidFill>
                  <a:srgbClr val="543443"/>
                </a:solidFill>
              </a:rPr>
              <a:t>22</a:t>
            </a:r>
            <a:endParaRPr lang="en-US" sz="1600"/>
          </a:p>
        </p:txBody>
      </p:sp>
      <p:sp>
        <p:nvSpPr>
          <p:cNvPr id="194" name="Shape 192"/>
          <p:cNvSpPr/>
          <p:nvPr/>
        </p:nvSpPr>
        <p:spPr>
          <a:xfrm>
            <a:off x="6652260" y="2519680"/>
            <a:ext cx="3881628" cy="293624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95" name="Text 193"/>
          <p:cNvSpPr/>
          <p:nvPr/>
        </p:nvSpPr>
        <p:spPr>
          <a:xfrm>
            <a:off x="6675120" y="2524252"/>
            <a:ext cx="3835908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>
                <a:solidFill>
                  <a:srgbClr val="543443"/>
                </a:solidFill>
              </a:rPr>
              <a:t>曾榮德</a:t>
            </a:r>
            <a:endParaRPr lang="en-US" sz="1600"/>
          </a:p>
        </p:txBody>
      </p:sp>
      <p:sp>
        <p:nvSpPr>
          <p:cNvPr id="196" name="Shape 194"/>
          <p:cNvSpPr/>
          <p:nvPr/>
        </p:nvSpPr>
        <p:spPr>
          <a:xfrm>
            <a:off x="10533888" y="2519680"/>
            <a:ext cx="621792" cy="293624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97" name="Text 195"/>
          <p:cNvSpPr/>
          <p:nvPr/>
        </p:nvSpPr>
        <p:spPr>
          <a:xfrm>
            <a:off x="10556748" y="2524252"/>
            <a:ext cx="576072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>
                <a:solidFill>
                  <a:srgbClr val="543443"/>
                </a:solidFill>
              </a:rPr>
              <a:t>順德</a:t>
            </a:r>
            <a:endParaRPr lang="en-US" sz="1600"/>
          </a:p>
        </p:txBody>
      </p:sp>
      <p:sp>
        <p:nvSpPr>
          <p:cNvPr id="198" name="Shape 196"/>
          <p:cNvSpPr/>
          <p:nvPr/>
        </p:nvSpPr>
        <p:spPr>
          <a:xfrm>
            <a:off x="11155680" y="2519680"/>
            <a:ext cx="530352" cy="293624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99" name="Text 197"/>
          <p:cNvSpPr/>
          <p:nvPr/>
        </p:nvSpPr>
        <p:spPr>
          <a:xfrm>
            <a:off x="11178540" y="2524252"/>
            <a:ext cx="484632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7B3C5E"/>
                </a:solidFill>
              </a:rPr>
              <a:t>2</a:t>
            </a:r>
            <a:endParaRPr lang="en-US" sz="1600"/>
          </a:p>
        </p:txBody>
      </p:sp>
      <p:sp>
        <p:nvSpPr>
          <p:cNvPr id="200" name="Shape 198"/>
          <p:cNvSpPr/>
          <p:nvPr/>
        </p:nvSpPr>
        <p:spPr>
          <a:xfrm>
            <a:off x="6176772" y="2813304"/>
            <a:ext cx="475488" cy="293624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01" name="Text 199"/>
          <p:cNvSpPr/>
          <p:nvPr/>
        </p:nvSpPr>
        <p:spPr>
          <a:xfrm>
            <a:off x="6199632" y="2817876"/>
            <a:ext cx="429768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>
                <a:solidFill>
                  <a:srgbClr val="543443"/>
                </a:solidFill>
              </a:rPr>
              <a:t>23</a:t>
            </a:r>
            <a:endParaRPr lang="en-US" sz="1600"/>
          </a:p>
        </p:txBody>
      </p:sp>
      <p:sp>
        <p:nvSpPr>
          <p:cNvPr id="202" name="Shape 200"/>
          <p:cNvSpPr/>
          <p:nvPr/>
        </p:nvSpPr>
        <p:spPr>
          <a:xfrm>
            <a:off x="6652260" y="2813304"/>
            <a:ext cx="3881628" cy="293624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03" name="Text 201"/>
          <p:cNvSpPr/>
          <p:nvPr/>
        </p:nvSpPr>
        <p:spPr>
          <a:xfrm>
            <a:off x="6675120" y="2817876"/>
            <a:ext cx="3835908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>
                <a:solidFill>
                  <a:srgbClr val="543443"/>
                </a:solidFill>
              </a:rPr>
              <a:t>林國財</a:t>
            </a:r>
            <a:endParaRPr lang="en-US" sz="1600"/>
          </a:p>
        </p:txBody>
      </p:sp>
      <p:sp>
        <p:nvSpPr>
          <p:cNvPr id="204" name="Shape 202"/>
          <p:cNvSpPr/>
          <p:nvPr/>
        </p:nvSpPr>
        <p:spPr>
          <a:xfrm>
            <a:off x="10533888" y="2813304"/>
            <a:ext cx="621792" cy="293624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05" name="Text 203"/>
          <p:cNvSpPr/>
          <p:nvPr/>
        </p:nvSpPr>
        <p:spPr>
          <a:xfrm>
            <a:off x="10556748" y="2817876"/>
            <a:ext cx="576072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>
                <a:solidFill>
                  <a:srgbClr val="543443"/>
                </a:solidFill>
              </a:rPr>
              <a:t>順德</a:t>
            </a:r>
            <a:endParaRPr lang="en-US" sz="1600"/>
          </a:p>
        </p:txBody>
      </p:sp>
      <p:sp>
        <p:nvSpPr>
          <p:cNvPr id="206" name="Shape 204"/>
          <p:cNvSpPr/>
          <p:nvPr/>
        </p:nvSpPr>
        <p:spPr>
          <a:xfrm>
            <a:off x="11155680" y="2813304"/>
            <a:ext cx="530352" cy="293624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07" name="Text 205"/>
          <p:cNvSpPr/>
          <p:nvPr/>
        </p:nvSpPr>
        <p:spPr>
          <a:xfrm>
            <a:off x="11178540" y="2817876"/>
            <a:ext cx="484632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7B3C5E"/>
                </a:solidFill>
              </a:rPr>
              <a:t>2</a:t>
            </a:r>
            <a:endParaRPr lang="en-US" sz="1600"/>
          </a:p>
        </p:txBody>
      </p:sp>
      <p:sp>
        <p:nvSpPr>
          <p:cNvPr id="208" name="Shape 206"/>
          <p:cNvSpPr/>
          <p:nvPr/>
        </p:nvSpPr>
        <p:spPr>
          <a:xfrm>
            <a:off x="6176772" y="3106928"/>
            <a:ext cx="475488" cy="293624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09" name="Text 207"/>
          <p:cNvSpPr/>
          <p:nvPr/>
        </p:nvSpPr>
        <p:spPr>
          <a:xfrm>
            <a:off x="6199632" y="3111500"/>
            <a:ext cx="429768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>
                <a:solidFill>
                  <a:srgbClr val="543443"/>
                </a:solidFill>
              </a:rPr>
              <a:t>24</a:t>
            </a:r>
            <a:endParaRPr lang="en-US" sz="1600"/>
          </a:p>
        </p:txBody>
      </p:sp>
      <p:sp>
        <p:nvSpPr>
          <p:cNvPr id="210" name="Shape 208"/>
          <p:cNvSpPr/>
          <p:nvPr/>
        </p:nvSpPr>
        <p:spPr>
          <a:xfrm>
            <a:off x="6652260" y="3106928"/>
            <a:ext cx="3881628" cy="293624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11" name="Text 209"/>
          <p:cNvSpPr/>
          <p:nvPr/>
        </p:nvSpPr>
        <p:spPr>
          <a:xfrm>
            <a:off x="6675120" y="3111500"/>
            <a:ext cx="3835908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>
                <a:solidFill>
                  <a:srgbClr val="543443"/>
                </a:solidFill>
              </a:rPr>
              <a:t>張亞霞</a:t>
            </a:r>
            <a:endParaRPr lang="en-US" sz="1600"/>
          </a:p>
        </p:txBody>
      </p:sp>
      <p:sp>
        <p:nvSpPr>
          <p:cNvPr id="212" name="Shape 210"/>
          <p:cNvSpPr/>
          <p:nvPr/>
        </p:nvSpPr>
        <p:spPr>
          <a:xfrm>
            <a:off x="10533888" y="3106928"/>
            <a:ext cx="621792" cy="293624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13" name="Text 211"/>
          <p:cNvSpPr/>
          <p:nvPr/>
        </p:nvSpPr>
        <p:spPr>
          <a:xfrm>
            <a:off x="10556748" y="3111500"/>
            <a:ext cx="576072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>
                <a:solidFill>
                  <a:srgbClr val="543443"/>
                </a:solidFill>
              </a:rPr>
              <a:t>順德</a:t>
            </a:r>
            <a:endParaRPr lang="en-US" sz="1600"/>
          </a:p>
        </p:txBody>
      </p:sp>
      <p:sp>
        <p:nvSpPr>
          <p:cNvPr id="214" name="Shape 212"/>
          <p:cNvSpPr/>
          <p:nvPr/>
        </p:nvSpPr>
        <p:spPr>
          <a:xfrm>
            <a:off x="11155680" y="3106928"/>
            <a:ext cx="530352" cy="293624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15" name="Text 213"/>
          <p:cNvSpPr/>
          <p:nvPr/>
        </p:nvSpPr>
        <p:spPr>
          <a:xfrm>
            <a:off x="11178540" y="3111500"/>
            <a:ext cx="484632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7B3C5E"/>
                </a:solidFill>
              </a:rPr>
              <a:t>1</a:t>
            </a:r>
            <a:endParaRPr lang="en-US" sz="1600"/>
          </a:p>
        </p:txBody>
      </p:sp>
      <p:sp>
        <p:nvSpPr>
          <p:cNvPr id="216" name="Shape 214"/>
          <p:cNvSpPr/>
          <p:nvPr/>
        </p:nvSpPr>
        <p:spPr>
          <a:xfrm>
            <a:off x="6176772" y="3400552"/>
            <a:ext cx="475488" cy="293624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17" name="Text 215"/>
          <p:cNvSpPr/>
          <p:nvPr/>
        </p:nvSpPr>
        <p:spPr>
          <a:xfrm>
            <a:off x="6199632" y="3405124"/>
            <a:ext cx="429768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>
                <a:solidFill>
                  <a:srgbClr val="543443"/>
                </a:solidFill>
              </a:rPr>
              <a:t>25</a:t>
            </a:r>
            <a:endParaRPr lang="en-US" sz="1600"/>
          </a:p>
        </p:txBody>
      </p:sp>
      <p:sp>
        <p:nvSpPr>
          <p:cNvPr id="218" name="Shape 216"/>
          <p:cNvSpPr/>
          <p:nvPr/>
        </p:nvSpPr>
        <p:spPr>
          <a:xfrm>
            <a:off x="6652260" y="3400552"/>
            <a:ext cx="3881628" cy="293624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19" name="Text 217"/>
          <p:cNvSpPr/>
          <p:nvPr/>
        </p:nvSpPr>
        <p:spPr>
          <a:xfrm>
            <a:off x="6675120" y="3405124"/>
            <a:ext cx="3835908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>
                <a:solidFill>
                  <a:srgbClr val="543443"/>
                </a:solidFill>
              </a:rPr>
              <a:t>王淑芬</a:t>
            </a:r>
            <a:endParaRPr lang="en-US" sz="1600"/>
          </a:p>
        </p:txBody>
      </p:sp>
      <p:sp>
        <p:nvSpPr>
          <p:cNvPr id="220" name="Shape 218"/>
          <p:cNvSpPr/>
          <p:nvPr/>
        </p:nvSpPr>
        <p:spPr>
          <a:xfrm>
            <a:off x="10533888" y="3400552"/>
            <a:ext cx="621792" cy="293624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21" name="Text 219"/>
          <p:cNvSpPr/>
          <p:nvPr/>
        </p:nvSpPr>
        <p:spPr>
          <a:xfrm>
            <a:off x="10556748" y="3405124"/>
            <a:ext cx="576072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>
                <a:solidFill>
                  <a:srgbClr val="543443"/>
                </a:solidFill>
              </a:rPr>
              <a:t>順德</a:t>
            </a:r>
            <a:endParaRPr lang="en-US" sz="1600"/>
          </a:p>
        </p:txBody>
      </p:sp>
      <p:sp>
        <p:nvSpPr>
          <p:cNvPr id="222" name="Shape 220"/>
          <p:cNvSpPr/>
          <p:nvPr/>
        </p:nvSpPr>
        <p:spPr>
          <a:xfrm>
            <a:off x="11155680" y="3400552"/>
            <a:ext cx="530352" cy="293624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23" name="Text 221"/>
          <p:cNvSpPr/>
          <p:nvPr/>
        </p:nvSpPr>
        <p:spPr>
          <a:xfrm>
            <a:off x="11178540" y="3405124"/>
            <a:ext cx="484632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7B3C5E"/>
                </a:solidFill>
              </a:rPr>
              <a:t>1</a:t>
            </a:r>
            <a:endParaRPr lang="en-US" sz="1600"/>
          </a:p>
        </p:txBody>
      </p:sp>
      <p:sp>
        <p:nvSpPr>
          <p:cNvPr id="224" name="Shape 222"/>
          <p:cNvSpPr/>
          <p:nvPr/>
        </p:nvSpPr>
        <p:spPr>
          <a:xfrm>
            <a:off x="6176772" y="3694176"/>
            <a:ext cx="475488" cy="293624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25" name="Text 223"/>
          <p:cNvSpPr/>
          <p:nvPr/>
        </p:nvSpPr>
        <p:spPr>
          <a:xfrm>
            <a:off x="6199632" y="3698748"/>
            <a:ext cx="429768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>
                <a:solidFill>
                  <a:srgbClr val="543443"/>
                </a:solidFill>
              </a:rPr>
              <a:t>26</a:t>
            </a:r>
            <a:endParaRPr lang="en-US" sz="1600"/>
          </a:p>
        </p:txBody>
      </p:sp>
      <p:sp>
        <p:nvSpPr>
          <p:cNvPr id="226" name="Shape 224"/>
          <p:cNvSpPr/>
          <p:nvPr/>
        </p:nvSpPr>
        <p:spPr>
          <a:xfrm>
            <a:off x="6652260" y="3694176"/>
            <a:ext cx="3881628" cy="293624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27" name="Text 225"/>
          <p:cNvSpPr/>
          <p:nvPr/>
        </p:nvSpPr>
        <p:spPr>
          <a:xfrm>
            <a:off x="6675120" y="3698748"/>
            <a:ext cx="3835908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>
                <a:solidFill>
                  <a:srgbClr val="543443"/>
                </a:solidFill>
              </a:rPr>
              <a:t>王聯福</a:t>
            </a:r>
            <a:endParaRPr lang="en-US" sz="1600"/>
          </a:p>
        </p:txBody>
      </p:sp>
      <p:sp>
        <p:nvSpPr>
          <p:cNvPr id="228" name="Shape 226"/>
          <p:cNvSpPr/>
          <p:nvPr/>
        </p:nvSpPr>
        <p:spPr>
          <a:xfrm>
            <a:off x="10533888" y="3694176"/>
            <a:ext cx="621792" cy="293624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29" name="Text 227"/>
          <p:cNvSpPr/>
          <p:nvPr/>
        </p:nvSpPr>
        <p:spPr>
          <a:xfrm>
            <a:off x="10556748" y="3698748"/>
            <a:ext cx="576072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>
                <a:solidFill>
                  <a:srgbClr val="543443"/>
                </a:solidFill>
              </a:rPr>
              <a:t>順德</a:t>
            </a:r>
            <a:endParaRPr lang="en-US" sz="1600"/>
          </a:p>
        </p:txBody>
      </p:sp>
      <p:sp>
        <p:nvSpPr>
          <p:cNvPr id="230" name="Shape 228"/>
          <p:cNvSpPr/>
          <p:nvPr/>
        </p:nvSpPr>
        <p:spPr>
          <a:xfrm>
            <a:off x="11155680" y="3694176"/>
            <a:ext cx="530352" cy="293624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31" name="Text 229"/>
          <p:cNvSpPr/>
          <p:nvPr/>
        </p:nvSpPr>
        <p:spPr>
          <a:xfrm>
            <a:off x="11178540" y="3698748"/>
            <a:ext cx="484632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7B3C5E"/>
                </a:solidFill>
              </a:rPr>
              <a:t>1</a:t>
            </a:r>
            <a:endParaRPr lang="en-US" sz="1600"/>
          </a:p>
        </p:txBody>
      </p:sp>
      <p:sp>
        <p:nvSpPr>
          <p:cNvPr id="232" name="Shape 230"/>
          <p:cNvSpPr/>
          <p:nvPr/>
        </p:nvSpPr>
        <p:spPr>
          <a:xfrm>
            <a:off x="6176772" y="3987800"/>
            <a:ext cx="475488" cy="293624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33" name="Text 231"/>
          <p:cNvSpPr/>
          <p:nvPr/>
        </p:nvSpPr>
        <p:spPr>
          <a:xfrm>
            <a:off x="6199632" y="3992372"/>
            <a:ext cx="429768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>
                <a:solidFill>
                  <a:srgbClr val="543443"/>
                </a:solidFill>
              </a:rPr>
              <a:t>27</a:t>
            </a:r>
            <a:endParaRPr lang="en-US" sz="1600"/>
          </a:p>
        </p:txBody>
      </p:sp>
      <p:sp>
        <p:nvSpPr>
          <p:cNvPr id="234" name="Shape 232"/>
          <p:cNvSpPr/>
          <p:nvPr/>
        </p:nvSpPr>
        <p:spPr>
          <a:xfrm>
            <a:off x="6652260" y="3987800"/>
            <a:ext cx="3881628" cy="293624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35" name="Text 233"/>
          <p:cNvSpPr/>
          <p:nvPr/>
        </p:nvSpPr>
        <p:spPr>
          <a:xfrm>
            <a:off x="6675120" y="3992372"/>
            <a:ext cx="3835908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>
                <a:solidFill>
                  <a:srgbClr val="543443"/>
                </a:solidFill>
              </a:rPr>
              <a:t>許瑞權</a:t>
            </a:r>
            <a:endParaRPr lang="en-US" sz="1600"/>
          </a:p>
        </p:txBody>
      </p:sp>
      <p:sp>
        <p:nvSpPr>
          <p:cNvPr id="236" name="Shape 234"/>
          <p:cNvSpPr/>
          <p:nvPr/>
        </p:nvSpPr>
        <p:spPr>
          <a:xfrm>
            <a:off x="10533888" y="3987800"/>
            <a:ext cx="621792" cy="293624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37" name="Text 235"/>
          <p:cNvSpPr/>
          <p:nvPr/>
        </p:nvSpPr>
        <p:spPr>
          <a:xfrm>
            <a:off x="10556748" y="3992372"/>
            <a:ext cx="576072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>
                <a:solidFill>
                  <a:srgbClr val="543443"/>
                </a:solidFill>
              </a:rPr>
              <a:t>順德</a:t>
            </a:r>
            <a:endParaRPr lang="en-US" sz="1600"/>
          </a:p>
        </p:txBody>
      </p:sp>
      <p:sp>
        <p:nvSpPr>
          <p:cNvPr id="238" name="Shape 236"/>
          <p:cNvSpPr/>
          <p:nvPr/>
        </p:nvSpPr>
        <p:spPr>
          <a:xfrm>
            <a:off x="11155680" y="3987800"/>
            <a:ext cx="530352" cy="293624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39" name="Text 237"/>
          <p:cNvSpPr/>
          <p:nvPr/>
        </p:nvSpPr>
        <p:spPr>
          <a:xfrm>
            <a:off x="11178540" y="3992372"/>
            <a:ext cx="484632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7B3C5E"/>
                </a:solidFill>
              </a:rPr>
              <a:t>1</a:t>
            </a:r>
            <a:endParaRPr lang="en-US" sz="1600"/>
          </a:p>
        </p:txBody>
      </p:sp>
      <p:sp>
        <p:nvSpPr>
          <p:cNvPr id="240" name="Shape 238"/>
          <p:cNvSpPr/>
          <p:nvPr/>
        </p:nvSpPr>
        <p:spPr>
          <a:xfrm>
            <a:off x="6176772" y="4281424"/>
            <a:ext cx="475488" cy="293624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41" name="Text 239"/>
          <p:cNvSpPr/>
          <p:nvPr/>
        </p:nvSpPr>
        <p:spPr>
          <a:xfrm>
            <a:off x="6199632" y="4285996"/>
            <a:ext cx="429768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>
                <a:solidFill>
                  <a:srgbClr val="543443"/>
                </a:solidFill>
              </a:rPr>
              <a:t>28</a:t>
            </a:r>
            <a:endParaRPr lang="en-US" sz="1600"/>
          </a:p>
        </p:txBody>
      </p:sp>
      <p:sp>
        <p:nvSpPr>
          <p:cNvPr id="242" name="Shape 240"/>
          <p:cNvSpPr/>
          <p:nvPr/>
        </p:nvSpPr>
        <p:spPr>
          <a:xfrm>
            <a:off x="6652260" y="4281424"/>
            <a:ext cx="3881628" cy="293624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43" name="Text 241"/>
          <p:cNvSpPr/>
          <p:nvPr/>
        </p:nvSpPr>
        <p:spPr>
          <a:xfrm>
            <a:off x="6675120" y="4285996"/>
            <a:ext cx="3835908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>
                <a:solidFill>
                  <a:srgbClr val="543443"/>
                </a:solidFill>
              </a:rPr>
              <a:t>林雪玲</a:t>
            </a:r>
            <a:endParaRPr lang="en-US" sz="1600"/>
          </a:p>
        </p:txBody>
      </p:sp>
      <p:sp>
        <p:nvSpPr>
          <p:cNvPr id="244" name="Shape 242"/>
          <p:cNvSpPr/>
          <p:nvPr/>
        </p:nvSpPr>
        <p:spPr>
          <a:xfrm>
            <a:off x="10533888" y="4281424"/>
            <a:ext cx="621792" cy="293624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45" name="Text 243"/>
          <p:cNvSpPr/>
          <p:nvPr/>
        </p:nvSpPr>
        <p:spPr>
          <a:xfrm>
            <a:off x="10556748" y="4285996"/>
            <a:ext cx="576072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>
                <a:solidFill>
                  <a:srgbClr val="543443"/>
                </a:solidFill>
              </a:rPr>
              <a:t>順德</a:t>
            </a:r>
            <a:endParaRPr lang="en-US" sz="1600"/>
          </a:p>
        </p:txBody>
      </p:sp>
      <p:sp>
        <p:nvSpPr>
          <p:cNvPr id="246" name="Shape 244"/>
          <p:cNvSpPr/>
          <p:nvPr/>
        </p:nvSpPr>
        <p:spPr>
          <a:xfrm>
            <a:off x="11155680" y="4281424"/>
            <a:ext cx="530352" cy="293624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47" name="Text 245"/>
          <p:cNvSpPr/>
          <p:nvPr/>
        </p:nvSpPr>
        <p:spPr>
          <a:xfrm>
            <a:off x="11178540" y="4285996"/>
            <a:ext cx="484632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7B3C5E"/>
                </a:solidFill>
              </a:rPr>
              <a:t>1</a:t>
            </a:r>
            <a:endParaRPr lang="en-US" sz="1600"/>
          </a:p>
        </p:txBody>
      </p:sp>
      <p:sp>
        <p:nvSpPr>
          <p:cNvPr id="248" name="Shape 246"/>
          <p:cNvSpPr/>
          <p:nvPr/>
        </p:nvSpPr>
        <p:spPr>
          <a:xfrm>
            <a:off x="6176772" y="4575048"/>
            <a:ext cx="475488" cy="293624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49" name="Text 247"/>
          <p:cNvSpPr/>
          <p:nvPr/>
        </p:nvSpPr>
        <p:spPr>
          <a:xfrm>
            <a:off x="6199632" y="4579620"/>
            <a:ext cx="429768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>
                <a:solidFill>
                  <a:srgbClr val="543443"/>
                </a:solidFill>
              </a:rPr>
              <a:t>29</a:t>
            </a:r>
            <a:endParaRPr lang="en-US" sz="1600"/>
          </a:p>
        </p:txBody>
      </p:sp>
      <p:sp>
        <p:nvSpPr>
          <p:cNvPr id="250" name="Shape 248"/>
          <p:cNvSpPr/>
          <p:nvPr/>
        </p:nvSpPr>
        <p:spPr>
          <a:xfrm>
            <a:off x="6652260" y="4575048"/>
            <a:ext cx="3881628" cy="293624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51" name="Text 249"/>
          <p:cNvSpPr/>
          <p:nvPr/>
        </p:nvSpPr>
        <p:spPr>
          <a:xfrm>
            <a:off x="6675120" y="4579620"/>
            <a:ext cx="3835908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>
                <a:solidFill>
                  <a:srgbClr val="543443"/>
                </a:solidFill>
              </a:rPr>
              <a:t>郭裕發</a:t>
            </a:r>
            <a:endParaRPr lang="en-US" sz="1600"/>
          </a:p>
        </p:txBody>
      </p:sp>
      <p:sp>
        <p:nvSpPr>
          <p:cNvPr id="252" name="Shape 250"/>
          <p:cNvSpPr/>
          <p:nvPr/>
        </p:nvSpPr>
        <p:spPr>
          <a:xfrm>
            <a:off x="10533888" y="4575048"/>
            <a:ext cx="621792" cy="293624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53" name="Text 251"/>
          <p:cNvSpPr/>
          <p:nvPr/>
        </p:nvSpPr>
        <p:spPr>
          <a:xfrm>
            <a:off x="10556748" y="4579620"/>
            <a:ext cx="576072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>
                <a:solidFill>
                  <a:srgbClr val="543443"/>
                </a:solidFill>
              </a:rPr>
              <a:t>順德</a:t>
            </a:r>
            <a:endParaRPr lang="en-US" sz="1600"/>
          </a:p>
        </p:txBody>
      </p:sp>
      <p:sp>
        <p:nvSpPr>
          <p:cNvPr id="254" name="Shape 252"/>
          <p:cNvSpPr/>
          <p:nvPr/>
        </p:nvSpPr>
        <p:spPr>
          <a:xfrm>
            <a:off x="11155680" y="4575048"/>
            <a:ext cx="530352" cy="293624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55" name="Text 253"/>
          <p:cNvSpPr/>
          <p:nvPr/>
        </p:nvSpPr>
        <p:spPr>
          <a:xfrm>
            <a:off x="11178540" y="4579620"/>
            <a:ext cx="484632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7B3C5E"/>
                </a:solidFill>
              </a:rPr>
              <a:t>1</a:t>
            </a:r>
            <a:endParaRPr lang="en-US" sz="1600"/>
          </a:p>
        </p:txBody>
      </p:sp>
      <p:sp>
        <p:nvSpPr>
          <p:cNvPr id="256" name="Shape 254"/>
          <p:cNvSpPr/>
          <p:nvPr/>
        </p:nvSpPr>
        <p:spPr>
          <a:xfrm>
            <a:off x="6176772" y="4868672"/>
            <a:ext cx="475488" cy="293624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57" name="Text 255"/>
          <p:cNvSpPr/>
          <p:nvPr/>
        </p:nvSpPr>
        <p:spPr>
          <a:xfrm>
            <a:off x="6199632" y="4873244"/>
            <a:ext cx="429768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>
                <a:solidFill>
                  <a:srgbClr val="543443"/>
                </a:solidFill>
              </a:rPr>
              <a:t>30</a:t>
            </a:r>
            <a:endParaRPr lang="en-US" sz="1600"/>
          </a:p>
        </p:txBody>
      </p:sp>
      <p:sp>
        <p:nvSpPr>
          <p:cNvPr id="258" name="Shape 256"/>
          <p:cNvSpPr/>
          <p:nvPr/>
        </p:nvSpPr>
        <p:spPr>
          <a:xfrm>
            <a:off x="6652260" y="4868672"/>
            <a:ext cx="3881628" cy="293624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59" name="Text 257"/>
          <p:cNvSpPr/>
          <p:nvPr/>
        </p:nvSpPr>
        <p:spPr>
          <a:xfrm>
            <a:off x="6675120" y="4873244"/>
            <a:ext cx="3835908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>
                <a:solidFill>
                  <a:srgbClr val="543443"/>
                </a:solidFill>
              </a:rPr>
              <a:t>廖芷蕊</a:t>
            </a:r>
            <a:endParaRPr lang="en-US" sz="1600"/>
          </a:p>
        </p:txBody>
      </p:sp>
      <p:sp>
        <p:nvSpPr>
          <p:cNvPr id="260" name="Shape 258"/>
          <p:cNvSpPr/>
          <p:nvPr/>
        </p:nvSpPr>
        <p:spPr>
          <a:xfrm>
            <a:off x="10533888" y="4868672"/>
            <a:ext cx="621792" cy="293624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61" name="Text 259"/>
          <p:cNvSpPr/>
          <p:nvPr/>
        </p:nvSpPr>
        <p:spPr>
          <a:xfrm>
            <a:off x="10556748" y="4873244"/>
            <a:ext cx="576072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>
                <a:solidFill>
                  <a:srgbClr val="543443"/>
                </a:solidFill>
              </a:rPr>
              <a:t>順德</a:t>
            </a:r>
            <a:endParaRPr lang="en-US" sz="1600"/>
          </a:p>
        </p:txBody>
      </p:sp>
      <p:sp>
        <p:nvSpPr>
          <p:cNvPr id="262" name="Shape 260"/>
          <p:cNvSpPr/>
          <p:nvPr/>
        </p:nvSpPr>
        <p:spPr>
          <a:xfrm>
            <a:off x="11155680" y="4868672"/>
            <a:ext cx="530352" cy="293624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63" name="Text 261"/>
          <p:cNvSpPr/>
          <p:nvPr/>
        </p:nvSpPr>
        <p:spPr>
          <a:xfrm>
            <a:off x="11178540" y="4873244"/>
            <a:ext cx="484632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7B3C5E"/>
                </a:solidFill>
              </a:rPr>
              <a:t>1</a:t>
            </a:r>
            <a:endParaRPr lang="en-US" sz="1600"/>
          </a:p>
        </p:txBody>
      </p:sp>
      <p:sp>
        <p:nvSpPr>
          <p:cNvPr id="264" name="Shape 262"/>
          <p:cNvSpPr/>
          <p:nvPr/>
        </p:nvSpPr>
        <p:spPr>
          <a:xfrm>
            <a:off x="6176772" y="5162296"/>
            <a:ext cx="475488" cy="293624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65" name="Text 263"/>
          <p:cNvSpPr/>
          <p:nvPr/>
        </p:nvSpPr>
        <p:spPr>
          <a:xfrm>
            <a:off x="6199632" y="5166868"/>
            <a:ext cx="429768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>
                <a:solidFill>
                  <a:srgbClr val="543443"/>
                </a:solidFill>
              </a:rPr>
              <a:t>31</a:t>
            </a:r>
            <a:endParaRPr lang="en-US" sz="1600"/>
          </a:p>
        </p:txBody>
      </p:sp>
      <p:sp>
        <p:nvSpPr>
          <p:cNvPr id="266" name="Shape 264"/>
          <p:cNvSpPr/>
          <p:nvPr/>
        </p:nvSpPr>
        <p:spPr>
          <a:xfrm>
            <a:off x="6652260" y="5162296"/>
            <a:ext cx="3881628" cy="293624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67" name="Text 265"/>
          <p:cNvSpPr/>
          <p:nvPr/>
        </p:nvSpPr>
        <p:spPr>
          <a:xfrm>
            <a:off x="6675120" y="5166868"/>
            <a:ext cx="3835908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>
                <a:solidFill>
                  <a:srgbClr val="543443"/>
                </a:solidFill>
              </a:rPr>
              <a:t>歐帶金</a:t>
            </a:r>
            <a:endParaRPr lang="en-US" sz="1600"/>
          </a:p>
        </p:txBody>
      </p:sp>
      <p:sp>
        <p:nvSpPr>
          <p:cNvPr id="268" name="Shape 266"/>
          <p:cNvSpPr/>
          <p:nvPr/>
        </p:nvSpPr>
        <p:spPr>
          <a:xfrm>
            <a:off x="10533888" y="5162296"/>
            <a:ext cx="621792" cy="293624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69" name="Text 267"/>
          <p:cNvSpPr/>
          <p:nvPr/>
        </p:nvSpPr>
        <p:spPr>
          <a:xfrm>
            <a:off x="10556748" y="5166868"/>
            <a:ext cx="576072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>
                <a:solidFill>
                  <a:srgbClr val="543443"/>
                </a:solidFill>
              </a:rPr>
              <a:t>順德</a:t>
            </a:r>
            <a:endParaRPr lang="en-US" sz="1600"/>
          </a:p>
        </p:txBody>
      </p:sp>
      <p:sp>
        <p:nvSpPr>
          <p:cNvPr id="270" name="Shape 268"/>
          <p:cNvSpPr/>
          <p:nvPr/>
        </p:nvSpPr>
        <p:spPr>
          <a:xfrm>
            <a:off x="11155680" y="5162296"/>
            <a:ext cx="530352" cy="293624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71" name="Text 269"/>
          <p:cNvSpPr/>
          <p:nvPr/>
        </p:nvSpPr>
        <p:spPr>
          <a:xfrm>
            <a:off x="11178540" y="5166868"/>
            <a:ext cx="484632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7B3C5E"/>
                </a:solidFill>
              </a:rPr>
              <a:t>1</a:t>
            </a:r>
            <a:endParaRPr lang="en-US" sz="1600"/>
          </a:p>
        </p:txBody>
      </p:sp>
      <p:sp>
        <p:nvSpPr>
          <p:cNvPr id="272" name="Shape 270"/>
          <p:cNvSpPr/>
          <p:nvPr/>
        </p:nvSpPr>
        <p:spPr>
          <a:xfrm>
            <a:off x="6176772" y="5455920"/>
            <a:ext cx="475488" cy="293624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73" name="Text 271"/>
          <p:cNvSpPr/>
          <p:nvPr/>
        </p:nvSpPr>
        <p:spPr>
          <a:xfrm>
            <a:off x="6199632" y="5460492"/>
            <a:ext cx="429768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>
                <a:solidFill>
                  <a:srgbClr val="543443"/>
                </a:solidFill>
              </a:rPr>
              <a:t>32</a:t>
            </a:r>
            <a:endParaRPr lang="en-US" sz="1600"/>
          </a:p>
        </p:txBody>
      </p:sp>
      <p:sp>
        <p:nvSpPr>
          <p:cNvPr id="274" name="Shape 272"/>
          <p:cNvSpPr/>
          <p:nvPr/>
        </p:nvSpPr>
        <p:spPr>
          <a:xfrm>
            <a:off x="6652260" y="5455920"/>
            <a:ext cx="3881628" cy="293624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75" name="Text 273"/>
          <p:cNvSpPr/>
          <p:nvPr/>
        </p:nvSpPr>
        <p:spPr>
          <a:xfrm>
            <a:off x="6675120" y="5460492"/>
            <a:ext cx="3835908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>
                <a:solidFill>
                  <a:srgbClr val="543443"/>
                </a:solidFill>
              </a:rPr>
              <a:t>陳美君</a:t>
            </a:r>
            <a:endParaRPr lang="en-US" sz="1600"/>
          </a:p>
        </p:txBody>
      </p:sp>
      <p:sp>
        <p:nvSpPr>
          <p:cNvPr id="276" name="Shape 274"/>
          <p:cNvSpPr/>
          <p:nvPr/>
        </p:nvSpPr>
        <p:spPr>
          <a:xfrm>
            <a:off x="10533888" y="5455920"/>
            <a:ext cx="621792" cy="293624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77" name="Text 275"/>
          <p:cNvSpPr/>
          <p:nvPr/>
        </p:nvSpPr>
        <p:spPr>
          <a:xfrm>
            <a:off x="10556748" y="5460492"/>
            <a:ext cx="576072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>
                <a:solidFill>
                  <a:srgbClr val="543443"/>
                </a:solidFill>
              </a:rPr>
              <a:t>瑩德</a:t>
            </a:r>
            <a:endParaRPr lang="en-US" sz="1600"/>
          </a:p>
        </p:txBody>
      </p:sp>
      <p:sp>
        <p:nvSpPr>
          <p:cNvPr id="278" name="Shape 276"/>
          <p:cNvSpPr/>
          <p:nvPr/>
        </p:nvSpPr>
        <p:spPr>
          <a:xfrm>
            <a:off x="11155680" y="5455920"/>
            <a:ext cx="530352" cy="293624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79" name="Text 277"/>
          <p:cNvSpPr/>
          <p:nvPr/>
        </p:nvSpPr>
        <p:spPr>
          <a:xfrm>
            <a:off x="11178540" y="5460492"/>
            <a:ext cx="484632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7B3C5E"/>
                </a:solidFill>
              </a:rPr>
              <a:t>7</a:t>
            </a:r>
            <a:endParaRPr lang="en-US" sz="1600"/>
          </a:p>
        </p:txBody>
      </p:sp>
      <p:sp>
        <p:nvSpPr>
          <p:cNvPr id="280" name="Shape 278"/>
          <p:cNvSpPr/>
          <p:nvPr/>
        </p:nvSpPr>
        <p:spPr>
          <a:xfrm>
            <a:off x="6176772" y="5749544"/>
            <a:ext cx="475488" cy="293624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81" name="Text 279"/>
          <p:cNvSpPr/>
          <p:nvPr/>
        </p:nvSpPr>
        <p:spPr>
          <a:xfrm>
            <a:off x="6199632" y="5754116"/>
            <a:ext cx="429768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>
                <a:solidFill>
                  <a:srgbClr val="543443"/>
                </a:solidFill>
              </a:rPr>
              <a:t>33</a:t>
            </a:r>
            <a:endParaRPr lang="en-US" sz="1600"/>
          </a:p>
        </p:txBody>
      </p:sp>
      <p:sp>
        <p:nvSpPr>
          <p:cNvPr id="282" name="Shape 280"/>
          <p:cNvSpPr/>
          <p:nvPr/>
        </p:nvSpPr>
        <p:spPr>
          <a:xfrm>
            <a:off x="6652260" y="5749544"/>
            <a:ext cx="3881628" cy="293624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83" name="Text 281"/>
          <p:cNvSpPr/>
          <p:nvPr/>
        </p:nvSpPr>
        <p:spPr>
          <a:xfrm>
            <a:off x="6675120" y="5754116"/>
            <a:ext cx="3835908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>
                <a:solidFill>
                  <a:srgbClr val="543443"/>
                </a:solidFill>
              </a:rPr>
              <a:t>陳志勝</a:t>
            </a:r>
            <a:endParaRPr lang="en-US" sz="1600"/>
          </a:p>
        </p:txBody>
      </p:sp>
      <p:sp>
        <p:nvSpPr>
          <p:cNvPr id="284" name="Shape 282"/>
          <p:cNvSpPr/>
          <p:nvPr/>
        </p:nvSpPr>
        <p:spPr>
          <a:xfrm>
            <a:off x="10533888" y="5749544"/>
            <a:ext cx="621792" cy="293624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85" name="Text 283"/>
          <p:cNvSpPr/>
          <p:nvPr/>
        </p:nvSpPr>
        <p:spPr>
          <a:xfrm>
            <a:off x="10556748" y="5754116"/>
            <a:ext cx="576072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>
                <a:solidFill>
                  <a:srgbClr val="543443"/>
                </a:solidFill>
              </a:rPr>
              <a:t>瑩德</a:t>
            </a:r>
            <a:endParaRPr lang="en-US" sz="1600"/>
          </a:p>
        </p:txBody>
      </p:sp>
      <p:sp>
        <p:nvSpPr>
          <p:cNvPr id="286" name="Shape 284"/>
          <p:cNvSpPr/>
          <p:nvPr/>
        </p:nvSpPr>
        <p:spPr>
          <a:xfrm>
            <a:off x="11155680" y="5749544"/>
            <a:ext cx="530352" cy="293624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87" name="Text 285"/>
          <p:cNvSpPr/>
          <p:nvPr/>
        </p:nvSpPr>
        <p:spPr>
          <a:xfrm>
            <a:off x="11178540" y="5754116"/>
            <a:ext cx="484632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7B3C5E"/>
                </a:solidFill>
              </a:rPr>
              <a:t>5</a:t>
            </a:r>
            <a:endParaRPr lang="en-US" sz="1600"/>
          </a:p>
        </p:txBody>
      </p:sp>
      <p:sp>
        <p:nvSpPr>
          <p:cNvPr id="288" name="Shape 286"/>
          <p:cNvSpPr/>
          <p:nvPr/>
        </p:nvSpPr>
        <p:spPr>
          <a:xfrm>
            <a:off x="6176772" y="6043168"/>
            <a:ext cx="475488" cy="293624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89" name="Text 287"/>
          <p:cNvSpPr/>
          <p:nvPr/>
        </p:nvSpPr>
        <p:spPr>
          <a:xfrm>
            <a:off x="6199632" y="6047740"/>
            <a:ext cx="429768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>
                <a:solidFill>
                  <a:srgbClr val="543443"/>
                </a:solidFill>
              </a:rPr>
              <a:t>34</a:t>
            </a:r>
            <a:endParaRPr lang="en-US" sz="1600"/>
          </a:p>
        </p:txBody>
      </p:sp>
      <p:sp>
        <p:nvSpPr>
          <p:cNvPr id="290" name="Shape 288"/>
          <p:cNvSpPr/>
          <p:nvPr/>
        </p:nvSpPr>
        <p:spPr>
          <a:xfrm>
            <a:off x="6652260" y="6043168"/>
            <a:ext cx="3881628" cy="293624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91" name="Text 289"/>
          <p:cNvSpPr/>
          <p:nvPr/>
        </p:nvSpPr>
        <p:spPr>
          <a:xfrm>
            <a:off x="6675120" y="6047740"/>
            <a:ext cx="3835908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>
                <a:solidFill>
                  <a:srgbClr val="543443"/>
                </a:solidFill>
              </a:rPr>
              <a:t>黃添紋</a:t>
            </a:r>
            <a:endParaRPr lang="en-US" sz="1600"/>
          </a:p>
        </p:txBody>
      </p:sp>
      <p:sp>
        <p:nvSpPr>
          <p:cNvPr id="292" name="Shape 290"/>
          <p:cNvSpPr/>
          <p:nvPr/>
        </p:nvSpPr>
        <p:spPr>
          <a:xfrm>
            <a:off x="10533888" y="6043168"/>
            <a:ext cx="621792" cy="293624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93" name="Text 291"/>
          <p:cNvSpPr/>
          <p:nvPr/>
        </p:nvSpPr>
        <p:spPr>
          <a:xfrm>
            <a:off x="10556748" y="6047740"/>
            <a:ext cx="576072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>
                <a:solidFill>
                  <a:srgbClr val="543443"/>
                </a:solidFill>
              </a:rPr>
              <a:t>瑩德</a:t>
            </a:r>
            <a:endParaRPr lang="en-US" sz="1600"/>
          </a:p>
        </p:txBody>
      </p:sp>
      <p:sp>
        <p:nvSpPr>
          <p:cNvPr id="294" name="Shape 292"/>
          <p:cNvSpPr/>
          <p:nvPr/>
        </p:nvSpPr>
        <p:spPr>
          <a:xfrm>
            <a:off x="11155680" y="6043168"/>
            <a:ext cx="530352" cy="293624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95" name="Text 293"/>
          <p:cNvSpPr/>
          <p:nvPr/>
        </p:nvSpPr>
        <p:spPr>
          <a:xfrm>
            <a:off x="11178540" y="6047740"/>
            <a:ext cx="484632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7B3C5E"/>
                </a:solidFill>
              </a:rPr>
              <a:t>4</a:t>
            </a:r>
            <a:endParaRPr lang="en-US" sz="1600"/>
          </a:p>
        </p:txBody>
      </p:sp>
      <p:sp>
        <p:nvSpPr>
          <p:cNvPr id="296" name="Text 294"/>
          <p:cNvSpPr/>
          <p:nvPr/>
        </p:nvSpPr>
        <p:spPr>
          <a:xfrm>
            <a:off x="11338560" y="6510528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E7284"/>
                </a:solidFill>
              </a:rPr>
              <a:t>06</a:t>
            </a:r>
            <a:endParaRPr lang="en-US" sz="900" dirty="0"/>
          </a:p>
        </p:txBody>
      </p:sp>
      <p:sp>
        <p:nvSpPr>
          <p:cNvPr id="300" name="Eyebrow">
            <a:extLst>
              <a:ext uri="{FF2B5EF4-FFF2-40B4-BE49-F238E27FC236}">
                <a16:creationId xmlns:a16="http://schemas.microsoft.com/office/drawing/2014/main" id="{EAEB9B42-6296-55E0-C598-E4C5A2D2A5B4}"/>
              </a:ext>
            </a:extLst>
          </p:cNvPr>
          <p:cNvSpPr/>
          <p:nvPr/>
        </p:nvSpPr>
        <p:spPr>
          <a:xfrm>
            <a:off x="7315200" y="228600"/>
            <a:ext cx="4343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zh-TW" altLang="en-US" sz="1600" spc="200" dirty="0">
                <a:solidFill>
                  <a:srgbClr val="F7E8D2"/>
                </a:solidFill>
                <a:latin typeface="Noto Sans CJK TC"/>
                <a:ea typeface="Noto Sans CJK TC"/>
              </a:rPr>
              <a:t>2026年 · 巴生道務中心</a:t>
            </a:r>
            <a:endParaRPr lang="en-US" sz="16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9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pic>
        <p:nvPicPr>
          <p:cNvPr id="297" name="Lotus Watermark"/>
          <p:cNvPicPr>
            <a:picLocks noChangeAspect="1"/>
          </p:cNvPicPr>
          <p:nvPr/>
        </p:nvPicPr>
        <p:blipFill>
          <a:blip r:embed="rId3">
            <a:alphaModFix amt="14000"/>
          </a:blip>
          <a:srcRect t="7771" b="777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7B3C5E"/>
          </a:solidFill>
          <a:ln w="12700">
            <a:solidFill>
              <a:srgbClr val="7B3C5E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" name="Shape 1"/>
          <p:cNvSpPr/>
          <p:nvPr/>
        </p:nvSpPr>
        <p:spPr>
          <a:xfrm>
            <a:off x="0" y="777240"/>
            <a:ext cx="12191695" cy="73152"/>
          </a:xfrm>
          <a:prstGeom prst="rect">
            <a:avLst/>
          </a:prstGeom>
          <a:solidFill>
            <a:srgbClr val="D8B06A"/>
          </a:solidFill>
          <a:ln w="12700">
            <a:solidFill>
              <a:srgbClr val="D8B06A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4" name="Text 2"/>
          <p:cNvSpPr/>
          <p:nvPr/>
        </p:nvSpPr>
        <p:spPr>
          <a:xfrm>
            <a:off x="502920" y="164592"/>
            <a:ext cx="8732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547" b="1" dirty="0">
                <a:solidFill>
                  <a:srgbClr val="FFFFFF"/>
                </a:solidFill>
              </a:rPr>
              <a:t>渡1至9</a:t>
            </a:r>
            <a:r>
              <a:rPr lang="zh-CN" altLang="en-US" sz="2547" b="1" dirty="0">
                <a:solidFill>
                  <a:srgbClr val="FFFFFF"/>
                </a:solidFill>
              </a:rPr>
              <a:t>位求道人</a:t>
            </a:r>
            <a:r>
              <a:rPr lang="en-US" sz="2547" b="1" dirty="0">
                <a:solidFill>
                  <a:srgbClr val="FFFFFF"/>
                </a:solidFill>
              </a:rPr>
              <a:t>｜南一組（2/2）</a:t>
            </a:r>
            <a:endParaRPr lang="en-US" sz="2547" dirty="0"/>
          </a:p>
        </p:txBody>
      </p:sp>
      <p:sp>
        <p:nvSpPr>
          <p:cNvPr id="6" name="Shape 4"/>
          <p:cNvSpPr/>
          <p:nvPr/>
        </p:nvSpPr>
        <p:spPr>
          <a:xfrm>
            <a:off x="502920" y="1051560"/>
            <a:ext cx="5509260" cy="5285232"/>
          </a:xfrm>
          <a:prstGeom prst="roundRect">
            <a:avLst/>
          </a:prstGeom>
          <a:solidFill>
            <a:srgbClr val="FFFCFA"/>
          </a:solidFill>
          <a:ln w="12700">
            <a:solidFill>
              <a:srgbClr val="D8B77D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7" name="Shape 5"/>
          <p:cNvSpPr/>
          <p:nvPr/>
        </p:nvSpPr>
        <p:spPr>
          <a:xfrm>
            <a:off x="502920" y="1051560"/>
            <a:ext cx="475488" cy="293624"/>
          </a:xfrm>
          <a:prstGeom prst="rect">
            <a:avLst/>
          </a:prstGeom>
          <a:solidFill>
            <a:srgbClr val="92506F"/>
          </a:solidFill>
          <a:ln w="6350">
            <a:solidFill>
              <a:srgbClr val="E6C992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8" name="Text 6"/>
          <p:cNvSpPr/>
          <p:nvPr/>
        </p:nvSpPr>
        <p:spPr>
          <a:xfrm>
            <a:off x="521208" y="1060704"/>
            <a:ext cx="438912" cy="275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</a:rPr>
              <a:t>No</a:t>
            </a:r>
            <a:endParaRPr lang="en-US" sz="1600"/>
          </a:p>
        </p:txBody>
      </p:sp>
      <p:sp>
        <p:nvSpPr>
          <p:cNvPr id="9" name="Shape 7"/>
          <p:cNvSpPr/>
          <p:nvPr/>
        </p:nvSpPr>
        <p:spPr>
          <a:xfrm>
            <a:off x="978408" y="1051560"/>
            <a:ext cx="3881628" cy="293624"/>
          </a:xfrm>
          <a:prstGeom prst="rect">
            <a:avLst/>
          </a:prstGeom>
          <a:solidFill>
            <a:srgbClr val="7B3C5E"/>
          </a:solidFill>
          <a:ln w="6350">
            <a:solidFill>
              <a:srgbClr val="E6C992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0" name="Text 8"/>
          <p:cNvSpPr/>
          <p:nvPr/>
        </p:nvSpPr>
        <p:spPr>
          <a:xfrm>
            <a:off x="996696" y="1060704"/>
            <a:ext cx="3845052" cy="275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</a:rPr>
              <a:t>負責人</a:t>
            </a:r>
            <a:endParaRPr lang="en-US" sz="1600"/>
          </a:p>
        </p:txBody>
      </p:sp>
      <p:sp>
        <p:nvSpPr>
          <p:cNvPr id="11" name="Shape 9"/>
          <p:cNvSpPr/>
          <p:nvPr/>
        </p:nvSpPr>
        <p:spPr>
          <a:xfrm>
            <a:off x="4860036" y="1051560"/>
            <a:ext cx="621792" cy="293624"/>
          </a:xfrm>
          <a:prstGeom prst="rect">
            <a:avLst/>
          </a:prstGeom>
          <a:solidFill>
            <a:srgbClr val="92506F"/>
          </a:solidFill>
          <a:ln w="6350">
            <a:solidFill>
              <a:srgbClr val="E6C992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2" name="Text 10"/>
          <p:cNvSpPr/>
          <p:nvPr/>
        </p:nvSpPr>
        <p:spPr>
          <a:xfrm>
            <a:off x="4878324" y="1060704"/>
            <a:ext cx="585216" cy="275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</a:rPr>
              <a:t>屬壇</a:t>
            </a:r>
            <a:endParaRPr lang="en-US" sz="1600"/>
          </a:p>
        </p:txBody>
      </p:sp>
      <p:sp>
        <p:nvSpPr>
          <p:cNvPr id="13" name="Shape 11"/>
          <p:cNvSpPr/>
          <p:nvPr/>
        </p:nvSpPr>
        <p:spPr>
          <a:xfrm>
            <a:off x="5481828" y="1051560"/>
            <a:ext cx="530352" cy="293624"/>
          </a:xfrm>
          <a:prstGeom prst="rect">
            <a:avLst/>
          </a:prstGeom>
          <a:solidFill>
            <a:srgbClr val="92506F"/>
          </a:solidFill>
          <a:ln w="6350">
            <a:solidFill>
              <a:srgbClr val="E6C992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4" name="Text 12"/>
          <p:cNvSpPr/>
          <p:nvPr/>
        </p:nvSpPr>
        <p:spPr>
          <a:xfrm>
            <a:off x="5500116" y="1060704"/>
            <a:ext cx="493776" cy="275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</a:rPr>
              <a:t>求道人數</a:t>
            </a:r>
            <a:endParaRPr lang="en-US" sz="1600"/>
          </a:p>
        </p:txBody>
      </p:sp>
      <p:sp>
        <p:nvSpPr>
          <p:cNvPr id="15" name="Shape 13"/>
          <p:cNvSpPr/>
          <p:nvPr/>
        </p:nvSpPr>
        <p:spPr>
          <a:xfrm>
            <a:off x="502920" y="1345184"/>
            <a:ext cx="475488" cy="293624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6" name="Text 14"/>
          <p:cNvSpPr/>
          <p:nvPr/>
        </p:nvSpPr>
        <p:spPr>
          <a:xfrm>
            <a:off x="525780" y="1349756"/>
            <a:ext cx="429768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>
                <a:solidFill>
                  <a:srgbClr val="543443"/>
                </a:solidFill>
              </a:rPr>
              <a:t>35</a:t>
            </a:r>
            <a:endParaRPr lang="en-US" sz="1600"/>
          </a:p>
        </p:txBody>
      </p:sp>
      <p:sp>
        <p:nvSpPr>
          <p:cNvPr id="17" name="Shape 15"/>
          <p:cNvSpPr/>
          <p:nvPr/>
        </p:nvSpPr>
        <p:spPr>
          <a:xfrm>
            <a:off x="978408" y="1345184"/>
            <a:ext cx="3881628" cy="293624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8" name="Text 16"/>
          <p:cNvSpPr/>
          <p:nvPr/>
        </p:nvSpPr>
        <p:spPr>
          <a:xfrm>
            <a:off x="1001268" y="1349756"/>
            <a:ext cx="3835908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>
                <a:solidFill>
                  <a:srgbClr val="543443"/>
                </a:solidFill>
              </a:rPr>
              <a:t>沈燕珠</a:t>
            </a:r>
            <a:endParaRPr lang="en-US" sz="1600"/>
          </a:p>
        </p:txBody>
      </p:sp>
      <p:sp>
        <p:nvSpPr>
          <p:cNvPr id="19" name="Shape 17"/>
          <p:cNvSpPr/>
          <p:nvPr/>
        </p:nvSpPr>
        <p:spPr>
          <a:xfrm>
            <a:off x="4860036" y="1345184"/>
            <a:ext cx="621792" cy="293624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0" name="Text 18"/>
          <p:cNvSpPr/>
          <p:nvPr/>
        </p:nvSpPr>
        <p:spPr>
          <a:xfrm>
            <a:off x="4882896" y="1349756"/>
            <a:ext cx="576072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>
                <a:solidFill>
                  <a:srgbClr val="543443"/>
                </a:solidFill>
              </a:rPr>
              <a:t>瑩德</a:t>
            </a:r>
            <a:endParaRPr lang="en-US" sz="1600"/>
          </a:p>
        </p:txBody>
      </p:sp>
      <p:sp>
        <p:nvSpPr>
          <p:cNvPr id="21" name="Shape 19"/>
          <p:cNvSpPr/>
          <p:nvPr/>
        </p:nvSpPr>
        <p:spPr>
          <a:xfrm>
            <a:off x="5481828" y="1345184"/>
            <a:ext cx="530352" cy="293624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2" name="Text 20"/>
          <p:cNvSpPr/>
          <p:nvPr/>
        </p:nvSpPr>
        <p:spPr>
          <a:xfrm>
            <a:off x="5504688" y="1349756"/>
            <a:ext cx="484632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7B3C5E"/>
                </a:solidFill>
              </a:rPr>
              <a:t>3</a:t>
            </a:r>
            <a:endParaRPr lang="en-US" sz="1600"/>
          </a:p>
        </p:txBody>
      </p:sp>
      <p:sp>
        <p:nvSpPr>
          <p:cNvPr id="23" name="Shape 21"/>
          <p:cNvSpPr/>
          <p:nvPr/>
        </p:nvSpPr>
        <p:spPr>
          <a:xfrm>
            <a:off x="502920" y="1638808"/>
            <a:ext cx="475488" cy="293624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4" name="Text 22"/>
          <p:cNvSpPr/>
          <p:nvPr/>
        </p:nvSpPr>
        <p:spPr>
          <a:xfrm>
            <a:off x="525780" y="1643380"/>
            <a:ext cx="429768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>
                <a:solidFill>
                  <a:srgbClr val="543443"/>
                </a:solidFill>
              </a:rPr>
              <a:t>36</a:t>
            </a:r>
            <a:endParaRPr lang="en-US" sz="1600"/>
          </a:p>
        </p:txBody>
      </p:sp>
      <p:sp>
        <p:nvSpPr>
          <p:cNvPr id="25" name="Shape 23"/>
          <p:cNvSpPr/>
          <p:nvPr/>
        </p:nvSpPr>
        <p:spPr>
          <a:xfrm>
            <a:off x="978408" y="1638808"/>
            <a:ext cx="3881628" cy="293624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6" name="Text 24"/>
          <p:cNvSpPr/>
          <p:nvPr/>
        </p:nvSpPr>
        <p:spPr>
          <a:xfrm>
            <a:off x="1001268" y="1643380"/>
            <a:ext cx="3835908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>
                <a:solidFill>
                  <a:srgbClr val="543443"/>
                </a:solidFill>
              </a:rPr>
              <a:t>郭容發</a:t>
            </a:r>
            <a:endParaRPr lang="en-US" sz="1600"/>
          </a:p>
        </p:txBody>
      </p:sp>
      <p:sp>
        <p:nvSpPr>
          <p:cNvPr id="27" name="Shape 25"/>
          <p:cNvSpPr/>
          <p:nvPr/>
        </p:nvSpPr>
        <p:spPr>
          <a:xfrm>
            <a:off x="4860036" y="1638808"/>
            <a:ext cx="621792" cy="293624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8" name="Text 26"/>
          <p:cNvSpPr/>
          <p:nvPr/>
        </p:nvSpPr>
        <p:spPr>
          <a:xfrm>
            <a:off x="4882896" y="1643380"/>
            <a:ext cx="576072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>
                <a:solidFill>
                  <a:srgbClr val="543443"/>
                </a:solidFill>
              </a:rPr>
              <a:t>瑩德</a:t>
            </a:r>
            <a:endParaRPr lang="en-US" sz="1600"/>
          </a:p>
        </p:txBody>
      </p:sp>
      <p:sp>
        <p:nvSpPr>
          <p:cNvPr id="29" name="Shape 27"/>
          <p:cNvSpPr/>
          <p:nvPr/>
        </p:nvSpPr>
        <p:spPr>
          <a:xfrm>
            <a:off x="5481828" y="1638808"/>
            <a:ext cx="530352" cy="293624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0" name="Text 28"/>
          <p:cNvSpPr/>
          <p:nvPr/>
        </p:nvSpPr>
        <p:spPr>
          <a:xfrm>
            <a:off x="5504688" y="1643380"/>
            <a:ext cx="484632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7B3C5E"/>
                </a:solidFill>
              </a:rPr>
              <a:t>2</a:t>
            </a:r>
            <a:endParaRPr lang="en-US" sz="1600"/>
          </a:p>
        </p:txBody>
      </p:sp>
      <p:sp>
        <p:nvSpPr>
          <p:cNvPr id="31" name="Shape 29"/>
          <p:cNvSpPr/>
          <p:nvPr/>
        </p:nvSpPr>
        <p:spPr>
          <a:xfrm>
            <a:off x="502920" y="1932432"/>
            <a:ext cx="475488" cy="293624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2" name="Text 30"/>
          <p:cNvSpPr/>
          <p:nvPr/>
        </p:nvSpPr>
        <p:spPr>
          <a:xfrm>
            <a:off x="525780" y="1937004"/>
            <a:ext cx="429768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>
                <a:solidFill>
                  <a:srgbClr val="543443"/>
                </a:solidFill>
              </a:rPr>
              <a:t>37</a:t>
            </a:r>
            <a:endParaRPr lang="en-US" sz="1600"/>
          </a:p>
        </p:txBody>
      </p:sp>
      <p:sp>
        <p:nvSpPr>
          <p:cNvPr id="33" name="Shape 31"/>
          <p:cNvSpPr/>
          <p:nvPr/>
        </p:nvSpPr>
        <p:spPr>
          <a:xfrm>
            <a:off x="978408" y="1932432"/>
            <a:ext cx="3881628" cy="293624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4" name="Text 32"/>
          <p:cNvSpPr/>
          <p:nvPr/>
        </p:nvSpPr>
        <p:spPr>
          <a:xfrm>
            <a:off x="1001268" y="1937004"/>
            <a:ext cx="3835908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>
                <a:solidFill>
                  <a:srgbClr val="543443"/>
                </a:solidFill>
              </a:rPr>
              <a:t>梅瑞英</a:t>
            </a:r>
            <a:endParaRPr lang="en-US" sz="1600"/>
          </a:p>
        </p:txBody>
      </p:sp>
      <p:sp>
        <p:nvSpPr>
          <p:cNvPr id="35" name="Shape 33"/>
          <p:cNvSpPr/>
          <p:nvPr/>
        </p:nvSpPr>
        <p:spPr>
          <a:xfrm>
            <a:off x="4860036" y="1932432"/>
            <a:ext cx="621792" cy="293624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6" name="Text 34"/>
          <p:cNvSpPr/>
          <p:nvPr/>
        </p:nvSpPr>
        <p:spPr>
          <a:xfrm>
            <a:off x="4882896" y="1937004"/>
            <a:ext cx="576072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>
                <a:solidFill>
                  <a:srgbClr val="543443"/>
                </a:solidFill>
              </a:rPr>
              <a:t>瑩德</a:t>
            </a:r>
            <a:endParaRPr lang="en-US" sz="1600"/>
          </a:p>
        </p:txBody>
      </p:sp>
      <p:sp>
        <p:nvSpPr>
          <p:cNvPr id="37" name="Shape 35"/>
          <p:cNvSpPr/>
          <p:nvPr/>
        </p:nvSpPr>
        <p:spPr>
          <a:xfrm>
            <a:off x="5481828" y="1932432"/>
            <a:ext cx="530352" cy="293624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8" name="Text 36"/>
          <p:cNvSpPr/>
          <p:nvPr/>
        </p:nvSpPr>
        <p:spPr>
          <a:xfrm>
            <a:off x="5504688" y="1937004"/>
            <a:ext cx="484632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7B3C5E"/>
                </a:solidFill>
              </a:rPr>
              <a:t>2</a:t>
            </a:r>
            <a:endParaRPr lang="en-US" sz="1600"/>
          </a:p>
        </p:txBody>
      </p:sp>
      <p:sp>
        <p:nvSpPr>
          <p:cNvPr id="39" name="Shape 37"/>
          <p:cNvSpPr/>
          <p:nvPr/>
        </p:nvSpPr>
        <p:spPr>
          <a:xfrm>
            <a:off x="502920" y="2226056"/>
            <a:ext cx="475488" cy="293624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40" name="Text 38"/>
          <p:cNvSpPr/>
          <p:nvPr/>
        </p:nvSpPr>
        <p:spPr>
          <a:xfrm>
            <a:off x="525780" y="2230628"/>
            <a:ext cx="429768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>
                <a:solidFill>
                  <a:srgbClr val="543443"/>
                </a:solidFill>
              </a:rPr>
              <a:t>38</a:t>
            </a:r>
            <a:endParaRPr lang="en-US" sz="1600"/>
          </a:p>
        </p:txBody>
      </p:sp>
      <p:sp>
        <p:nvSpPr>
          <p:cNvPr id="41" name="Shape 39"/>
          <p:cNvSpPr/>
          <p:nvPr/>
        </p:nvSpPr>
        <p:spPr>
          <a:xfrm>
            <a:off x="978408" y="2226056"/>
            <a:ext cx="3881628" cy="293624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42" name="Text 40"/>
          <p:cNvSpPr/>
          <p:nvPr/>
        </p:nvSpPr>
        <p:spPr>
          <a:xfrm>
            <a:off x="1001268" y="2230628"/>
            <a:ext cx="3835908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>
                <a:solidFill>
                  <a:srgbClr val="543443"/>
                </a:solidFill>
              </a:rPr>
              <a:t>朱愛琴</a:t>
            </a:r>
            <a:endParaRPr lang="en-US" sz="1600"/>
          </a:p>
        </p:txBody>
      </p:sp>
      <p:sp>
        <p:nvSpPr>
          <p:cNvPr id="43" name="Shape 41"/>
          <p:cNvSpPr/>
          <p:nvPr/>
        </p:nvSpPr>
        <p:spPr>
          <a:xfrm>
            <a:off x="4860036" y="2226056"/>
            <a:ext cx="621792" cy="293624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44" name="Text 42"/>
          <p:cNvSpPr/>
          <p:nvPr/>
        </p:nvSpPr>
        <p:spPr>
          <a:xfrm>
            <a:off x="4882896" y="2230628"/>
            <a:ext cx="576072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>
                <a:solidFill>
                  <a:srgbClr val="543443"/>
                </a:solidFill>
              </a:rPr>
              <a:t>瑩德</a:t>
            </a:r>
            <a:endParaRPr lang="en-US" sz="1600"/>
          </a:p>
        </p:txBody>
      </p:sp>
      <p:sp>
        <p:nvSpPr>
          <p:cNvPr id="45" name="Shape 43"/>
          <p:cNvSpPr/>
          <p:nvPr/>
        </p:nvSpPr>
        <p:spPr>
          <a:xfrm>
            <a:off x="5481828" y="2226056"/>
            <a:ext cx="530352" cy="293624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46" name="Text 44"/>
          <p:cNvSpPr/>
          <p:nvPr/>
        </p:nvSpPr>
        <p:spPr>
          <a:xfrm>
            <a:off x="5504688" y="2230628"/>
            <a:ext cx="484632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7B3C5E"/>
                </a:solidFill>
              </a:rPr>
              <a:t>1</a:t>
            </a:r>
            <a:endParaRPr lang="en-US" sz="1600"/>
          </a:p>
        </p:txBody>
      </p:sp>
      <p:sp>
        <p:nvSpPr>
          <p:cNvPr id="47" name="Shape 45"/>
          <p:cNvSpPr/>
          <p:nvPr/>
        </p:nvSpPr>
        <p:spPr>
          <a:xfrm>
            <a:off x="502920" y="2519680"/>
            <a:ext cx="475488" cy="293624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48" name="Text 46"/>
          <p:cNvSpPr/>
          <p:nvPr/>
        </p:nvSpPr>
        <p:spPr>
          <a:xfrm>
            <a:off x="525780" y="2524252"/>
            <a:ext cx="429768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>
                <a:solidFill>
                  <a:srgbClr val="543443"/>
                </a:solidFill>
              </a:rPr>
              <a:t>39</a:t>
            </a:r>
            <a:endParaRPr lang="en-US" sz="1600"/>
          </a:p>
        </p:txBody>
      </p:sp>
      <p:sp>
        <p:nvSpPr>
          <p:cNvPr id="49" name="Shape 47"/>
          <p:cNvSpPr/>
          <p:nvPr/>
        </p:nvSpPr>
        <p:spPr>
          <a:xfrm>
            <a:off x="978408" y="2519680"/>
            <a:ext cx="3881628" cy="293624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50" name="Text 48"/>
          <p:cNvSpPr/>
          <p:nvPr/>
        </p:nvSpPr>
        <p:spPr>
          <a:xfrm>
            <a:off x="1001268" y="2524252"/>
            <a:ext cx="3835908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>
                <a:solidFill>
                  <a:srgbClr val="543443"/>
                </a:solidFill>
              </a:rPr>
              <a:t>譚佩茵</a:t>
            </a:r>
            <a:endParaRPr lang="en-US" sz="1600"/>
          </a:p>
        </p:txBody>
      </p:sp>
      <p:sp>
        <p:nvSpPr>
          <p:cNvPr id="51" name="Shape 49"/>
          <p:cNvSpPr/>
          <p:nvPr/>
        </p:nvSpPr>
        <p:spPr>
          <a:xfrm>
            <a:off x="4860036" y="2519680"/>
            <a:ext cx="621792" cy="293624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52" name="Text 50"/>
          <p:cNvSpPr/>
          <p:nvPr/>
        </p:nvSpPr>
        <p:spPr>
          <a:xfrm>
            <a:off x="4882896" y="2524252"/>
            <a:ext cx="576072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>
                <a:solidFill>
                  <a:srgbClr val="543443"/>
                </a:solidFill>
              </a:rPr>
              <a:t>瑩德</a:t>
            </a:r>
            <a:endParaRPr lang="en-US" sz="1600"/>
          </a:p>
        </p:txBody>
      </p:sp>
      <p:sp>
        <p:nvSpPr>
          <p:cNvPr id="53" name="Shape 51"/>
          <p:cNvSpPr/>
          <p:nvPr/>
        </p:nvSpPr>
        <p:spPr>
          <a:xfrm>
            <a:off x="5481828" y="2519680"/>
            <a:ext cx="530352" cy="293624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54" name="Text 52"/>
          <p:cNvSpPr/>
          <p:nvPr/>
        </p:nvSpPr>
        <p:spPr>
          <a:xfrm>
            <a:off x="5504688" y="2524252"/>
            <a:ext cx="484632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7B3C5E"/>
                </a:solidFill>
              </a:rPr>
              <a:t>1</a:t>
            </a:r>
            <a:endParaRPr lang="en-US" sz="1600"/>
          </a:p>
        </p:txBody>
      </p:sp>
      <p:sp>
        <p:nvSpPr>
          <p:cNvPr id="55" name="Shape 53"/>
          <p:cNvSpPr/>
          <p:nvPr/>
        </p:nvSpPr>
        <p:spPr>
          <a:xfrm>
            <a:off x="502920" y="2813304"/>
            <a:ext cx="475488" cy="293624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56" name="Text 54"/>
          <p:cNvSpPr/>
          <p:nvPr/>
        </p:nvSpPr>
        <p:spPr>
          <a:xfrm>
            <a:off x="525780" y="2817876"/>
            <a:ext cx="429768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>
                <a:solidFill>
                  <a:srgbClr val="543443"/>
                </a:solidFill>
              </a:rPr>
              <a:t>40</a:t>
            </a:r>
            <a:endParaRPr lang="en-US" sz="1600"/>
          </a:p>
        </p:txBody>
      </p:sp>
      <p:sp>
        <p:nvSpPr>
          <p:cNvPr id="57" name="Shape 55"/>
          <p:cNvSpPr/>
          <p:nvPr/>
        </p:nvSpPr>
        <p:spPr>
          <a:xfrm>
            <a:off x="978408" y="2813304"/>
            <a:ext cx="3881628" cy="293624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58" name="Text 56"/>
          <p:cNvSpPr/>
          <p:nvPr/>
        </p:nvSpPr>
        <p:spPr>
          <a:xfrm>
            <a:off x="1001268" y="2817876"/>
            <a:ext cx="3835908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>
                <a:solidFill>
                  <a:srgbClr val="543443"/>
                </a:solidFill>
              </a:rPr>
              <a:t>黃世豪</a:t>
            </a:r>
            <a:endParaRPr lang="en-US" sz="1600"/>
          </a:p>
        </p:txBody>
      </p:sp>
      <p:sp>
        <p:nvSpPr>
          <p:cNvPr id="59" name="Shape 57"/>
          <p:cNvSpPr/>
          <p:nvPr/>
        </p:nvSpPr>
        <p:spPr>
          <a:xfrm>
            <a:off x="4860036" y="2813304"/>
            <a:ext cx="621792" cy="293624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60" name="Text 58"/>
          <p:cNvSpPr/>
          <p:nvPr/>
        </p:nvSpPr>
        <p:spPr>
          <a:xfrm>
            <a:off x="4882896" y="2817876"/>
            <a:ext cx="576072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>
                <a:solidFill>
                  <a:srgbClr val="543443"/>
                </a:solidFill>
              </a:rPr>
              <a:t>瑩德</a:t>
            </a:r>
            <a:endParaRPr lang="en-US" sz="1600"/>
          </a:p>
        </p:txBody>
      </p:sp>
      <p:sp>
        <p:nvSpPr>
          <p:cNvPr id="61" name="Shape 59"/>
          <p:cNvSpPr/>
          <p:nvPr/>
        </p:nvSpPr>
        <p:spPr>
          <a:xfrm>
            <a:off x="5481828" y="2813304"/>
            <a:ext cx="530352" cy="293624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62" name="Text 60"/>
          <p:cNvSpPr/>
          <p:nvPr/>
        </p:nvSpPr>
        <p:spPr>
          <a:xfrm>
            <a:off x="5504688" y="2817876"/>
            <a:ext cx="484632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7B3C5E"/>
                </a:solidFill>
              </a:rPr>
              <a:t>1</a:t>
            </a:r>
            <a:endParaRPr lang="en-US" sz="1600"/>
          </a:p>
        </p:txBody>
      </p:sp>
      <p:sp>
        <p:nvSpPr>
          <p:cNvPr id="63" name="Shape 61"/>
          <p:cNvSpPr/>
          <p:nvPr/>
        </p:nvSpPr>
        <p:spPr>
          <a:xfrm>
            <a:off x="502920" y="3106928"/>
            <a:ext cx="475488" cy="293624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64" name="Text 62"/>
          <p:cNvSpPr/>
          <p:nvPr/>
        </p:nvSpPr>
        <p:spPr>
          <a:xfrm>
            <a:off x="525780" y="3111500"/>
            <a:ext cx="429768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>
                <a:solidFill>
                  <a:srgbClr val="543443"/>
                </a:solidFill>
              </a:rPr>
              <a:t>41</a:t>
            </a:r>
            <a:endParaRPr lang="en-US" sz="1600"/>
          </a:p>
        </p:txBody>
      </p:sp>
      <p:sp>
        <p:nvSpPr>
          <p:cNvPr id="65" name="Shape 63"/>
          <p:cNvSpPr/>
          <p:nvPr/>
        </p:nvSpPr>
        <p:spPr>
          <a:xfrm>
            <a:off x="978408" y="3106928"/>
            <a:ext cx="3881628" cy="293624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66" name="Text 64"/>
          <p:cNvSpPr/>
          <p:nvPr/>
        </p:nvSpPr>
        <p:spPr>
          <a:xfrm>
            <a:off x="1001268" y="3111500"/>
            <a:ext cx="3835908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>
                <a:solidFill>
                  <a:srgbClr val="543443"/>
                </a:solidFill>
              </a:rPr>
              <a:t>黃泳雄</a:t>
            </a:r>
            <a:endParaRPr lang="en-US" sz="1600"/>
          </a:p>
        </p:txBody>
      </p:sp>
      <p:sp>
        <p:nvSpPr>
          <p:cNvPr id="67" name="Shape 65"/>
          <p:cNvSpPr/>
          <p:nvPr/>
        </p:nvSpPr>
        <p:spPr>
          <a:xfrm>
            <a:off x="4860036" y="3106928"/>
            <a:ext cx="621792" cy="293624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68" name="Text 66"/>
          <p:cNvSpPr/>
          <p:nvPr/>
        </p:nvSpPr>
        <p:spPr>
          <a:xfrm>
            <a:off x="4882896" y="3111500"/>
            <a:ext cx="576072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>
                <a:solidFill>
                  <a:srgbClr val="543443"/>
                </a:solidFill>
              </a:rPr>
              <a:t>凱德</a:t>
            </a:r>
            <a:endParaRPr lang="en-US" sz="1600"/>
          </a:p>
        </p:txBody>
      </p:sp>
      <p:sp>
        <p:nvSpPr>
          <p:cNvPr id="69" name="Shape 67"/>
          <p:cNvSpPr/>
          <p:nvPr/>
        </p:nvSpPr>
        <p:spPr>
          <a:xfrm>
            <a:off x="5481828" y="3106928"/>
            <a:ext cx="530352" cy="293624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70" name="Text 68"/>
          <p:cNvSpPr/>
          <p:nvPr/>
        </p:nvSpPr>
        <p:spPr>
          <a:xfrm>
            <a:off x="5504688" y="3111500"/>
            <a:ext cx="484632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7B3C5E"/>
                </a:solidFill>
              </a:rPr>
              <a:t>5</a:t>
            </a:r>
            <a:endParaRPr lang="en-US" sz="1600"/>
          </a:p>
        </p:txBody>
      </p:sp>
      <p:sp>
        <p:nvSpPr>
          <p:cNvPr id="71" name="Shape 69"/>
          <p:cNvSpPr/>
          <p:nvPr/>
        </p:nvSpPr>
        <p:spPr>
          <a:xfrm>
            <a:off x="502920" y="3400552"/>
            <a:ext cx="475488" cy="293624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72" name="Text 70"/>
          <p:cNvSpPr/>
          <p:nvPr/>
        </p:nvSpPr>
        <p:spPr>
          <a:xfrm>
            <a:off x="525780" y="3405124"/>
            <a:ext cx="429768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>
                <a:solidFill>
                  <a:srgbClr val="543443"/>
                </a:solidFill>
              </a:rPr>
              <a:t>42</a:t>
            </a:r>
            <a:endParaRPr lang="en-US" sz="1600"/>
          </a:p>
        </p:txBody>
      </p:sp>
      <p:sp>
        <p:nvSpPr>
          <p:cNvPr id="73" name="Shape 71"/>
          <p:cNvSpPr/>
          <p:nvPr/>
        </p:nvSpPr>
        <p:spPr>
          <a:xfrm>
            <a:off x="978408" y="3400552"/>
            <a:ext cx="3881628" cy="293624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74" name="Text 72"/>
          <p:cNvSpPr/>
          <p:nvPr/>
        </p:nvSpPr>
        <p:spPr>
          <a:xfrm>
            <a:off x="1001268" y="3405124"/>
            <a:ext cx="3835908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>
                <a:solidFill>
                  <a:srgbClr val="543443"/>
                </a:solidFill>
              </a:rPr>
              <a:t>許雅惠</a:t>
            </a:r>
            <a:endParaRPr lang="en-US" sz="1600"/>
          </a:p>
        </p:txBody>
      </p:sp>
      <p:sp>
        <p:nvSpPr>
          <p:cNvPr id="75" name="Shape 73"/>
          <p:cNvSpPr/>
          <p:nvPr/>
        </p:nvSpPr>
        <p:spPr>
          <a:xfrm>
            <a:off x="4860036" y="3400552"/>
            <a:ext cx="621792" cy="293624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76" name="Text 74"/>
          <p:cNvSpPr/>
          <p:nvPr/>
        </p:nvSpPr>
        <p:spPr>
          <a:xfrm>
            <a:off x="4882896" y="3405124"/>
            <a:ext cx="576072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>
                <a:solidFill>
                  <a:srgbClr val="543443"/>
                </a:solidFill>
              </a:rPr>
              <a:t>凱德</a:t>
            </a:r>
            <a:endParaRPr lang="en-US" sz="1600"/>
          </a:p>
        </p:txBody>
      </p:sp>
      <p:sp>
        <p:nvSpPr>
          <p:cNvPr id="77" name="Shape 75"/>
          <p:cNvSpPr/>
          <p:nvPr/>
        </p:nvSpPr>
        <p:spPr>
          <a:xfrm>
            <a:off x="5481828" y="3400552"/>
            <a:ext cx="530352" cy="293624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78" name="Text 76"/>
          <p:cNvSpPr/>
          <p:nvPr/>
        </p:nvSpPr>
        <p:spPr>
          <a:xfrm>
            <a:off x="5504688" y="3405124"/>
            <a:ext cx="484632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7B3C5E"/>
                </a:solidFill>
              </a:rPr>
              <a:t>4</a:t>
            </a:r>
            <a:endParaRPr lang="en-US" sz="1600"/>
          </a:p>
        </p:txBody>
      </p:sp>
      <p:sp>
        <p:nvSpPr>
          <p:cNvPr id="79" name="Shape 77"/>
          <p:cNvSpPr/>
          <p:nvPr/>
        </p:nvSpPr>
        <p:spPr>
          <a:xfrm>
            <a:off x="502920" y="3694176"/>
            <a:ext cx="475488" cy="293624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80" name="Text 78"/>
          <p:cNvSpPr/>
          <p:nvPr/>
        </p:nvSpPr>
        <p:spPr>
          <a:xfrm>
            <a:off x="525780" y="3698748"/>
            <a:ext cx="429768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>
                <a:solidFill>
                  <a:srgbClr val="543443"/>
                </a:solidFill>
              </a:rPr>
              <a:t>43</a:t>
            </a:r>
            <a:endParaRPr lang="en-US" sz="1600"/>
          </a:p>
        </p:txBody>
      </p:sp>
      <p:sp>
        <p:nvSpPr>
          <p:cNvPr id="81" name="Shape 79"/>
          <p:cNvSpPr/>
          <p:nvPr/>
        </p:nvSpPr>
        <p:spPr>
          <a:xfrm>
            <a:off x="978408" y="3694176"/>
            <a:ext cx="3881628" cy="293624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82" name="Text 80"/>
          <p:cNvSpPr/>
          <p:nvPr/>
        </p:nvSpPr>
        <p:spPr>
          <a:xfrm>
            <a:off x="1001268" y="3698748"/>
            <a:ext cx="3835908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>
                <a:solidFill>
                  <a:srgbClr val="543443"/>
                </a:solidFill>
              </a:rPr>
              <a:t>林麗珍</a:t>
            </a:r>
            <a:endParaRPr lang="en-US" sz="1600"/>
          </a:p>
        </p:txBody>
      </p:sp>
      <p:sp>
        <p:nvSpPr>
          <p:cNvPr id="83" name="Shape 81"/>
          <p:cNvSpPr/>
          <p:nvPr/>
        </p:nvSpPr>
        <p:spPr>
          <a:xfrm>
            <a:off x="4860036" y="3694176"/>
            <a:ext cx="621792" cy="293624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84" name="Text 82"/>
          <p:cNvSpPr/>
          <p:nvPr/>
        </p:nvSpPr>
        <p:spPr>
          <a:xfrm>
            <a:off x="4882896" y="3698748"/>
            <a:ext cx="576072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>
                <a:solidFill>
                  <a:srgbClr val="543443"/>
                </a:solidFill>
              </a:rPr>
              <a:t>凱德</a:t>
            </a:r>
            <a:endParaRPr lang="en-US" sz="1600"/>
          </a:p>
        </p:txBody>
      </p:sp>
      <p:sp>
        <p:nvSpPr>
          <p:cNvPr id="85" name="Shape 83"/>
          <p:cNvSpPr/>
          <p:nvPr/>
        </p:nvSpPr>
        <p:spPr>
          <a:xfrm>
            <a:off x="5481828" y="3694176"/>
            <a:ext cx="530352" cy="293624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86" name="Text 84"/>
          <p:cNvSpPr/>
          <p:nvPr/>
        </p:nvSpPr>
        <p:spPr>
          <a:xfrm>
            <a:off x="5504688" y="3698748"/>
            <a:ext cx="484632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7B3C5E"/>
                </a:solidFill>
              </a:rPr>
              <a:t>4</a:t>
            </a:r>
            <a:endParaRPr lang="en-US" sz="1600"/>
          </a:p>
        </p:txBody>
      </p:sp>
      <p:sp>
        <p:nvSpPr>
          <p:cNvPr id="87" name="Shape 85"/>
          <p:cNvSpPr/>
          <p:nvPr/>
        </p:nvSpPr>
        <p:spPr>
          <a:xfrm>
            <a:off x="502920" y="3987800"/>
            <a:ext cx="475488" cy="293624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88" name="Text 86"/>
          <p:cNvSpPr/>
          <p:nvPr/>
        </p:nvSpPr>
        <p:spPr>
          <a:xfrm>
            <a:off x="525780" y="3992372"/>
            <a:ext cx="429768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>
                <a:solidFill>
                  <a:srgbClr val="543443"/>
                </a:solidFill>
              </a:rPr>
              <a:t>44</a:t>
            </a:r>
            <a:endParaRPr lang="en-US" sz="1600"/>
          </a:p>
        </p:txBody>
      </p:sp>
      <p:sp>
        <p:nvSpPr>
          <p:cNvPr id="89" name="Shape 87"/>
          <p:cNvSpPr/>
          <p:nvPr/>
        </p:nvSpPr>
        <p:spPr>
          <a:xfrm>
            <a:off x="978408" y="3987800"/>
            <a:ext cx="3881628" cy="293624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90" name="Text 88"/>
          <p:cNvSpPr/>
          <p:nvPr/>
        </p:nvSpPr>
        <p:spPr>
          <a:xfrm>
            <a:off x="1001268" y="3992372"/>
            <a:ext cx="3835908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>
                <a:solidFill>
                  <a:srgbClr val="543443"/>
                </a:solidFill>
              </a:rPr>
              <a:t>鄭慧芳</a:t>
            </a:r>
            <a:endParaRPr lang="en-US" sz="1600"/>
          </a:p>
        </p:txBody>
      </p:sp>
      <p:sp>
        <p:nvSpPr>
          <p:cNvPr id="91" name="Shape 89"/>
          <p:cNvSpPr/>
          <p:nvPr/>
        </p:nvSpPr>
        <p:spPr>
          <a:xfrm>
            <a:off x="4860036" y="3987800"/>
            <a:ext cx="621792" cy="293624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92" name="Text 90"/>
          <p:cNvSpPr/>
          <p:nvPr/>
        </p:nvSpPr>
        <p:spPr>
          <a:xfrm>
            <a:off x="4882896" y="3992372"/>
            <a:ext cx="576072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>
                <a:solidFill>
                  <a:srgbClr val="543443"/>
                </a:solidFill>
              </a:rPr>
              <a:t>凱德</a:t>
            </a:r>
            <a:endParaRPr lang="en-US" sz="1600"/>
          </a:p>
        </p:txBody>
      </p:sp>
      <p:sp>
        <p:nvSpPr>
          <p:cNvPr id="93" name="Shape 91"/>
          <p:cNvSpPr/>
          <p:nvPr/>
        </p:nvSpPr>
        <p:spPr>
          <a:xfrm>
            <a:off x="5481828" y="3987800"/>
            <a:ext cx="530352" cy="293624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94" name="Text 92"/>
          <p:cNvSpPr/>
          <p:nvPr/>
        </p:nvSpPr>
        <p:spPr>
          <a:xfrm>
            <a:off x="5504688" y="3992372"/>
            <a:ext cx="484632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7B3C5E"/>
                </a:solidFill>
              </a:rPr>
              <a:t>4</a:t>
            </a:r>
            <a:endParaRPr lang="en-US" sz="1600"/>
          </a:p>
        </p:txBody>
      </p:sp>
      <p:sp>
        <p:nvSpPr>
          <p:cNvPr id="95" name="Shape 93"/>
          <p:cNvSpPr/>
          <p:nvPr/>
        </p:nvSpPr>
        <p:spPr>
          <a:xfrm>
            <a:off x="502920" y="4281424"/>
            <a:ext cx="475488" cy="293624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96" name="Text 94"/>
          <p:cNvSpPr/>
          <p:nvPr/>
        </p:nvSpPr>
        <p:spPr>
          <a:xfrm>
            <a:off x="525780" y="4285996"/>
            <a:ext cx="429768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>
                <a:solidFill>
                  <a:srgbClr val="543443"/>
                </a:solidFill>
              </a:rPr>
              <a:t>45</a:t>
            </a:r>
            <a:endParaRPr lang="en-US" sz="1600"/>
          </a:p>
        </p:txBody>
      </p:sp>
      <p:sp>
        <p:nvSpPr>
          <p:cNvPr id="97" name="Shape 95"/>
          <p:cNvSpPr/>
          <p:nvPr/>
        </p:nvSpPr>
        <p:spPr>
          <a:xfrm>
            <a:off x="978408" y="4281424"/>
            <a:ext cx="3881628" cy="293624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98" name="Text 96"/>
          <p:cNvSpPr/>
          <p:nvPr/>
        </p:nvSpPr>
        <p:spPr>
          <a:xfrm>
            <a:off x="1001268" y="4285996"/>
            <a:ext cx="3835908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>
                <a:solidFill>
                  <a:srgbClr val="543443"/>
                </a:solidFill>
              </a:rPr>
              <a:t>許友順</a:t>
            </a:r>
            <a:endParaRPr lang="en-US" sz="1600"/>
          </a:p>
        </p:txBody>
      </p:sp>
      <p:sp>
        <p:nvSpPr>
          <p:cNvPr id="99" name="Shape 97"/>
          <p:cNvSpPr/>
          <p:nvPr/>
        </p:nvSpPr>
        <p:spPr>
          <a:xfrm>
            <a:off x="4860036" y="4281424"/>
            <a:ext cx="621792" cy="293624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00" name="Text 98"/>
          <p:cNvSpPr/>
          <p:nvPr/>
        </p:nvSpPr>
        <p:spPr>
          <a:xfrm>
            <a:off x="4882896" y="4285996"/>
            <a:ext cx="576072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>
                <a:solidFill>
                  <a:srgbClr val="543443"/>
                </a:solidFill>
              </a:rPr>
              <a:t>凱德</a:t>
            </a:r>
            <a:endParaRPr lang="en-US" sz="1600"/>
          </a:p>
        </p:txBody>
      </p:sp>
      <p:sp>
        <p:nvSpPr>
          <p:cNvPr id="101" name="Shape 99"/>
          <p:cNvSpPr/>
          <p:nvPr/>
        </p:nvSpPr>
        <p:spPr>
          <a:xfrm>
            <a:off x="5481828" y="4281424"/>
            <a:ext cx="530352" cy="293624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02" name="Text 100"/>
          <p:cNvSpPr/>
          <p:nvPr/>
        </p:nvSpPr>
        <p:spPr>
          <a:xfrm>
            <a:off x="5504688" y="4285996"/>
            <a:ext cx="484632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7B3C5E"/>
                </a:solidFill>
              </a:rPr>
              <a:t>4</a:t>
            </a:r>
            <a:endParaRPr lang="en-US" sz="1600"/>
          </a:p>
        </p:txBody>
      </p:sp>
      <p:sp>
        <p:nvSpPr>
          <p:cNvPr id="103" name="Shape 101"/>
          <p:cNvSpPr/>
          <p:nvPr/>
        </p:nvSpPr>
        <p:spPr>
          <a:xfrm>
            <a:off x="502920" y="4575048"/>
            <a:ext cx="475488" cy="293624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04" name="Text 102"/>
          <p:cNvSpPr/>
          <p:nvPr/>
        </p:nvSpPr>
        <p:spPr>
          <a:xfrm>
            <a:off x="525780" y="4579620"/>
            <a:ext cx="429768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>
                <a:solidFill>
                  <a:srgbClr val="543443"/>
                </a:solidFill>
              </a:rPr>
              <a:t>46</a:t>
            </a:r>
            <a:endParaRPr lang="en-US" sz="1600"/>
          </a:p>
        </p:txBody>
      </p:sp>
      <p:sp>
        <p:nvSpPr>
          <p:cNvPr id="105" name="Shape 103"/>
          <p:cNvSpPr/>
          <p:nvPr/>
        </p:nvSpPr>
        <p:spPr>
          <a:xfrm>
            <a:off x="978408" y="4575048"/>
            <a:ext cx="3881628" cy="293624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06" name="Text 104"/>
          <p:cNvSpPr/>
          <p:nvPr/>
        </p:nvSpPr>
        <p:spPr>
          <a:xfrm>
            <a:off x="1001268" y="4579620"/>
            <a:ext cx="3835908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>
                <a:solidFill>
                  <a:srgbClr val="543443"/>
                </a:solidFill>
              </a:rPr>
              <a:t>李健豪</a:t>
            </a:r>
            <a:endParaRPr lang="en-US" sz="1600"/>
          </a:p>
        </p:txBody>
      </p:sp>
      <p:sp>
        <p:nvSpPr>
          <p:cNvPr id="107" name="Shape 105"/>
          <p:cNvSpPr/>
          <p:nvPr/>
        </p:nvSpPr>
        <p:spPr>
          <a:xfrm>
            <a:off x="4860036" y="4575048"/>
            <a:ext cx="621792" cy="293624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08" name="Text 106"/>
          <p:cNvSpPr/>
          <p:nvPr/>
        </p:nvSpPr>
        <p:spPr>
          <a:xfrm>
            <a:off x="4882896" y="4579620"/>
            <a:ext cx="576072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>
                <a:solidFill>
                  <a:srgbClr val="543443"/>
                </a:solidFill>
              </a:rPr>
              <a:t>凱德</a:t>
            </a:r>
            <a:endParaRPr lang="en-US" sz="1600"/>
          </a:p>
        </p:txBody>
      </p:sp>
      <p:sp>
        <p:nvSpPr>
          <p:cNvPr id="109" name="Shape 107"/>
          <p:cNvSpPr/>
          <p:nvPr/>
        </p:nvSpPr>
        <p:spPr>
          <a:xfrm>
            <a:off x="5481828" y="4575048"/>
            <a:ext cx="530352" cy="293624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10" name="Text 108"/>
          <p:cNvSpPr/>
          <p:nvPr/>
        </p:nvSpPr>
        <p:spPr>
          <a:xfrm>
            <a:off x="5504688" y="4579620"/>
            <a:ext cx="484632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7B3C5E"/>
                </a:solidFill>
              </a:rPr>
              <a:t>3</a:t>
            </a:r>
            <a:endParaRPr lang="en-US" sz="1600"/>
          </a:p>
        </p:txBody>
      </p:sp>
      <p:sp>
        <p:nvSpPr>
          <p:cNvPr id="111" name="Shape 109"/>
          <p:cNvSpPr/>
          <p:nvPr/>
        </p:nvSpPr>
        <p:spPr>
          <a:xfrm>
            <a:off x="502920" y="4868672"/>
            <a:ext cx="475488" cy="293624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12" name="Text 110"/>
          <p:cNvSpPr/>
          <p:nvPr/>
        </p:nvSpPr>
        <p:spPr>
          <a:xfrm>
            <a:off x="525780" y="4873244"/>
            <a:ext cx="429768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>
                <a:solidFill>
                  <a:srgbClr val="543443"/>
                </a:solidFill>
              </a:rPr>
              <a:t>47</a:t>
            </a:r>
            <a:endParaRPr lang="en-US" sz="1600"/>
          </a:p>
        </p:txBody>
      </p:sp>
      <p:sp>
        <p:nvSpPr>
          <p:cNvPr id="113" name="Shape 111"/>
          <p:cNvSpPr/>
          <p:nvPr/>
        </p:nvSpPr>
        <p:spPr>
          <a:xfrm>
            <a:off x="978408" y="4868672"/>
            <a:ext cx="3881628" cy="293624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14" name="Text 112"/>
          <p:cNvSpPr/>
          <p:nvPr/>
        </p:nvSpPr>
        <p:spPr>
          <a:xfrm>
            <a:off x="1001268" y="4873244"/>
            <a:ext cx="3835908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>
                <a:solidFill>
                  <a:srgbClr val="543443"/>
                </a:solidFill>
              </a:rPr>
              <a:t>黃秀珍</a:t>
            </a:r>
            <a:endParaRPr lang="en-US" sz="1600"/>
          </a:p>
        </p:txBody>
      </p:sp>
      <p:sp>
        <p:nvSpPr>
          <p:cNvPr id="115" name="Shape 113"/>
          <p:cNvSpPr/>
          <p:nvPr/>
        </p:nvSpPr>
        <p:spPr>
          <a:xfrm>
            <a:off x="4860036" y="4868672"/>
            <a:ext cx="621792" cy="293624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16" name="Text 114"/>
          <p:cNvSpPr/>
          <p:nvPr/>
        </p:nvSpPr>
        <p:spPr>
          <a:xfrm>
            <a:off x="4882896" y="4873244"/>
            <a:ext cx="576072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>
                <a:solidFill>
                  <a:srgbClr val="543443"/>
                </a:solidFill>
              </a:rPr>
              <a:t>凱德</a:t>
            </a:r>
            <a:endParaRPr lang="en-US" sz="1600"/>
          </a:p>
        </p:txBody>
      </p:sp>
      <p:sp>
        <p:nvSpPr>
          <p:cNvPr id="117" name="Shape 115"/>
          <p:cNvSpPr/>
          <p:nvPr/>
        </p:nvSpPr>
        <p:spPr>
          <a:xfrm>
            <a:off x="5481828" y="4868672"/>
            <a:ext cx="530352" cy="293624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18" name="Text 116"/>
          <p:cNvSpPr/>
          <p:nvPr/>
        </p:nvSpPr>
        <p:spPr>
          <a:xfrm>
            <a:off x="5504688" y="4873244"/>
            <a:ext cx="484632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7B3C5E"/>
                </a:solidFill>
              </a:rPr>
              <a:t>3</a:t>
            </a:r>
            <a:endParaRPr lang="en-US" sz="1600"/>
          </a:p>
        </p:txBody>
      </p:sp>
      <p:sp>
        <p:nvSpPr>
          <p:cNvPr id="119" name="Shape 117"/>
          <p:cNvSpPr/>
          <p:nvPr/>
        </p:nvSpPr>
        <p:spPr>
          <a:xfrm>
            <a:off x="502920" y="5162296"/>
            <a:ext cx="475488" cy="293624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20" name="Text 118"/>
          <p:cNvSpPr/>
          <p:nvPr/>
        </p:nvSpPr>
        <p:spPr>
          <a:xfrm>
            <a:off x="525780" y="5166868"/>
            <a:ext cx="429768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>
                <a:solidFill>
                  <a:srgbClr val="543443"/>
                </a:solidFill>
              </a:rPr>
              <a:t>48</a:t>
            </a:r>
            <a:endParaRPr lang="en-US" sz="1600"/>
          </a:p>
        </p:txBody>
      </p:sp>
      <p:sp>
        <p:nvSpPr>
          <p:cNvPr id="121" name="Shape 119"/>
          <p:cNvSpPr/>
          <p:nvPr/>
        </p:nvSpPr>
        <p:spPr>
          <a:xfrm>
            <a:off x="978408" y="5162296"/>
            <a:ext cx="3881628" cy="293624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22" name="Text 120"/>
          <p:cNvSpPr/>
          <p:nvPr/>
        </p:nvSpPr>
        <p:spPr>
          <a:xfrm>
            <a:off x="1001268" y="5166868"/>
            <a:ext cx="3835908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>
                <a:solidFill>
                  <a:srgbClr val="543443"/>
                </a:solidFill>
              </a:rPr>
              <a:t>鄭慧萍</a:t>
            </a:r>
            <a:endParaRPr lang="en-US" sz="1600"/>
          </a:p>
        </p:txBody>
      </p:sp>
      <p:sp>
        <p:nvSpPr>
          <p:cNvPr id="123" name="Shape 121"/>
          <p:cNvSpPr/>
          <p:nvPr/>
        </p:nvSpPr>
        <p:spPr>
          <a:xfrm>
            <a:off x="4860036" y="5162296"/>
            <a:ext cx="621792" cy="293624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24" name="Text 122"/>
          <p:cNvSpPr/>
          <p:nvPr/>
        </p:nvSpPr>
        <p:spPr>
          <a:xfrm>
            <a:off x="4882896" y="5166868"/>
            <a:ext cx="576072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>
                <a:solidFill>
                  <a:srgbClr val="543443"/>
                </a:solidFill>
              </a:rPr>
              <a:t>凱德</a:t>
            </a:r>
            <a:endParaRPr lang="en-US" sz="1600"/>
          </a:p>
        </p:txBody>
      </p:sp>
      <p:sp>
        <p:nvSpPr>
          <p:cNvPr id="125" name="Shape 123"/>
          <p:cNvSpPr/>
          <p:nvPr/>
        </p:nvSpPr>
        <p:spPr>
          <a:xfrm>
            <a:off x="5481828" y="5162296"/>
            <a:ext cx="530352" cy="293624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26" name="Text 124"/>
          <p:cNvSpPr/>
          <p:nvPr/>
        </p:nvSpPr>
        <p:spPr>
          <a:xfrm>
            <a:off x="5504688" y="5166868"/>
            <a:ext cx="484632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7B3C5E"/>
                </a:solidFill>
              </a:rPr>
              <a:t>2</a:t>
            </a:r>
            <a:endParaRPr lang="en-US" sz="1600"/>
          </a:p>
        </p:txBody>
      </p:sp>
      <p:sp>
        <p:nvSpPr>
          <p:cNvPr id="127" name="Shape 125"/>
          <p:cNvSpPr/>
          <p:nvPr/>
        </p:nvSpPr>
        <p:spPr>
          <a:xfrm>
            <a:off x="502920" y="5455920"/>
            <a:ext cx="475488" cy="293624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28" name="Text 126"/>
          <p:cNvSpPr/>
          <p:nvPr/>
        </p:nvSpPr>
        <p:spPr>
          <a:xfrm>
            <a:off x="525780" y="5460492"/>
            <a:ext cx="429768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>
                <a:solidFill>
                  <a:srgbClr val="543443"/>
                </a:solidFill>
              </a:rPr>
              <a:t>49</a:t>
            </a:r>
            <a:endParaRPr lang="en-US" sz="1600"/>
          </a:p>
        </p:txBody>
      </p:sp>
      <p:sp>
        <p:nvSpPr>
          <p:cNvPr id="129" name="Shape 127"/>
          <p:cNvSpPr/>
          <p:nvPr/>
        </p:nvSpPr>
        <p:spPr>
          <a:xfrm>
            <a:off x="978408" y="5455920"/>
            <a:ext cx="3881628" cy="293624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30" name="Text 128"/>
          <p:cNvSpPr/>
          <p:nvPr/>
        </p:nvSpPr>
        <p:spPr>
          <a:xfrm>
            <a:off x="1001268" y="5460492"/>
            <a:ext cx="3835908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>
                <a:solidFill>
                  <a:srgbClr val="543443"/>
                </a:solidFill>
              </a:rPr>
              <a:t>楊祤馷</a:t>
            </a:r>
            <a:endParaRPr lang="en-US" sz="1600"/>
          </a:p>
        </p:txBody>
      </p:sp>
      <p:sp>
        <p:nvSpPr>
          <p:cNvPr id="131" name="Shape 129"/>
          <p:cNvSpPr/>
          <p:nvPr/>
        </p:nvSpPr>
        <p:spPr>
          <a:xfrm>
            <a:off x="4860036" y="5455920"/>
            <a:ext cx="621792" cy="293624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32" name="Text 130"/>
          <p:cNvSpPr/>
          <p:nvPr/>
        </p:nvSpPr>
        <p:spPr>
          <a:xfrm>
            <a:off x="4882896" y="5460492"/>
            <a:ext cx="576072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>
                <a:solidFill>
                  <a:srgbClr val="543443"/>
                </a:solidFill>
              </a:rPr>
              <a:t>凱德</a:t>
            </a:r>
            <a:endParaRPr lang="en-US" sz="1600"/>
          </a:p>
        </p:txBody>
      </p:sp>
      <p:sp>
        <p:nvSpPr>
          <p:cNvPr id="133" name="Shape 131"/>
          <p:cNvSpPr/>
          <p:nvPr/>
        </p:nvSpPr>
        <p:spPr>
          <a:xfrm>
            <a:off x="5481828" y="5455920"/>
            <a:ext cx="530352" cy="293624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34" name="Text 132"/>
          <p:cNvSpPr/>
          <p:nvPr/>
        </p:nvSpPr>
        <p:spPr>
          <a:xfrm>
            <a:off x="5504688" y="5460492"/>
            <a:ext cx="484632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7B3C5E"/>
                </a:solidFill>
              </a:rPr>
              <a:t>2</a:t>
            </a:r>
            <a:endParaRPr lang="en-US" sz="1600"/>
          </a:p>
        </p:txBody>
      </p:sp>
      <p:sp>
        <p:nvSpPr>
          <p:cNvPr id="135" name="Shape 133"/>
          <p:cNvSpPr/>
          <p:nvPr/>
        </p:nvSpPr>
        <p:spPr>
          <a:xfrm>
            <a:off x="502920" y="5749544"/>
            <a:ext cx="475488" cy="293624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36" name="Text 134"/>
          <p:cNvSpPr/>
          <p:nvPr/>
        </p:nvSpPr>
        <p:spPr>
          <a:xfrm>
            <a:off x="525780" y="5754116"/>
            <a:ext cx="429768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>
                <a:solidFill>
                  <a:srgbClr val="543443"/>
                </a:solidFill>
              </a:rPr>
              <a:t>50</a:t>
            </a:r>
            <a:endParaRPr lang="en-US" sz="1600"/>
          </a:p>
        </p:txBody>
      </p:sp>
      <p:sp>
        <p:nvSpPr>
          <p:cNvPr id="137" name="Shape 135"/>
          <p:cNvSpPr/>
          <p:nvPr/>
        </p:nvSpPr>
        <p:spPr>
          <a:xfrm>
            <a:off x="978408" y="5749544"/>
            <a:ext cx="3881628" cy="293624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38" name="Text 136"/>
          <p:cNvSpPr/>
          <p:nvPr/>
        </p:nvSpPr>
        <p:spPr>
          <a:xfrm>
            <a:off x="1001268" y="5754116"/>
            <a:ext cx="3835908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>
                <a:solidFill>
                  <a:srgbClr val="543443"/>
                </a:solidFill>
              </a:rPr>
              <a:t>黃昱宣</a:t>
            </a:r>
            <a:endParaRPr lang="en-US" sz="1600"/>
          </a:p>
        </p:txBody>
      </p:sp>
      <p:sp>
        <p:nvSpPr>
          <p:cNvPr id="139" name="Shape 137"/>
          <p:cNvSpPr/>
          <p:nvPr/>
        </p:nvSpPr>
        <p:spPr>
          <a:xfrm>
            <a:off x="4860036" y="5749544"/>
            <a:ext cx="621792" cy="293624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40" name="Text 138"/>
          <p:cNvSpPr/>
          <p:nvPr/>
        </p:nvSpPr>
        <p:spPr>
          <a:xfrm>
            <a:off x="4882896" y="5754116"/>
            <a:ext cx="576072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>
                <a:solidFill>
                  <a:srgbClr val="543443"/>
                </a:solidFill>
              </a:rPr>
              <a:t>凱德</a:t>
            </a:r>
            <a:endParaRPr lang="en-US" sz="1600"/>
          </a:p>
        </p:txBody>
      </p:sp>
      <p:sp>
        <p:nvSpPr>
          <p:cNvPr id="141" name="Shape 139"/>
          <p:cNvSpPr/>
          <p:nvPr/>
        </p:nvSpPr>
        <p:spPr>
          <a:xfrm>
            <a:off x="5481828" y="5749544"/>
            <a:ext cx="530352" cy="293624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42" name="Text 140"/>
          <p:cNvSpPr/>
          <p:nvPr/>
        </p:nvSpPr>
        <p:spPr>
          <a:xfrm>
            <a:off x="5504688" y="5754116"/>
            <a:ext cx="484632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7B3C5E"/>
                </a:solidFill>
              </a:rPr>
              <a:t>1</a:t>
            </a:r>
            <a:endParaRPr lang="en-US" sz="1600"/>
          </a:p>
        </p:txBody>
      </p:sp>
      <p:sp>
        <p:nvSpPr>
          <p:cNvPr id="143" name="Shape 141"/>
          <p:cNvSpPr/>
          <p:nvPr/>
        </p:nvSpPr>
        <p:spPr>
          <a:xfrm>
            <a:off x="502920" y="6043168"/>
            <a:ext cx="475488" cy="293624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44" name="Text 142"/>
          <p:cNvSpPr/>
          <p:nvPr/>
        </p:nvSpPr>
        <p:spPr>
          <a:xfrm>
            <a:off x="525780" y="6047740"/>
            <a:ext cx="429768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>
                <a:solidFill>
                  <a:srgbClr val="543443"/>
                </a:solidFill>
              </a:rPr>
              <a:t>51</a:t>
            </a:r>
            <a:endParaRPr lang="en-US" sz="1600"/>
          </a:p>
        </p:txBody>
      </p:sp>
      <p:sp>
        <p:nvSpPr>
          <p:cNvPr id="145" name="Shape 143"/>
          <p:cNvSpPr/>
          <p:nvPr/>
        </p:nvSpPr>
        <p:spPr>
          <a:xfrm>
            <a:off x="978408" y="6043168"/>
            <a:ext cx="3881628" cy="293624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46" name="Text 144"/>
          <p:cNvSpPr/>
          <p:nvPr/>
        </p:nvSpPr>
        <p:spPr>
          <a:xfrm>
            <a:off x="1001268" y="6047740"/>
            <a:ext cx="3835908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>
                <a:solidFill>
                  <a:srgbClr val="543443"/>
                </a:solidFill>
              </a:rPr>
              <a:t>李麗滿</a:t>
            </a:r>
            <a:endParaRPr lang="en-US" sz="1600"/>
          </a:p>
        </p:txBody>
      </p:sp>
      <p:sp>
        <p:nvSpPr>
          <p:cNvPr id="147" name="Shape 145"/>
          <p:cNvSpPr/>
          <p:nvPr/>
        </p:nvSpPr>
        <p:spPr>
          <a:xfrm>
            <a:off x="4860036" y="6043168"/>
            <a:ext cx="621792" cy="293624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48" name="Text 146"/>
          <p:cNvSpPr/>
          <p:nvPr/>
        </p:nvSpPr>
        <p:spPr>
          <a:xfrm>
            <a:off x="4882896" y="6047740"/>
            <a:ext cx="576072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>
                <a:solidFill>
                  <a:srgbClr val="543443"/>
                </a:solidFill>
              </a:rPr>
              <a:t>凱德</a:t>
            </a:r>
            <a:endParaRPr lang="en-US" sz="1600"/>
          </a:p>
        </p:txBody>
      </p:sp>
      <p:sp>
        <p:nvSpPr>
          <p:cNvPr id="149" name="Shape 147"/>
          <p:cNvSpPr/>
          <p:nvPr/>
        </p:nvSpPr>
        <p:spPr>
          <a:xfrm>
            <a:off x="5481828" y="6043168"/>
            <a:ext cx="530352" cy="293624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50" name="Text 148"/>
          <p:cNvSpPr/>
          <p:nvPr/>
        </p:nvSpPr>
        <p:spPr>
          <a:xfrm>
            <a:off x="5504688" y="6047740"/>
            <a:ext cx="484632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7B3C5E"/>
                </a:solidFill>
              </a:rPr>
              <a:t>1</a:t>
            </a:r>
            <a:endParaRPr lang="en-US" sz="1600"/>
          </a:p>
        </p:txBody>
      </p:sp>
      <p:sp>
        <p:nvSpPr>
          <p:cNvPr id="151" name="Shape 149"/>
          <p:cNvSpPr/>
          <p:nvPr/>
        </p:nvSpPr>
        <p:spPr>
          <a:xfrm>
            <a:off x="6176772" y="1051560"/>
            <a:ext cx="5509260" cy="5285232"/>
          </a:xfrm>
          <a:prstGeom prst="roundRect">
            <a:avLst/>
          </a:prstGeom>
          <a:solidFill>
            <a:srgbClr val="FFFCFA"/>
          </a:solidFill>
          <a:ln w="12700">
            <a:solidFill>
              <a:srgbClr val="D8B77D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52" name="Shape 150"/>
          <p:cNvSpPr/>
          <p:nvPr/>
        </p:nvSpPr>
        <p:spPr>
          <a:xfrm>
            <a:off x="6176772" y="1051560"/>
            <a:ext cx="475488" cy="293624"/>
          </a:xfrm>
          <a:prstGeom prst="rect">
            <a:avLst/>
          </a:prstGeom>
          <a:solidFill>
            <a:srgbClr val="92506F"/>
          </a:solidFill>
          <a:ln w="6350">
            <a:solidFill>
              <a:srgbClr val="E6C992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53" name="Text 151"/>
          <p:cNvSpPr/>
          <p:nvPr/>
        </p:nvSpPr>
        <p:spPr>
          <a:xfrm>
            <a:off x="6195060" y="1060704"/>
            <a:ext cx="438912" cy="275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</a:rPr>
              <a:t>No</a:t>
            </a:r>
            <a:endParaRPr lang="en-US" sz="1600"/>
          </a:p>
        </p:txBody>
      </p:sp>
      <p:sp>
        <p:nvSpPr>
          <p:cNvPr id="154" name="Shape 152"/>
          <p:cNvSpPr/>
          <p:nvPr/>
        </p:nvSpPr>
        <p:spPr>
          <a:xfrm>
            <a:off x="6652260" y="1051560"/>
            <a:ext cx="3881628" cy="293624"/>
          </a:xfrm>
          <a:prstGeom prst="rect">
            <a:avLst/>
          </a:prstGeom>
          <a:solidFill>
            <a:srgbClr val="7B3C5E"/>
          </a:solidFill>
          <a:ln w="6350">
            <a:solidFill>
              <a:srgbClr val="E6C992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55" name="Text 153"/>
          <p:cNvSpPr/>
          <p:nvPr/>
        </p:nvSpPr>
        <p:spPr>
          <a:xfrm>
            <a:off x="6670548" y="1060704"/>
            <a:ext cx="3845052" cy="275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</a:rPr>
              <a:t>負責人</a:t>
            </a:r>
            <a:endParaRPr lang="en-US" sz="1600"/>
          </a:p>
        </p:txBody>
      </p:sp>
      <p:sp>
        <p:nvSpPr>
          <p:cNvPr id="156" name="Shape 154"/>
          <p:cNvSpPr/>
          <p:nvPr/>
        </p:nvSpPr>
        <p:spPr>
          <a:xfrm>
            <a:off x="10533888" y="1051560"/>
            <a:ext cx="621792" cy="293624"/>
          </a:xfrm>
          <a:prstGeom prst="rect">
            <a:avLst/>
          </a:prstGeom>
          <a:solidFill>
            <a:srgbClr val="92506F"/>
          </a:solidFill>
          <a:ln w="6350">
            <a:solidFill>
              <a:srgbClr val="E6C992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57" name="Text 155"/>
          <p:cNvSpPr/>
          <p:nvPr/>
        </p:nvSpPr>
        <p:spPr>
          <a:xfrm>
            <a:off x="10552176" y="1060704"/>
            <a:ext cx="585216" cy="275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</a:rPr>
              <a:t>屬壇</a:t>
            </a:r>
            <a:endParaRPr lang="en-US" sz="1600"/>
          </a:p>
        </p:txBody>
      </p:sp>
      <p:sp>
        <p:nvSpPr>
          <p:cNvPr id="158" name="Shape 156"/>
          <p:cNvSpPr/>
          <p:nvPr/>
        </p:nvSpPr>
        <p:spPr>
          <a:xfrm>
            <a:off x="11155680" y="1051560"/>
            <a:ext cx="530352" cy="293624"/>
          </a:xfrm>
          <a:prstGeom prst="rect">
            <a:avLst/>
          </a:prstGeom>
          <a:solidFill>
            <a:srgbClr val="92506F"/>
          </a:solidFill>
          <a:ln w="6350">
            <a:solidFill>
              <a:srgbClr val="E6C992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59" name="Text 157"/>
          <p:cNvSpPr/>
          <p:nvPr/>
        </p:nvSpPr>
        <p:spPr>
          <a:xfrm>
            <a:off x="11173968" y="1060704"/>
            <a:ext cx="493776" cy="275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</a:rPr>
              <a:t>求道人數</a:t>
            </a:r>
            <a:endParaRPr lang="en-US" sz="1600"/>
          </a:p>
        </p:txBody>
      </p:sp>
      <p:sp>
        <p:nvSpPr>
          <p:cNvPr id="160" name="Shape 158"/>
          <p:cNvSpPr/>
          <p:nvPr/>
        </p:nvSpPr>
        <p:spPr>
          <a:xfrm>
            <a:off x="6176772" y="1345184"/>
            <a:ext cx="475488" cy="293624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61" name="Text 159"/>
          <p:cNvSpPr/>
          <p:nvPr/>
        </p:nvSpPr>
        <p:spPr>
          <a:xfrm>
            <a:off x="6199632" y="1349756"/>
            <a:ext cx="429768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>
                <a:solidFill>
                  <a:srgbClr val="543443"/>
                </a:solidFill>
              </a:rPr>
              <a:t>52</a:t>
            </a:r>
            <a:endParaRPr lang="en-US" sz="1600"/>
          </a:p>
        </p:txBody>
      </p:sp>
      <p:sp>
        <p:nvSpPr>
          <p:cNvPr id="162" name="Shape 160"/>
          <p:cNvSpPr/>
          <p:nvPr/>
        </p:nvSpPr>
        <p:spPr>
          <a:xfrm>
            <a:off x="6652260" y="1345184"/>
            <a:ext cx="3881628" cy="293624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63" name="Text 161"/>
          <p:cNvSpPr/>
          <p:nvPr/>
        </p:nvSpPr>
        <p:spPr>
          <a:xfrm>
            <a:off x="6675120" y="1349756"/>
            <a:ext cx="3835908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>
                <a:solidFill>
                  <a:srgbClr val="543443"/>
                </a:solidFill>
              </a:rPr>
              <a:t>林麗嬌</a:t>
            </a:r>
            <a:endParaRPr lang="en-US" sz="1600"/>
          </a:p>
        </p:txBody>
      </p:sp>
      <p:sp>
        <p:nvSpPr>
          <p:cNvPr id="164" name="Shape 162"/>
          <p:cNvSpPr/>
          <p:nvPr/>
        </p:nvSpPr>
        <p:spPr>
          <a:xfrm>
            <a:off x="10533888" y="1345184"/>
            <a:ext cx="621792" cy="293624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65" name="Text 163"/>
          <p:cNvSpPr/>
          <p:nvPr/>
        </p:nvSpPr>
        <p:spPr>
          <a:xfrm>
            <a:off x="10556748" y="1349756"/>
            <a:ext cx="576072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>
                <a:solidFill>
                  <a:srgbClr val="543443"/>
                </a:solidFill>
              </a:rPr>
              <a:t>凱德</a:t>
            </a:r>
            <a:endParaRPr lang="en-US" sz="1600"/>
          </a:p>
        </p:txBody>
      </p:sp>
      <p:sp>
        <p:nvSpPr>
          <p:cNvPr id="166" name="Shape 164"/>
          <p:cNvSpPr/>
          <p:nvPr/>
        </p:nvSpPr>
        <p:spPr>
          <a:xfrm>
            <a:off x="11155680" y="1345184"/>
            <a:ext cx="530352" cy="293624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67" name="Text 165"/>
          <p:cNvSpPr/>
          <p:nvPr/>
        </p:nvSpPr>
        <p:spPr>
          <a:xfrm>
            <a:off x="11178540" y="1349756"/>
            <a:ext cx="484632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7B3C5E"/>
                </a:solidFill>
              </a:rPr>
              <a:t>1</a:t>
            </a:r>
            <a:endParaRPr lang="en-US" sz="1600"/>
          </a:p>
        </p:txBody>
      </p:sp>
      <p:sp>
        <p:nvSpPr>
          <p:cNvPr id="168" name="Shape 166"/>
          <p:cNvSpPr/>
          <p:nvPr/>
        </p:nvSpPr>
        <p:spPr>
          <a:xfrm>
            <a:off x="6176772" y="1638808"/>
            <a:ext cx="475488" cy="293624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69" name="Text 167"/>
          <p:cNvSpPr/>
          <p:nvPr/>
        </p:nvSpPr>
        <p:spPr>
          <a:xfrm>
            <a:off x="6199632" y="1643380"/>
            <a:ext cx="429768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>
                <a:solidFill>
                  <a:srgbClr val="543443"/>
                </a:solidFill>
              </a:rPr>
              <a:t>53</a:t>
            </a:r>
            <a:endParaRPr lang="en-US" sz="1600"/>
          </a:p>
        </p:txBody>
      </p:sp>
      <p:sp>
        <p:nvSpPr>
          <p:cNvPr id="170" name="Shape 168"/>
          <p:cNvSpPr/>
          <p:nvPr/>
        </p:nvSpPr>
        <p:spPr>
          <a:xfrm>
            <a:off x="6652260" y="1638808"/>
            <a:ext cx="3881628" cy="293624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71" name="Text 169"/>
          <p:cNvSpPr/>
          <p:nvPr/>
        </p:nvSpPr>
        <p:spPr>
          <a:xfrm>
            <a:off x="6675120" y="1643380"/>
            <a:ext cx="3835908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>
                <a:solidFill>
                  <a:srgbClr val="543443"/>
                </a:solidFill>
              </a:rPr>
              <a:t>鄧彩兒</a:t>
            </a:r>
            <a:endParaRPr lang="en-US" sz="1600"/>
          </a:p>
        </p:txBody>
      </p:sp>
      <p:sp>
        <p:nvSpPr>
          <p:cNvPr id="172" name="Shape 170"/>
          <p:cNvSpPr/>
          <p:nvPr/>
        </p:nvSpPr>
        <p:spPr>
          <a:xfrm>
            <a:off x="10533888" y="1638808"/>
            <a:ext cx="621792" cy="293624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73" name="Text 171"/>
          <p:cNvSpPr/>
          <p:nvPr/>
        </p:nvSpPr>
        <p:spPr>
          <a:xfrm>
            <a:off x="10556748" y="1643380"/>
            <a:ext cx="576072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>
                <a:solidFill>
                  <a:srgbClr val="543443"/>
                </a:solidFill>
              </a:rPr>
              <a:t>凱德</a:t>
            </a:r>
            <a:endParaRPr lang="en-US" sz="1600"/>
          </a:p>
        </p:txBody>
      </p:sp>
      <p:sp>
        <p:nvSpPr>
          <p:cNvPr id="174" name="Shape 172"/>
          <p:cNvSpPr/>
          <p:nvPr/>
        </p:nvSpPr>
        <p:spPr>
          <a:xfrm>
            <a:off x="11155680" y="1638808"/>
            <a:ext cx="530352" cy="293624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75" name="Text 173"/>
          <p:cNvSpPr/>
          <p:nvPr/>
        </p:nvSpPr>
        <p:spPr>
          <a:xfrm>
            <a:off x="11178540" y="1643380"/>
            <a:ext cx="484632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7B3C5E"/>
                </a:solidFill>
              </a:rPr>
              <a:t>1</a:t>
            </a:r>
            <a:endParaRPr lang="en-US" sz="1600"/>
          </a:p>
        </p:txBody>
      </p:sp>
      <p:sp>
        <p:nvSpPr>
          <p:cNvPr id="176" name="Shape 174"/>
          <p:cNvSpPr/>
          <p:nvPr/>
        </p:nvSpPr>
        <p:spPr>
          <a:xfrm>
            <a:off x="6176772" y="1932432"/>
            <a:ext cx="475488" cy="293624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77" name="Text 175"/>
          <p:cNvSpPr/>
          <p:nvPr/>
        </p:nvSpPr>
        <p:spPr>
          <a:xfrm>
            <a:off x="6199632" y="1937004"/>
            <a:ext cx="429768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>
                <a:solidFill>
                  <a:srgbClr val="543443"/>
                </a:solidFill>
              </a:rPr>
              <a:t>54</a:t>
            </a:r>
            <a:endParaRPr lang="en-US" sz="1600"/>
          </a:p>
        </p:txBody>
      </p:sp>
      <p:sp>
        <p:nvSpPr>
          <p:cNvPr id="178" name="Shape 176"/>
          <p:cNvSpPr/>
          <p:nvPr/>
        </p:nvSpPr>
        <p:spPr>
          <a:xfrm>
            <a:off x="6652260" y="1932432"/>
            <a:ext cx="3881628" cy="293624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79" name="Text 177"/>
          <p:cNvSpPr/>
          <p:nvPr/>
        </p:nvSpPr>
        <p:spPr>
          <a:xfrm>
            <a:off x="6675120" y="1937004"/>
            <a:ext cx="3835908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>
                <a:solidFill>
                  <a:srgbClr val="543443"/>
                </a:solidFill>
              </a:rPr>
              <a:t>楊秄沂</a:t>
            </a:r>
            <a:endParaRPr lang="en-US" sz="1600"/>
          </a:p>
        </p:txBody>
      </p:sp>
      <p:sp>
        <p:nvSpPr>
          <p:cNvPr id="180" name="Shape 178"/>
          <p:cNvSpPr/>
          <p:nvPr/>
        </p:nvSpPr>
        <p:spPr>
          <a:xfrm>
            <a:off x="10533888" y="1932432"/>
            <a:ext cx="621792" cy="293624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81" name="Text 179"/>
          <p:cNvSpPr/>
          <p:nvPr/>
        </p:nvSpPr>
        <p:spPr>
          <a:xfrm>
            <a:off x="10556748" y="1937004"/>
            <a:ext cx="576072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>
                <a:solidFill>
                  <a:srgbClr val="543443"/>
                </a:solidFill>
              </a:rPr>
              <a:t>凱德</a:t>
            </a:r>
            <a:endParaRPr lang="en-US" sz="1600"/>
          </a:p>
        </p:txBody>
      </p:sp>
      <p:sp>
        <p:nvSpPr>
          <p:cNvPr id="182" name="Shape 180"/>
          <p:cNvSpPr/>
          <p:nvPr/>
        </p:nvSpPr>
        <p:spPr>
          <a:xfrm>
            <a:off x="11155680" y="1932432"/>
            <a:ext cx="530352" cy="293624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83" name="Text 181"/>
          <p:cNvSpPr/>
          <p:nvPr/>
        </p:nvSpPr>
        <p:spPr>
          <a:xfrm>
            <a:off x="11178540" y="1937004"/>
            <a:ext cx="484632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7B3C5E"/>
                </a:solidFill>
              </a:rPr>
              <a:t>1</a:t>
            </a:r>
            <a:endParaRPr lang="en-US" sz="1600"/>
          </a:p>
        </p:txBody>
      </p:sp>
      <p:sp>
        <p:nvSpPr>
          <p:cNvPr id="184" name="Shape 182"/>
          <p:cNvSpPr/>
          <p:nvPr/>
        </p:nvSpPr>
        <p:spPr>
          <a:xfrm>
            <a:off x="6176772" y="2226056"/>
            <a:ext cx="475488" cy="293624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85" name="Text 183"/>
          <p:cNvSpPr/>
          <p:nvPr/>
        </p:nvSpPr>
        <p:spPr>
          <a:xfrm>
            <a:off x="6199632" y="2230628"/>
            <a:ext cx="429768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>
                <a:solidFill>
                  <a:srgbClr val="543443"/>
                </a:solidFill>
              </a:rPr>
              <a:t>55</a:t>
            </a:r>
            <a:endParaRPr lang="en-US" sz="1600"/>
          </a:p>
        </p:txBody>
      </p:sp>
      <p:sp>
        <p:nvSpPr>
          <p:cNvPr id="186" name="Shape 184"/>
          <p:cNvSpPr/>
          <p:nvPr/>
        </p:nvSpPr>
        <p:spPr>
          <a:xfrm>
            <a:off x="6652260" y="2226056"/>
            <a:ext cx="3881628" cy="293624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87" name="Text 185"/>
          <p:cNvSpPr/>
          <p:nvPr/>
        </p:nvSpPr>
        <p:spPr>
          <a:xfrm>
            <a:off x="6675120" y="2230628"/>
            <a:ext cx="3835908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>
                <a:solidFill>
                  <a:srgbClr val="543443"/>
                </a:solidFill>
              </a:rPr>
              <a:t>黃麗春</a:t>
            </a:r>
            <a:endParaRPr lang="en-US" sz="1600"/>
          </a:p>
        </p:txBody>
      </p:sp>
      <p:sp>
        <p:nvSpPr>
          <p:cNvPr id="188" name="Shape 186"/>
          <p:cNvSpPr/>
          <p:nvPr/>
        </p:nvSpPr>
        <p:spPr>
          <a:xfrm>
            <a:off x="10533888" y="2226056"/>
            <a:ext cx="621792" cy="293624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89" name="Text 187"/>
          <p:cNvSpPr/>
          <p:nvPr/>
        </p:nvSpPr>
        <p:spPr>
          <a:xfrm>
            <a:off x="10556748" y="2230628"/>
            <a:ext cx="576072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>
                <a:solidFill>
                  <a:srgbClr val="543443"/>
                </a:solidFill>
              </a:rPr>
              <a:t>凱德</a:t>
            </a:r>
            <a:endParaRPr lang="en-US" sz="1600"/>
          </a:p>
        </p:txBody>
      </p:sp>
      <p:sp>
        <p:nvSpPr>
          <p:cNvPr id="190" name="Shape 188"/>
          <p:cNvSpPr/>
          <p:nvPr/>
        </p:nvSpPr>
        <p:spPr>
          <a:xfrm>
            <a:off x="11155680" y="2226056"/>
            <a:ext cx="530352" cy="293624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91" name="Text 189"/>
          <p:cNvSpPr/>
          <p:nvPr/>
        </p:nvSpPr>
        <p:spPr>
          <a:xfrm>
            <a:off x="11178540" y="2230628"/>
            <a:ext cx="484632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7B3C5E"/>
                </a:solidFill>
              </a:rPr>
              <a:t>1</a:t>
            </a:r>
            <a:endParaRPr lang="en-US" sz="1600"/>
          </a:p>
        </p:txBody>
      </p:sp>
      <p:sp>
        <p:nvSpPr>
          <p:cNvPr id="192" name="Shape 190"/>
          <p:cNvSpPr/>
          <p:nvPr/>
        </p:nvSpPr>
        <p:spPr>
          <a:xfrm>
            <a:off x="6176772" y="2519680"/>
            <a:ext cx="475488" cy="293624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93" name="Text 191"/>
          <p:cNvSpPr/>
          <p:nvPr/>
        </p:nvSpPr>
        <p:spPr>
          <a:xfrm>
            <a:off x="6199632" y="2524252"/>
            <a:ext cx="429768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>
                <a:solidFill>
                  <a:srgbClr val="543443"/>
                </a:solidFill>
              </a:rPr>
              <a:t>56</a:t>
            </a:r>
            <a:endParaRPr lang="en-US" sz="1600"/>
          </a:p>
        </p:txBody>
      </p:sp>
      <p:sp>
        <p:nvSpPr>
          <p:cNvPr id="194" name="Shape 192"/>
          <p:cNvSpPr/>
          <p:nvPr/>
        </p:nvSpPr>
        <p:spPr>
          <a:xfrm>
            <a:off x="6652260" y="2519680"/>
            <a:ext cx="3881628" cy="293624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95" name="Text 193"/>
          <p:cNvSpPr/>
          <p:nvPr/>
        </p:nvSpPr>
        <p:spPr>
          <a:xfrm>
            <a:off x="6675120" y="2524252"/>
            <a:ext cx="3835908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>
                <a:solidFill>
                  <a:srgbClr val="543443"/>
                </a:solidFill>
              </a:rPr>
              <a:t>李惠玲</a:t>
            </a:r>
            <a:endParaRPr lang="en-US" sz="1600"/>
          </a:p>
        </p:txBody>
      </p:sp>
      <p:sp>
        <p:nvSpPr>
          <p:cNvPr id="196" name="Shape 194"/>
          <p:cNvSpPr/>
          <p:nvPr/>
        </p:nvSpPr>
        <p:spPr>
          <a:xfrm>
            <a:off x="10533888" y="2519680"/>
            <a:ext cx="621792" cy="293624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97" name="Text 195"/>
          <p:cNvSpPr/>
          <p:nvPr/>
        </p:nvSpPr>
        <p:spPr>
          <a:xfrm>
            <a:off x="10556748" y="2524252"/>
            <a:ext cx="576072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>
                <a:solidFill>
                  <a:srgbClr val="543443"/>
                </a:solidFill>
              </a:rPr>
              <a:t>凱德</a:t>
            </a:r>
            <a:endParaRPr lang="en-US" sz="1600"/>
          </a:p>
        </p:txBody>
      </p:sp>
      <p:sp>
        <p:nvSpPr>
          <p:cNvPr id="198" name="Shape 196"/>
          <p:cNvSpPr/>
          <p:nvPr/>
        </p:nvSpPr>
        <p:spPr>
          <a:xfrm>
            <a:off x="11155680" y="2519680"/>
            <a:ext cx="530352" cy="293624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99" name="Text 197"/>
          <p:cNvSpPr/>
          <p:nvPr/>
        </p:nvSpPr>
        <p:spPr>
          <a:xfrm>
            <a:off x="11178540" y="2524252"/>
            <a:ext cx="484632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7B3C5E"/>
                </a:solidFill>
              </a:rPr>
              <a:t>1</a:t>
            </a:r>
            <a:endParaRPr lang="en-US" sz="1600"/>
          </a:p>
        </p:txBody>
      </p:sp>
      <p:sp>
        <p:nvSpPr>
          <p:cNvPr id="200" name="Shape 198"/>
          <p:cNvSpPr/>
          <p:nvPr/>
        </p:nvSpPr>
        <p:spPr>
          <a:xfrm>
            <a:off x="6176772" y="2813304"/>
            <a:ext cx="475488" cy="293624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01" name="Text 199"/>
          <p:cNvSpPr/>
          <p:nvPr/>
        </p:nvSpPr>
        <p:spPr>
          <a:xfrm>
            <a:off x="6199632" y="2817876"/>
            <a:ext cx="429768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>
                <a:solidFill>
                  <a:srgbClr val="543443"/>
                </a:solidFill>
              </a:rPr>
              <a:t>57</a:t>
            </a:r>
            <a:endParaRPr lang="en-US" sz="1600"/>
          </a:p>
        </p:txBody>
      </p:sp>
      <p:sp>
        <p:nvSpPr>
          <p:cNvPr id="202" name="Shape 200"/>
          <p:cNvSpPr/>
          <p:nvPr/>
        </p:nvSpPr>
        <p:spPr>
          <a:xfrm>
            <a:off x="6652260" y="2813304"/>
            <a:ext cx="3881628" cy="293624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03" name="Text 201"/>
          <p:cNvSpPr/>
          <p:nvPr/>
        </p:nvSpPr>
        <p:spPr>
          <a:xfrm>
            <a:off x="6675120" y="2817876"/>
            <a:ext cx="3835908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>
                <a:solidFill>
                  <a:srgbClr val="543443"/>
                </a:solidFill>
              </a:rPr>
              <a:t>鄭志強</a:t>
            </a:r>
            <a:endParaRPr lang="en-US" sz="1600"/>
          </a:p>
        </p:txBody>
      </p:sp>
      <p:sp>
        <p:nvSpPr>
          <p:cNvPr id="204" name="Shape 202"/>
          <p:cNvSpPr/>
          <p:nvPr/>
        </p:nvSpPr>
        <p:spPr>
          <a:xfrm>
            <a:off x="10533888" y="2813304"/>
            <a:ext cx="621792" cy="293624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05" name="Text 203"/>
          <p:cNvSpPr/>
          <p:nvPr/>
        </p:nvSpPr>
        <p:spPr>
          <a:xfrm>
            <a:off x="10556748" y="2817876"/>
            <a:ext cx="576072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>
                <a:solidFill>
                  <a:srgbClr val="543443"/>
                </a:solidFill>
              </a:rPr>
              <a:t>養德</a:t>
            </a:r>
            <a:endParaRPr lang="en-US" sz="1600"/>
          </a:p>
        </p:txBody>
      </p:sp>
      <p:sp>
        <p:nvSpPr>
          <p:cNvPr id="206" name="Shape 204"/>
          <p:cNvSpPr/>
          <p:nvPr/>
        </p:nvSpPr>
        <p:spPr>
          <a:xfrm>
            <a:off x="11155680" y="2813304"/>
            <a:ext cx="530352" cy="293624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07" name="Text 205"/>
          <p:cNvSpPr/>
          <p:nvPr/>
        </p:nvSpPr>
        <p:spPr>
          <a:xfrm>
            <a:off x="11178540" y="2817876"/>
            <a:ext cx="484632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7B3C5E"/>
                </a:solidFill>
              </a:rPr>
              <a:t>2</a:t>
            </a:r>
            <a:endParaRPr lang="en-US" sz="1600"/>
          </a:p>
        </p:txBody>
      </p:sp>
      <p:sp>
        <p:nvSpPr>
          <p:cNvPr id="208" name="Shape 206"/>
          <p:cNvSpPr/>
          <p:nvPr/>
        </p:nvSpPr>
        <p:spPr>
          <a:xfrm>
            <a:off x="6176772" y="3106928"/>
            <a:ext cx="475488" cy="293624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09" name="Text 207"/>
          <p:cNvSpPr/>
          <p:nvPr/>
        </p:nvSpPr>
        <p:spPr>
          <a:xfrm>
            <a:off x="6199632" y="3111500"/>
            <a:ext cx="429768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>
                <a:solidFill>
                  <a:srgbClr val="543443"/>
                </a:solidFill>
              </a:rPr>
              <a:t>58</a:t>
            </a:r>
            <a:endParaRPr lang="en-US" sz="1600"/>
          </a:p>
        </p:txBody>
      </p:sp>
      <p:sp>
        <p:nvSpPr>
          <p:cNvPr id="210" name="Shape 208"/>
          <p:cNvSpPr/>
          <p:nvPr/>
        </p:nvSpPr>
        <p:spPr>
          <a:xfrm>
            <a:off x="6652260" y="3106928"/>
            <a:ext cx="3881628" cy="293624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11" name="Text 209"/>
          <p:cNvSpPr/>
          <p:nvPr/>
        </p:nvSpPr>
        <p:spPr>
          <a:xfrm>
            <a:off x="6675120" y="3111500"/>
            <a:ext cx="3835908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>
                <a:solidFill>
                  <a:srgbClr val="543443"/>
                </a:solidFill>
              </a:rPr>
              <a:t>楊燕妮</a:t>
            </a:r>
            <a:endParaRPr lang="en-US" sz="1600"/>
          </a:p>
        </p:txBody>
      </p:sp>
      <p:sp>
        <p:nvSpPr>
          <p:cNvPr id="212" name="Shape 210"/>
          <p:cNvSpPr/>
          <p:nvPr/>
        </p:nvSpPr>
        <p:spPr>
          <a:xfrm>
            <a:off x="10533888" y="3106928"/>
            <a:ext cx="621792" cy="293624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13" name="Text 211"/>
          <p:cNvSpPr/>
          <p:nvPr/>
        </p:nvSpPr>
        <p:spPr>
          <a:xfrm>
            <a:off x="10556748" y="3111500"/>
            <a:ext cx="576072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>
                <a:solidFill>
                  <a:srgbClr val="543443"/>
                </a:solidFill>
              </a:rPr>
              <a:t>養德</a:t>
            </a:r>
            <a:endParaRPr lang="en-US" sz="1600"/>
          </a:p>
        </p:txBody>
      </p:sp>
      <p:sp>
        <p:nvSpPr>
          <p:cNvPr id="214" name="Shape 212"/>
          <p:cNvSpPr/>
          <p:nvPr/>
        </p:nvSpPr>
        <p:spPr>
          <a:xfrm>
            <a:off x="11155680" y="3106928"/>
            <a:ext cx="530352" cy="293624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15" name="Text 213"/>
          <p:cNvSpPr/>
          <p:nvPr/>
        </p:nvSpPr>
        <p:spPr>
          <a:xfrm>
            <a:off x="11178540" y="3111500"/>
            <a:ext cx="484632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7B3C5E"/>
                </a:solidFill>
              </a:rPr>
              <a:t>2</a:t>
            </a:r>
            <a:endParaRPr lang="en-US" sz="1600"/>
          </a:p>
        </p:txBody>
      </p:sp>
      <p:sp>
        <p:nvSpPr>
          <p:cNvPr id="216" name="Shape 214"/>
          <p:cNvSpPr/>
          <p:nvPr/>
        </p:nvSpPr>
        <p:spPr>
          <a:xfrm>
            <a:off x="6176772" y="3400552"/>
            <a:ext cx="475488" cy="293624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17" name="Text 215"/>
          <p:cNvSpPr/>
          <p:nvPr/>
        </p:nvSpPr>
        <p:spPr>
          <a:xfrm>
            <a:off x="6199632" y="3405124"/>
            <a:ext cx="429768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>
                <a:solidFill>
                  <a:srgbClr val="543443"/>
                </a:solidFill>
              </a:rPr>
              <a:t>59</a:t>
            </a:r>
            <a:endParaRPr lang="en-US" sz="1600"/>
          </a:p>
        </p:txBody>
      </p:sp>
      <p:sp>
        <p:nvSpPr>
          <p:cNvPr id="218" name="Shape 216"/>
          <p:cNvSpPr/>
          <p:nvPr/>
        </p:nvSpPr>
        <p:spPr>
          <a:xfrm>
            <a:off x="6652260" y="3400552"/>
            <a:ext cx="3881628" cy="293624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19" name="Text 217"/>
          <p:cNvSpPr/>
          <p:nvPr/>
        </p:nvSpPr>
        <p:spPr>
          <a:xfrm>
            <a:off x="6675120" y="3405124"/>
            <a:ext cx="3835908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>
                <a:solidFill>
                  <a:srgbClr val="543443"/>
                </a:solidFill>
              </a:rPr>
              <a:t>陳玉芳</a:t>
            </a:r>
            <a:endParaRPr lang="en-US" sz="1600"/>
          </a:p>
        </p:txBody>
      </p:sp>
      <p:sp>
        <p:nvSpPr>
          <p:cNvPr id="220" name="Shape 218"/>
          <p:cNvSpPr/>
          <p:nvPr/>
        </p:nvSpPr>
        <p:spPr>
          <a:xfrm>
            <a:off x="10533888" y="3400552"/>
            <a:ext cx="621792" cy="293624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21" name="Text 219"/>
          <p:cNvSpPr/>
          <p:nvPr/>
        </p:nvSpPr>
        <p:spPr>
          <a:xfrm>
            <a:off x="10556748" y="3405124"/>
            <a:ext cx="576072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>
                <a:solidFill>
                  <a:srgbClr val="543443"/>
                </a:solidFill>
              </a:rPr>
              <a:t>養德</a:t>
            </a:r>
            <a:endParaRPr lang="en-US" sz="1600"/>
          </a:p>
        </p:txBody>
      </p:sp>
      <p:sp>
        <p:nvSpPr>
          <p:cNvPr id="222" name="Shape 220"/>
          <p:cNvSpPr/>
          <p:nvPr/>
        </p:nvSpPr>
        <p:spPr>
          <a:xfrm>
            <a:off x="11155680" y="3400552"/>
            <a:ext cx="530352" cy="293624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23" name="Text 221"/>
          <p:cNvSpPr/>
          <p:nvPr/>
        </p:nvSpPr>
        <p:spPr>
          <a:xfrm>
            <a:off x="11178540" y="3405124"/>
            <a:ext cx="484632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7B3C5E"/>
                </a:solidFill>
              </a:rPr>
              <a:t>1</a:t>
            </a:r>
            <a:endParaRPr lang="en-US" sz="1600"/>
          </a:p>
        </p:txBody>
      </p:sp>
      <p:sp>
        <p:nvSpPr>
          <p:cNvPr id="224" name="Shape 222"/>
          <p:cNvSpPr/>
          <p:nvPr/>
        </p:nvSpPr>
        <p:spPr>
          <a:xfrm>
            <a:off x="6176772" y="3694176"/>
            <a:ext cx="475488" cy="293624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25" name="Text 223"/>
          <p:cNvSpPr/>
          <p:nvPr/>
        </p:nvSpPr>
        <p:spPr>
          <a:xfrm>
            <a:off x="6199632" y="3698748"/>
            <a:ext cx="429768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>
                <a:solidFill>
                  <a:srgbClr val="543443"/>
                </a:solidFill>
              </a:rPr>
              <a:t>60</a:t>
            </a:r>
            <a:endParaRPr lang="en-US" sz="1600"/>
          </a:p>
        </p:txBody>
      </p:sp>
      <p:sp>
        <p:nvSpPr>
          <p:cNvPr id="226" name="Shape 224"/>
          <p:cNvSpPr/>
          <p:nvPr/>
        </p:nvSpPr>
        <p:spPr>
          <a:xfrm>
            <a:off x="6652260" y="3694176"/>
            <a:ext cx="3881628" cy="293624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27" name="Text 225"/>
          <p:cNvSpPr/>
          <p:nvPr/>
        </p:nvSpPr>
        <p:spPr>
          <a:xfrm>
            <a:off x="6675120" y="3698748"/>
            <a:ext cx="3835908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>
                <a:solidFill>
                  <a:srgbClr val="543443"/>
                </a:solidFill>
              </a:rPr>
              <a:t>陳慧君</a:t>
            </a:r>
            <a:endParaRPr lang="en-US" sz="1600"/>
          </a:p>
        </p:txBody>
      </p:sp>
      <p:sp>
        <p:nvSpPr>
          <p:cNvPr id="228" name="Shape 226"/>
          <p:cNvSpPr/>
          <p:nvPr/>
        </p:nvSpPr>
        <p:spPr>
          <a:xfrm>
            <a:off x="10533888" y="3694176"/>
            <a:ext cx="621792" cy="293624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29" name="Text 227"/>
          <p:cNvSpPr/>
          <p:nvPr/>
        </p:nvSpPr>
        <p:spPr>
          <a:xfrm>
            <a:off x="10556748" y="3698748"/>
            <a:ext cx="576072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>
                <a:solidFill>
                  <a:srgbClr val="543443"/>
                </a:solidFill>
              </a:rPr>
              <a:t>昇德</a:t>
            </a:r>
            <a:endParaRPr lang="en-US" sz="1600"/>
          </a:p>
        </p:txBody>
      </p:sp>
      <p:sp>
        <p:nvSpPr>
          <p:cNvPr id="230" name="Shape 228"/>
          <p:cNvSpPr/>
          <p:nvPr/>
        </p:nvSpPr>
        <p:spPr>
          <a:xfrm>
            <a:off x="11155680" y="3694176"/>
            <a:ext cx="530352" cy="293624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31" name="Text 229"/>
          <p:cNvSpPr/>
          <p:nvPr/>
        </p:nvSpPr>
        <p:spPr>
          <a:xfrm>
            <a:off x="11178540" y="3698748"/>
            <a:ext cx="484632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7B3C5E"/>
                </a:solidFill>
              </a:rPr>
              <a:t>1</a:t>
            </a:r>
            <a:endParaRPr lang="en-US" sz="1600"/>
          </a:p>
        </p:txBody>
      </p:sp>
      <p:sp>
        <p:nvSpPr>
          <p:cNvPr id="232" name="Shape 230"/>
          <p:cNvSpPr/>
          <p:nvPr/>
        </p:nvSpPr>
        <p:spPr>
          <a:xfrm>
            <a:off x="6176772" y="3987800"/>
            <a:ext cx="475488" cy="293624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33" name="Text 231"/>
          <p:cNvSpPr/>
          <p:nvPr/>
        </p:nvSpPr>
        <p:spPr>
          <a:xfrm>
            <a:off x="6199632" y="3992372"/>
            <a:ext cx="429768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>
                <a:solidFill>
                  <a:srgbClr val="543443"/>
                </a:solidFill>
              </a:rPr>
              <a:t>61</a:t>
            </a:r>
            <a:endParaRPr lang="en-US" sz="1600"/>
          </a:p>
        </p:txBody>
      </p:sp>
      <p:sp>
        <p:nvSpPr>
          <p:cNvPr id="234" name="Shape 232"/>
          <p:cNvSpPr/>
          <p:nvPr/>
        </p:nvSpPr>
        <p:spPr>
          <a:xfrm>
            <a:off x="6652260" y="3987800"/>
            <a:ext cx="3881628" cy="293624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35" name="Text 233"/>
          <p:cNvSpPr/>
          <p:nvPr/>
        </p:nvSpPr>
        <p:spPr>
          <a:xfrm>
            <a:off x="6675120" y="3992372"/>
            <a:ext cx="3835908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>
                <a:solidFill>
                  <a:srgbClr val="543443"/>
                </a:solidFill>
              </a:rPr>
              <a:t>葉長婷</a:t>
            </a:r>
            <a:endParaRPr lang="en-US" sz="1600"/>
          </a:p>
        </p:txBody>
      </p:sp>
      <p:sp>
        <p:nvSpPr>
          <p:cNvPr id="236" name="Shape 234"/>
          <p:cNvSpPr/>
          <p:nvPr/>
        </p:nvSpPr>
        <p:spPr>
          <a:xfrm>
            <a:off x="10533888" y="3987800"/>
            <a:ext cx="621792" cy="293624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37" name="Text 235"/>
          <p:cNvSpPr/>
          <p:nvPr/>
        </p:nvSpPr>
        <p:spPr>
          <a:xfrm>
            <a:off x="10556748" y="3992372"/>
            <a:ext cx="576072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>
                <a:solidFill>
                  <a:srgbClr val="543443"/>
                </a:solidFill>
              </a:rPr>
              <a:t>勇德</a:t>
            </a:r>
            <a:endParaRPr lang="en-US" sz="1600"/>
          </a:p>
        </p:txBody>
      </p:sp>
      <p:sp>
        <p:nvSpPr>
          <p:cNvPr id="238" name="Shape 236"/>
          <p:cNvSpPr/>
          <p:nvPr/>
        </p:nvSpPr>
        <p:spPr>
          <a:xfrm>
            <a:off x="11155680" y="3987800"/>
            <a:ext cx="530352" cy="293624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39" name="Text 237"/>
          <p:cNvSpPr/>
          <p:nvPr/>
        </p:nvSpPr>
        <p:spPr>
          <a:xfrm>
            <a:off x="11178540" y="3992372"/>
            <a:ext cx="484632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7B3C5E"/>
                </a:solidFill>
              </a:rPr>
              <a:t>6</a:t>
            </a:r>
            <a:endParaRPr lang="en-US" sz="1600"/>
          </a:p>
        </p:txBody>
      </p:sp>
      <p:sp>
        <p:nvSpPr>
          <p:cNvPr id="240" name="Shape 238"/>
          <p:cNvSpPr/>
          <p:nvPr/>
        </p:nvSpPr>
        <p:spPr>
          <a:xfrm>
            <a:off x="6176772" y="4281424"/>
            <a:ext cx="475488" cy="293624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41" name="Text 239"/>
          <p:cNvSpPr/>
          <p:nvPr/>
        </p:nvSpPr>
        <p:spPr>
          <a:xfrm>
            <a:off x="6199632" y="4285996"/>
            <a:ext cx="429768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>
                <a:solidFill>
                  <a:srgbClr val="543443"/>
                </a:solidFill>
              </a:rPr>
              <a:t>62</a:t>
            </a:r>
            <a:endParaRPr lang="en-US" sz="1600"/>
          </a:p>
        </p:txBody>
      </p:sp>
      <p:sp>
        <p:nvSpPr>
          <p:cNvPr id="242" name="Shape 240"/>
          <p:cNvSpPr/>
          <p:nvPr/>
        </p:nvSpPr>
        <p:spPr>
          <a:xfrm>
            <a:off x="6652260" y="4281424"/>
            <a:ext cx="3881628" cy="293624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43" name="Text 241"/>
          <p:cNvSpPr/>
          <p:nvPr/>
        </p:nvSpPr>
        <p:spPr>
          <a:xfrm>
            <a:off x="6675120" y="4285996"/>
            <a:ext cx="3835908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>
                <a:solidFill>
                  <a:srgbClr val="543443"/>
                </a:solidFill>
              </a:rPr>
              <a:t>葉小婷</a:t>
            </a:r>
            <a:endParaRPr lang="en-US" sz="1600"/>
          </a:p>
        </p:txBody>
      </p:sp>
      <p:sp>
        <p:nvSpPr>
          <p:cNvPr id="244" name="Shape 242"/>
          <p:cNvSpPr/>
          <p:nvPr/>
        </p:nvSpPr>
        <p:spPr>
          <a:xfrm>
            <a:off x="10533888" y="4281424"/>
            <a:ext cx="621792" cy="293624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45" name="Text 243"/>
          <p:cNvSpPr/>
          <p:nvPr/>
        </p:nvSpPr>
        <p:spPr>
          <a:xfrm>
            <a:off x="10556748" y="4285996"/>
            <a:ext cx="576072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>
                <a:solidFill>
                  <a:srgbClr val="543443"/>
                </a:solidFill>
              </a:rPr>
              <a:t>勇德</a:t>
            </a:r>
            <a:endParaRPr lang="en-US" sz="1600"/>
          </a:p>
        </p:txBody>
      </p:sp>
      <p:sp>
        <p:nvSpPr>
          <p:cNvPr id="246" name="Shape 244"/>
          <p:cNvSpPr/>
          <p:nvPr/>
        </p:nvSpPr>
        <p:spPr>
          <a:xfrm>
            <a:off x="11155680" y="4281424"/>
            <a:ext cx="530352" cy="293624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47" name="Text 245"/>
          <p:cNvSpPr/>
          <p:nvPr/>
        </p:nvSpPr>
        <p:spPr>
          <a:xfrm>
            <a:off x="11178540" y="4285996"/>
            <a:ext cx="484632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7B3C5E"/>
                </a:solidFill>
              </a:rPr>
              <a:t>5</a:t>
            </a:r>
            <a:endParaRPr lang="en-US" sz="1600"/>
          </a:p>
        </p:txBody>
      </p:sp>
      <p:sp>
        <p:nvSpPr>
          <p:cNvPr id="248" name="Shape 246"/>
          <p:cNvSpPr/>
          <p:nvPr/>
        </p:nvSpPr>
        <p:spPr>
          <a:xfrm>
            <a:off x="6176772" y="4575048"/>
            <a:ext cx="475488" cy="293624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49" name="Text 247"/>
          <p:cNvSpPr/>
          <p:nvPr/>
        </p:nvSpPr>
        <p:spPr>
          <a:xfrm>
            <a:off x="6199632" y="4579620"/>
            <a:ext cx="429768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>
                <a:solidFill>
                  <a:srgbClr val="543443"/>
                </a:solidFill>
              </a:rPr>
              <a:t>63</a:t>
            </a:r>
            <a:endParaRPr lang="en-US" sz="1600"/>
          </a:p>
        </p:txBody>
      </p:sp>
      <p:sp>
        <p:nvSpPr>
          <p:cNvPr id="250" name="Shape 248"/>
          <p:cNvSpPr/>
          <p:nvPr/>
        </p:nvSpPr>
        <p:spPr>
          <a:xfrm>
            <a:off x="6652260" y="4575048"/>
            <a:ext cx="3881628" cy="293624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51" name="Text 249"/>
          <p:cNvSpPr/>
          <p:nvPr/>
        </p:nvSpPr>
        <p:spPr>
          <a:xfrm>
            <a:off x="6675120" y="4579620"/>
            <a:ext cx="3835908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>
                <a:solidFill>
                  <a:srgbClr val="543443"/>
                </a:solidFill>
              </a:rPr>
              <a:t>巫青樺</a:t>
            </a:r>
            <a:endParaRPr lang="en-US" sz="1600"/>
          </a:p>
        </p:txBody>
      </p:sp>
      <p:sp>
        <p:nvSpPr>
          <p:cNvPr id="252" name="Shape 250"/>
          <p:cNvSpPr/>
          <p:nvPr/>
        </p:nvSpPr>
        <p:spPr>
          <a:xfrm>
            <a:off x="10533888" y="4575048"/>
            <a:ext cx="621792" cy="293624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53" name="Text 251"/>
          <p:cNvSpPr/>
          <p:nvPr/>
        </p:nvSpPr>
        <p:spPr>
          <a:xfrm>
            <a:off x="10556748" y="4579620"/>
            <a:ext cx="576072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>
                <a:solidFill>
                  <a:srgbClr val="543443"/>
                </a:solidFill>
              </a:rPr>
              <a:t>展德</a:t>
            </a:r>
            <a:endParaRPr lang="en-US" sz="1600"/>
          </a:p>
        </p:txBody>
      </p:sp>
      <p:sp>
        <p:nvSpPr>
          <p:cNvPr id="254" name="Shape 252"/>
          <p:cNvSpPr/>
          <p:nvPr/>
        </p:nvSpPr>
        <p:spPr>
          <a:xfrm>
            <a:off x="11155680" y="4575048"/>
            <a:ext cx="530352" cy="293624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55" name="Text 253"/>
          <p:cNvSpPr/>
          <p:nvPr/>
        </p:nvSpPr>
        <p:spPr>
          <a:xfrm>
            <a:off x="11178540" y="4579620"/>
            <a:ext cx="484632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7B3C5E"/>
                </a:solidFill>
              </a:rPr>
              <a:t>5</a:t>
            </a:r>
            <a:endParaRPr lang="en-US" sz="1600"/>
          </a:p>
        </p:txBody>
      </p:sp>
      <p:sp>
        <p:nvSpPr>
          <p:cNvPr id="256" name="Shape 254"/>
          <p:cNvSpPr/>
          <p:nvPr/>
        </p:nvSpPr>
        <p:spPr>
          <a:xfrm>
            <a:off x="6176772" y="4868672"/>
            <a:ext cx="475488" cy="293624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57" name="Text 255"/>
          <p:cNvSpPr/>
          <p:nvPr/>
        </p:nvSpPr>
        <p:spPr>
          <a:xfrm>
            <a:off x="6199632" y="4873244"/>
            <a:ext cx="429768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>
                <a:solidFill>
                  <a:srgbClr val="543443"/>
                </a:solidFill>
              </a:rPr>
              <a:t>64</a:t>
            </a:r>
            <a:endParaRPr lang="en-US" sz="1600"/>
          </a:p>
        </p:txBody>
      </p:sp>
      <p:sp>
        <p:nvSpPr>
          <p:cNvPr id="258" name="Shape 256"/>
          <p:cNvSpPr/>
          <p:nvPr/>
        </p:nvSpPr>
        <p:spPr>
          <a:xfrm>
            <a:off x="6652260" y="4868672"/>
            <a:ext cx="3881628" cy="293624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59" name="Text 257"/>
          <p:cNvSpPr/>
          <p:nvPr/>
        </p:nvSpPr>
        <p:spPr>
          <a:xfrm>
            <a:off x="6675120" y="4873244"/>
            <a:ext cx="3835908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>
                <a:solidFill>
                  <a:srgbClr val="543443"/>
                </a:solidFill>
              </a:rPr>
              <a:t>廖梅鈴</a:t>
            </a:r>
            <a:endParaRPr lang="en-US" sz="1600"/>
          </a:p>
        </p:txBody>
      </p:sp>
      <p:sp>
        <p:nvSpPr>
          <p:cNvPr id="260" name="Shape 258"/>
          <p:cNvSpPr/>
          <p:nvPr/>
        </p:nvSpPr>
        <p:spPr>
          <a:xfrm>
            <a:off x="10533888" y="4868672"/>
            <a:ext cx="621792" cy="293624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61" name="Text 259"/>
          <p:cNvSpPr/>
          <p:nvPr/>
        </p:nvSpPr>
        <p:spPr>
          <a:xfrm>
            <a:off x="10556748" y="4873244"/>
            <a:ext cx="576072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>
                <a:solidFill>
                  <a:srgbClr val="543443"/>
                </a:solidFill>
              </a:rPr>
              <a:t>展德</a:t>
            </a:r>
            <a:endParaRPr lang="en-US" sz="1600"/>
          </a:p>
        </p:txBody>
      </p:sp>
      <p:sp>
        <p:nvSpPr>
          <p:cNvPr id="262" name="Shape 260"/>
          <p:cNvSpPr/>
          <p:nvPr/>
        </p:nvSpPr>
        <p:spPr>
          <a:xfrm>
            <a:off x="11155680" y="4868672"/>
            <a:ext cx="530352" cy="293624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63" name="Text 261"/>
          <p:cNvSpPr/>
          <p:nvPr/>
        </p:nvSpPr>
        <p:spPr>
          <a:xfrm>
            <a:off x="11178540" y="4873244"/>
            <a:ext cx="484632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7B3C5E"/>
                </a:solidFill>
              </a:rPr>
              <a:t>2</a:t>
            </a:r>
            <a:endParaRPr lang="en-US" sz="1600"/>
          </a:p>
        </p:txBody>
      </p:sp>
      <p:sp>
        <p:nvSpPr>
          <p:cNvPr id="264" name="Shape 262"/>
          <p:cNvSpPr/>
          <p:nvPr/>
        </p:nvSpPr>
        <p:spPr>
          <a:xfrm>
            <a:off x="6176772" y="5162296"/>
            <a:ext cx="475488" cy="293624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65" name="Text 263"/>
          <p:cNvSpPr/>
          <p:nvPr/>
        </p:nvSpPr>
        <p:spPr>
          <a:xfrm>
            <a:off x="6199632" y="5166868"/>
            <a:ext cx="429768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>
                <a:solidFill>
                  <a:srgbClr val="543443"/>
                </a:solidFill>
              </a:rPr>
              <a:t>65</a:t>
            </a:r>
            <a:endParaRPr lang="en-US" sz="1600"/>
          </a:p>
        </p:txBody>
      </p:sp>
      <p:sp>
        <p:nvSpPr>
          <p:cNvPr id="266" name="Shape 264"/>
          <p:cNvSpPr/>
          <p:nvPr/>
        </p:nvSpPr>
        <p:spPr>
          <a:xfrm>
            <a:off x="6652260" y="5162296"/>
            <a:ext cx="3881628" cy="293624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67" name="Text 265"/>
          <p:cNvSpPr/>
          <p:nvPr/>
        </p:nvSpPr>
        <p:spPr>
          <a:xfrm>
            <a:off x="6675120" y="5166868"/>
            <a:ext cx="3835908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>
                <a:solidFill>
                  <a:srgbClr val="543443"/>
                </a:solidFill>
              </a:rPr>
              <a:t>詹娟明</a:t>
            </a:r>
            <a:endParaRPr lang="en-US" sz="1600"/>
          </a:p>
        </p:txBody>
      </p:sp>
      <p:sp>
        <p:nvSpPr>
          <p:cNvPr id="268" name="Shape 266"/>
          <p:cNvSpPr/>
          <p:nvPr/>
        </p:nvSpPr>
        <p:spPr>
          <a:xfrm>
            <a:off x="10533888" y="5162296"/>
            <a:ext cx="621792" cy="293624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69" name="Text 267"/>
          <p:cNvSpPr/>
          <p:nvPr/>
        </p:nvSpPr>
        <p:spPr>
          <a:xfrm>
            <a:off x="10556748" y="5166868"/>
            <a:ext cx="576072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>
                <a:solidFill>
                  <a:srgbClr val="543443"/>
                </a:solidFill>
              </a:rPr>
              <a:t>展德</a:t>
            </a:r>
            <a:endParaRPr lang="en-US" sz="1600"/>
          </a:p>
        </p:txBody>
      </p:sp>
      <p:sp>
        <p:nvSpPr>
          <p:cNvPr id="270" name="Shape 268"/>
          <p:cNvSpPr/>
          <p:nvPr/>
        </p:nvSpPr>
        <p:spPr>
          <a:xfrm>
            <a:off x="11155680" y="5162296"/>
            <a:ext cx="530352" cy="293624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71" name="Text 269"/>
          <p:cNvSpPr/>
          <p:nvPr/>
        </p:nvSpPr>
        <p:spPr>
          <a:xfrm>
            <a:off x="11178540" y="5166868"/>
            <a:ext cx="484632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7B3C5E"/>
                </a:solidFill>
              </a:rPr>
              <a:t>1</a:t>
            </a:r>
            <a:endParaRPr lang="en-US" sz="1600"/>
          </a:p>
        </p:txBody>
      </p:sp>
      <p:sp>
        <p:nvSpPr>
          <p:cNvPr id="272" name="Shape 270"/>
          <p:cNvSpPr/>
          <p:nvPr/>
        </p:nvSpPr>
        <p:spPr>
          <a:xfrm>
            <a:off x="6176772" y="5455920"/>
            <a:ext cx="475488" cy="293624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73" name="Text 271"/>
          <p:cNvSpPr/>
          <p:nvPr/>
        </p:nvSpPr>
        <p:spPr>
          <a:xfrm>
            <a:off x="6199632" y="5460492"/>
            <a:ext cx="429768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>
                <a:solidFill>
                  <a:srgbClr val="543443"/>
                </a:solidFill>
              </a:rPr>
              <a:t>66</a:t>
            </a:r>
            <a:endParaRPr lang="en-US" sz="1600"/>
          </a:p>
        </p:txBody>
      </p:sp>
      <p:sp>
        <p:nvSpPr>
          <p:cNvPr id="274" name="Shape 272"/>
          <p:cNvSpPr/>
          <p:nvPr/>
        </p:nvSpPr>
        <p:spPr>
          <a:xfrm>
            <a:off x="6652260" y="5455920"/>
            <a:ext cx="3881628" cy="293624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75" name="Text 273"/>
          <p:cNvSpPr/>
          <p:nvPr/>
        </p:nvSpPr>
        <p:spPr>
          <a:xfrm>
            <a:off x="6675120" y="5460492"/>
            <a:ext cx="3835908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>
                <a:solidFill>
                  <a:srgbClr val="543443"/>
                </a:solidFill>
              </a:rPr>
              <a:t>劉春浤</a:t>
            </a:r>
            <a:endParaRPr lang="en-US" sz="1600"/>
          </a:p>
        </p:txBody>
      </p:sp>
      <p:sp>
        <p:nvSpPr>
          <p:cNvPr id="276" name="Shape 274"/>
          <p:cNvSpPr/>
          <p:nvPr/>
        </p:nvSpPr>
        <p:spPr>
          <a:xfrm>
            <a:off x="10533888" y="5455920"/>
            <a:ext cx="621792" cy="293624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77" name="Text 275"/>
          <p:cNvSpPr/>
          <p:nvPr/>
        </p:nvSpPr>
        <p:spPr>
          <a:xfrm>
            <a:off x="10556748" y="5460492"/>
            <a:ext cx="576072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>
                <a:solidFill>
                  <a:srgbClr val="543443"/>
                </a:solidFill>
              </a:rPr>
              <a:t>展德</a:t>
            </a:r>
            <a:endParaRPr lang="en-US" sz="1600"/>
          </a:p>
        </p:txBody>
      </p:sp>
      <p:sp>
        <p:nvSpPr>
          <p:cNvPr id="278" name="Shape 276"/>
          <p:cNvSpPr/>
          <p:nvPr/>
        </p:nvSpPr>
        <p:spPr>
          <a:xfrm>
            <a:off x="11155680" y="5455920"/>
            <a:ext cx="530352" cy="293624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79" name="Text 277"/>
          <p:cNvSpPr/>
          <p:nvPr/>
        </p:nvSpPr>
        <p:spPr>
          <a:xfrm>
            <a:off x="11178540" y="5460492"/>
            <a:ext cx="484632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7B3C5E"/>
                </a:solidFill>
              </a:rPr>
              <a:t>1</a:t>
            </a:r>
            <a:endParaRPr lang="en-US" sz="1600"/>
          </a:p>
        </p:txBody>
      </p:sp>
      <p:sp>
        <p:nvSpPr>
          <p:cNvPr id="280" name="Shape 278"/>
          <p:cNvSpPr/>
          <p:nvPr/>
        </p:nvSpPr>
        <p:spPr>
          <a:xfrm>
            <a:off x="6176772" y="5749544"/>
            <a:ext cx="475488" cy="293624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81" name="Text 279"/>
          <p:cNvSpPr/>
          <p:nvPr/>
        </p:nvSpPr>
        <p:spPr>
          <a:xfrm>
            <a:off x="6199632" y="5754116"/>
            <a:ext cx="429768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>
                <a:solidFill>
                  <a:srgbClr val="543443"/>
                </a:solidFill>
              </a:rPr>
              <a:t>67</a:t>
            </a:r>
            <a:endParaRPr lang="en-US" sz="1600"/>
          </a:p>
        </p:txBody>
      </p:sp>
      <p:sp>
        <p:nvSpPr>
          <p:cNvPr id="282" name="Shape 280"/>
          <p:cNvSpPr/>
          <p:nvPr/>
        </p:nvSpPr>
        <p:spPr>
          <a:xfrm>
            <a:off x="6652260" y="5749544"/>
            <a:ext cx="3881628" cy="293624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83" name="Text 281"/>
          <p:cNvSpPr/>
          <p:nvPr/>
        </p:nvSpPr>
        <p:spPr>
          <a:xfrm>
            <a:off x="6675120" y="5754116"/>
            <a:ext cx="3835908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>
                <a:solidFill>
                  <a:srgbClr val="543443"/>
                </a:solidFill>
              </a:rPr>
              <a:t>李雪英</a:t>
            </a:r>
            <a:endParaRPr lang="en-US" sz="1600"/>
          </a:p>
        </p:txBody>
      </p:sp>
      <p:sp>
        <p:nvSpPr>
          <p:cNvPr id="284" name="Shape 282"/>
          <p:cNvSpPr/>
          <p:nvPr/>
        </p:nvSpPr>
        <p:spPr>
          <a:xfrm>
            <a:off x="10533888" y="5749544"/>
            <a:ext cx="621792" cy="293624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85" name="Text 283"/>
          <p:cNvSpPr/>
          <p:nvPr/>
        </p:nvSpPr>
        <p:spPr>
          <a:xfrm>
            <a:off x="10556748" y="5754116"/>
            <a:ext cx="576072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>
                <a:solidFill>
                  <a:srgbClr val="543443"/>
                </a:solidFill>
              </a:rPr>
              <a:t>展德</a:t>
            </a:r>
            <a:endParaRPr lang="en-US" sz="1600"/>
          </a:p>
        </p:txBody>
      </p:sp>
      <p:sp>
        <p:nvSpPr>
          <p:cNvPr id="286" name="Shape 284"/>
          <p:cNvSpPr/>
          <p:nvPr/>
        </p:nvSpPr>
        <p:spPr>
          <a:xfrm>
            <a:off x="11155680" y="5749544"/>
            <a:ext cx="530352" cy="293624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87" name="Text 285"/>
          <p:cNvSpPr/>
          <p:nvPr/>
        </p:nvSpPr>
        <p:spPr>
          <a:xfrm>
            <a:off x="11178540" y="5754116"/>
            <a:ext cx="484632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7B3C5E"/>
                </a:solidFill>
              </a:rPr>
              <a:t>1</a:t>
            </a:r>
            <a:endParaRPr lang="en-US" sz="1600"/>
          </a:p>
        </p:txBody>
      </p:sp>
      <p:sp>
        <p:nvSpPr>
          <p:cNvPr id="288" name="Shape 286"/>
          <p:cNvSpPr/>
          <p:nvPr/>
        </p:nvSpPr>
        <p:spPr>
          <a:xfrm>
            <a:off x="6176772" y="6043168"/>
            <a:ext cx="475488" cy="293624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89" name="Text 287"/>
          <p:cNvSpPr/>
          <p:nvPr/>
        </p:nvSpPr>
        <p:spPr>
          <a:xfrm>
            <a:off x="6199632" y="6047740"/>
            <a:ext cx="429768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>
                <a:solidFill>
                  <a:srgbClr val="543443"/>
                </a:solidFill>
              </a:rPr>
              <a:t>68</a:t>
            </a:r>
            <a:endParaRPr lang="en-US" sz="1600"/>
          </a:p>
        </p:txBody>
      </p:sp>
      <p:sp>
        <p:nvSpPr>
          <p:cNvPr id="290" name="Shape 288"/>
          <p:cNvSpPr/>
          <p:nvPr/>
        </p:nvSpPr>
        <p:spPr>
          <a:xfrm>
            <a:off x="6652260" y="6043168"/>
            <a:ext cx="3881628" cy="293624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91" name="Text 289"/>
          <p:cNvSpPr/>
          <p:nvPr/>
        </p:nvSpPr>
        <p:spPr>
          <a:xfrm>
            <a:off x="6675120" y="6047740"/>
            <a:ext cx="3835908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>
                <a:solidFill>
                  <a:srgbClr val="543443"/>
                </a:solidFill>
              </a:rPr>
              <a:t>黃永強</a:t>
            </a:r>
            <a:endParaRPr lang="en-US" sz="1600"/>
          </a:p>
        </p:txBody>
      </p:sp>
      <p:sp>
        <p:nvSpPr>
          <p:cNvPr id="292" name="Shape 290"/>
          <p:cNvSpPr/>
          <p:nvPr/>
        </p:nvSpPr>
        <p:spPr>
          <a:xfrm>
            <a:off x="10533888" y="6043168"/>
            <a:ext cx="621792" cy="293624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93" name="Text 291"/>
          <p:cNvSpPr/>
          <p:nvPr/>
        </p:nvSpPr>
        <p:spPr>
          <a:xfrm>
            <a:off x="10556748" y="6047740"/>
            <a:ext cx="576072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>
                <a:solidFill>
                  <a:srgbClr val="543443"/>
                </a:solidFill>
              </a:rPr>
              <a:t>展德</a:t>
            </a:r>
            <a:endParaRPr lang="en-US" sz="1600"/>
          </a:p>
        </p:txBody>
      </p:sp>
      <p:sp>
        <p:nvSpPr>
          <p:cNvPr id="294" name="Shape 292"/>
          <p:cNvSpPr/>
          <p:nvPr/>
        </p:nvSpPr>
        <p:spPr>
          <a:xfrm>
            <a:off x="11155680" y="6043168"/>
            <a:ext cx="530352" cy="293624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95" name="Text 293"/>
          <p:cNvSpPr/>
          <p:nvPr/>
        </p:nvSpPr>
        <p:spPr>
          <a:xfrm>
            <a:off x="11178540" y="6047740"/>
            <a:ext cx="484632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7B3C5E"/>
                </a:solidFill>
              </a:rPr>
              <a:t>1</a:t>
            </a:r>
            <a:endParaRPr lang="en-US" sz="1600"/>
          </a:p>
        </p:txBody>
      </p:sp>
      <p:sp>
        <p:nvSpPr>
          <p:cNvPr id="296" name="Text 294"/>
          <p:cNvSpPr/>
          <p:nvPr/>
        </p:nvSpPr>
        <p:spPr>
          <a:xfrm>
            <a:off x="11338560" y="6510528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E7284"/>
                </a:solidFill>
              </a:rPr>
              <a:t>07</a:t>
            </a:r>
            <a:endParaRPr lang="en-US" sz="900" dirty="0"/>
          </a:p>
        </p:txBody>
      </p:sp>
      <p:sp>
        <p:nvSpPr>
          <p:cNvPr id="299" name="Eyebrow">
            <a:extLst>
              <a:ext uri="{FF2B5EF4-FFF2-40B4-BE49-F238E27FC236}">
                <a16:creationId xmlns:a16="http://schemas.microsoft.com/office/drawing/2014/main" id="{85A33F59-A66A-4866-78E9-4E4F60FAFB5A}"/>
              </a:ext>
            </a:extLst>
          </p:cNvPr>
          <p:cNvSpPr/>
          <p:nvPr/>
        </p:nvSpPr>
        <p:spPr>
          <a:xfrm>
            <a:off x="7315200" y="228600"/>
            <a:ext cx="4343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zh-TW" altLang="en-US" sz="1600" spc="200" dirty="0">
                <a:solidFill>
                  <a:srgbClr val="F7E8D2"/>
                </a:solidFill>
                <a:latin typeface="Noto Sans CJK TC"/>
                <a:ea typeface="Noto Sans CJK TC"/>
              </a:rPr>
              <a:t>2026年 · 巴生道務中心</a:t>
            </a:r>
            <a:endParaRPr lang="en-US" sz="16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9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pic>
        <p:nvPicPr>
          <p:cNvPr id="265" name="Lotus Watermark"/>
          <p:cNvPicPr>
            <a:picLocks noChangeAspect="1"/>
          </p:cNvPicPr>
          <p:nvPr/>
        </p:nvPicPr>
        <p:blipFill>
          <a:blip r:embed="rId3">
            <a:alphaModFix amt="14000"/>
          </a:blip>
          <a:srcRect t="7771" b="777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7B3C5E"/>
          </a:solidFill>
          <a:ln w="12700">
            <a:solidFill>
              <a:srgbClr val="7B3C5E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" name="Shape 1"/>
          <p:cNvSpPr/>
          <p:nvPr/>
        </p:nvSpPr>
        <p:spPr>
          <a:xfrm>
            <a:off x="0" y="777240"/>
            <a:ext cx="12191695" cy="73152"/>
          </a:xfrm>
          <a:prstGeom prst="rect">
            <a:avLst/>
          </a:prstGeom>
          <a:solidFill>
            <a:srgbClr val="D8B06A"/>
          </a:solidFill>
          <a:ln w="12700">
            <a:solidFill>
              <a:srgbClr val="D8B06A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4" name="Text 2"/>
          <p:cNvSpPr/>
          <p:nvPr/>
        </p:nvSpPr>
        <p:spPr>
          <a:xfrm>
            <a:off x="502920" y="164592"/>
            <a:ext cx="8732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547" b="1" dirty="0">
                <a:solidFill>
                  <a:srgbClr val="FFFFFF"/>
                </a:solidFill>
              </a:rPr>
              <a:t>渡1至9</a:t>
            </a:r>
            <a:r>
              <a:rPr lang="zh-CN" altLang="en-US" sz="2547" b="1" dirty="0">
                <a:solidFill>
                  <a:srgbClr val="FFFFFF"/>
                </a:solidFill>
              </a:rPr>
              <a:t>位求道人</a:t>
            </a:r>
            <a:r>
              <a:rPr lang="en-US" sz="2547" b="1" dirty="0">
                <a:solidFill>
                  <a:srgbClr val="FFFFFF"/>
                </a:solidFill>
              </a:rPr>
              <a:t>｜南二組（1/3）</a:t>
            </a:r>
            <a:endParaRPr lang="en-US" sz="2547" dirty="0"/>
          </a:p>
        </p:txBody>
      </p:sp>
      <p:sp>
        <p:nvSpPr>
          <p:cNvPr id="6" name="Shape 4"/>
          <p:cNvSpPr/>
          <p:nvPr/>
        </p:nvSpPr>
        <p:spPr>
          <a:xfrm>
            <a:off x="502920" y="1051560"/>
            <a:ext cx="5509260" cy="5285232"/>
          </a:xfrm>
          <a:prstGeom prst="roundRect">
            <a:avLst/>
          </a:prstGeom>
          <a:solidFill>
            <a:srgbClr val="FFFCFA"/>
          </a:solidFill>
          <a:ln w="12700">
            <a:solidFill>
              <a:srgbClr val="D8B77D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7" name="Shape 5"/>
          <p:cNvSpPr/>
          <p:nvPr/>
        </p:nvSpPr>
        <p:spPr>
          <a:xfrm>
            <a:off x="502920" y="1051560"/>
            <a:ext cx="475488" cy="330327"/>
          </a:xfrm>
          <a:prstGeom prst="rect">
            <a:avLst/>
          </a:prstGeom>
          <a:solidFill>
            <a:srgbClr val="92506F"/>
          </a:solidFill>
          <a:ln w="6350">
            <a:solidFill>
              <a:srgbClr val="E6C992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8" name="Text 6"/>
          <p:cNvSpPr/>
          <p:nvPr/>
        </p:nvSpPr>
        <p:spPr>
          <a:xfrm>
            <a:off x="521208" y="1060704"/>
            <a:ext cx="438912" cy="3120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</a:rPr>
              <a:t>No</a:t>
            </a:r>
            <a:endParaRPr lang="en-US" sz="1600"/>
          </a:p>
        </p:txBody>
      </p:sp>
      <p:sp>
        <p:nvSpPr>
          <p:cNvPr id="9" name="Shape 7"/>
          <p:cNvSpPr/>
          <p:nvPr/>
        </p:nvSpPr>
        <p:spPr>
          <a:xfrm>
            <a:off x="978408" y="1051560"/>
            <a:ext cx="3881628" cy="330327"/>
          </a:xfrm>
          <a:prstGeom prst="rect">
            <a:avLst/>
          </a:prstGeom>
          <a:solidFill>
            <a:srgbClr val="7B3C5E"/>
          </a:solidFill>
          <a:ln w="6350">
            <a:solidFill>
              <a:srgbClr val="E6C992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0" name="Text 8"/>
          <p:cNvSpPr/>
          <p:nvPr/>
        </p:nvSpPr>
        <p:spPr>
          <a:xfrm>
            <a:off x="996696" y="1060704"/>
            <a:ext cx="3845052" cy="3120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</a:rPr>
              <a:t>負責人</a:t>
            </a:r>
            <a:endParaRPr lang="en-US" sz="1600"/>
          </a:p>
        </p:txBody>
      </p:sp>
      <p:sp>
        <p:nvSpPr>
          <p:cNvPr id="11" name="Shape 9"/>
          <p:cNvSpPr/>
          <p:nvPr/>
        </p:nvSpPr>
        <p:spPr>
          <a:xfrm>
            <a:off x="4860036" y="1051560"/>
            <a:ext cx="621792" cy="330327"/>
          </a:xfrm>
          <a:prstGeom prst="rect">
            <a:avLst/>
          </a:prstGeom>
          <a:solidFill>
            <a:srgbClr val="92506F"/>
          </a:solidFill>
          <a:ln w="6350">
            <a:solidFill>
              <a:srgbClr val="E6C992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2" name="Text 10"/>
          <p:cNvSpPr/>
          <p:nvPr/>
        </p:nvSpPr>
        <p:spPr>
          <a:xfrm>
            <a:off x="4878324" y="1060704"/>
            <a:ext cx="585216" cy="3120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</a:rPr>
              <a:t>屬壇</a:t>
            </a:r>
            <a:endParaRPr lang="en-US" sz="1600"/>
          </a:p>
        </p:txBody>
      </p:sp>
      <p:sp>
        <p:nvSpPr>
          <p:cNvPr id="13" name="Shape 11"/>
          <p:cNvSpPr/>
          <p:nvPr/>
        </p:nvSpPr>
        <p:spPr>
          <a:xfrm>
            <a:off x="5481828" y="1051560"/>
            <a:ext cx="530352" cy="330327"/>
          </a:xfrm>
          <a:prstGeom prst="rect">
            <a:avLst/>
          </a:prstGeom>
          <a:solidFill>
            <a:srgbClr val="92506F"/>
          </a:solidFill>
          <a:ln w="6350">
            <a:solidFill>
              <a:srgbClr val="E6C992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4" name="Text 12"/>
          <p:cNvSpPr/>
          <p:nvPr/>
        </p:nvSpPr>
        <p:spPr>
          <a:xfrm>
            <a:off x="5500116" y="1060704"/>
            <a:ext cx="493776" cy="3120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</a:rPr>
              <a:t>求道人數</a:t>
            </a:r>
            <a:endParaRPr lang="en-US" sz="1600"/>
          </a:p>
        </p:txBody>
      </p:sp>
      <p:sp>
        <p:nvSpPr>
          <p:cNvPr id="15" name="Shape 13"/>
          <p:cNvSpPr/>
          <p:nvPr/>
        </p:nvSpPr>
        <p:spPr>
          <a:xfrm>
            <a:off x="502920" y="1381887"/>
            <a:ext cx="475488" cy="330327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6" name="Text 14"/>
          <p:cNvSpPr/>
          <p:nvPr/>
        </p:nvSpPr>
        <p:spPr>
          <a:xfrm>
            <a:off x="525780" y="1386459"/>
            <a:ext cx="429768" cy="3211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>
                <a:solidFill>
                  <a:srgbClr val="543443"/>
                </a:solidFill>
              </a:rPr>
              <a:t>1</a:t>
            </a:r>
            <a:endParaRPr lang="en-US" sz="1600"/>
          </a:p>
        </p:txBody>
      </p:sp>
      <p:sp>
        <p:nvSpPr>
          <p:cNvPr id="17" name="Shape 15"/>
          <p:cNvSpPr/>
          <p:nvPr/>
        </p:nvSpPr>
        <p:spPr>
          <a:xfrm>
            <a:off x="978408" y="1381887"/>
            <a:ext cx="3881628" cy="330327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8" name="Text 16"/>
          <p:cNvSpPr/>
          <p:nvPr/>
        </p:nvSpPr>
        <p:spPr>
          <a:xfrm>
            <a:off x="1001268" y="1386459"/>
            <a:ext cx="3835908" cy="3211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>
                <a:solidFill>
                  <a:srgbClr val="543443"/>
                </a:solidFill>
              </a:rPr>
              <a:t>陳秀蓉</a:t>
            </a:r>
            <a:endParaRPr lang="en-US" sz="1600"/>
          </a:p>
        </p:txBody>
      </p:sp>
      <p:sp>
        <p:nvSpPr>
          <p:cNvPr id="19" name="Shape 17"/>
          <p:cNvSpPr/>
          <p:nvPr/>
        </p:nvSpPr>
        <p:spPr>
          <a:xfrm>
            <a:off x="4860036" y="1381887"/>
            <a:ext cx="621792" cy="330327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0" name="Text 18"/>
          <p:cNvSpPr/>
          <p:nvPr/>
        </p:nvSpPr>
        <p:spPr>
          <a:xfrm>
            <a:off x="4882896" y="1386459"/>
            <a:ext cx="576072" cy="3211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>
                <a:solidFill>
                  <a:srgbClr val="543443"/>
                </a:solidFill>
              </a:rPr>
              <a:t>進德</a:t>
            </a:r>
            <a:endParaRPr lang="en-US" sz="1600"/>
          </a:p>
        </p:txBody>
      </p:sp>
      <p:sp>
        <p:nvSpPr>
          <p:cNvPr id="21" name="Shape 19"/>
          <p:cNvSpPr/>
          <p:nvPr/>
        </p:nvSpPr>
        <p:spPr>
          <a:xfrm>
            <a:off x="5481828" y="1381887"/>
            <a:ext cx="530352" cy="330327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2" name="Text 20"/>
          <p:cNvSpPr/>
          <p:nvPr/>
        </p:nvSpPr>
        <p:spPr>
          <a:xfrm>
            <a:off x="5504688" y="1386459"/>
            <a:ext cx="484632" cy="3211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7B3C5E"/>
                </a:solidFill>
              </a:rPr>
              <a:t>9</a:t>
            </a:r>
            <a:endParaRPr lang="en-US" sz="1600"/>
          </a:p>
        </p:txBody>
      </p:sp>
      <p:sp>
        <p:nvSpPr>
          <p:cNvPr id="23" name="Shape 21"/>
          <p:cNvSpPr/>
          <p:nvPr/>
        </p:nvSpPr>
        <p:spPr>
          <a:xfrm>
            <a:off x="502920" y="1712214"/>
            <a:ext cx="475488" cy="330327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4" name="Text 22"/>
          <p:cNvSpPr/>
          <p:nvPr/>
        </p:nvSpPr>
        <p:spPr>
          <a:xfrm>
            <a:off x="525780" y="1716786"/>
            <a:ext cx="429768" cy="3211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>
                <a:solidFill>
                  <a:srgbClr val="543443"/>
                </a:solidFill>
              </a:rPr>
              <a:t>2</a:t>
            </a:r>
            <a:endParaRPr lang="en-US" sz="1600"/>
          </a:p>
        </p:txBody>
      </p:sp>
      <p:sp>
        <p:nvSpPr>
          <p:cNvPr id="25" name="Shape 23"/>
          <p:cNvSpPr/>
          <p:nvPr/>
        </p:nvSpPr>
        <p:spPr>
          <a:xfrm>
            <a:off x="978408" y="1712214"/>
            <a:ext cx="3881628" cy="330327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6" name="Text 24"/>
          <p:cNvSpPr/>
          <p:nvPr/>
        </p:nvSpPr>
        <p:spPr>
          <a:xfrm>
            <a:off x="1001268" y="1716786"/>
            <a:ext cx="3835908" cy="3211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>
                <a:solidFill>
                  <a:srgbClr val="543443"/>
                </a:solidFill>
              </a:rPr>
              <a:t>周美玲</a:t>
            </a:r>
            <a:endParaRPr lang="en-US" sz="1600"/>
          </a:p>
        </p:txBody>
      </p:sp>
      <p:sp>
        <p:nvSpPr>
          <p:cNvPr id="27" name="Shape 25"/>
          <p:cNvSpPr/>
          <p:nvPr/>
        </p:nvSpPr>
        <p:spPr>
          <a:xfrm>
            <a:off x="4860036" y="1712214"/>
            <a:ext cx="621792" cy="330327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8" name="Text 26"/>
          <p:cNvSpPr/>
          <p:nvPr/>
        </p:nvSpPr>
        <p:spPr>
          <a:xfrm>
            <a:off x="4882896" y="1716786"/>
            <a:ext cx="576072" cy="3211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>
                <a:solidFill>
                  <a:srgbClr val="543443"/>
                </a:solidFill>
              </a:rPr>
              <a:t>進德</a:t>
            </a:r>
            <a:endParaRPr lang="en-US" sz="1600"/>
          </a:p>
        </p:txBody>
      </p:sp>
      <p:sp>
        <p:nvSpPr>
          <p:cNvPr id="29" name="Shape 27"/>
          <p:cNvSpPr/>
          <p:nvPr/>
        </p:nvSpPr>
        <p:spPr>
          <a:xfrm>
            <a:off x="5481828" y="1712214"/>
            <a:ext cx="530352" cy="330327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0" name="Text 28"/>
          <p:cNvSpPr/>
          <p:nvPr/>
        </p:nvSpPr>
        <p:spPr>
          <a:xfrm>
            <a:off x="5504688" y="1716786"/>
            <a:ext cx="484632" cy="3211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7B3C5E"/>
                </a:solidFill>
              </a:rPr>
              <a:t>3</a:t>
            </a:r>
            <a:endParaRPr lang="en-US" sz="1600"/>
          </a:p>
        </p:txBody>
      </p:sp>
      <p:sp>
        <p:nvSpPr>
          <p:cNvPr id="31" name="Shape 29"/>
          <p:cNvSpPr/>
          <p:nvPr/>
        </p:nvSpPr>
        <p:spPr>
          <a:xfrm>
            <a:off x="502920" y="2042541"/>
            <a:ext cx="475488" cy="330327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2" name="Text 30"/>
          <p:cNvSpPr/>
          <p:nvPr/>
        </p:nvSpPr>
        <p:spPr>
          <a:xfrm>
            <a:off x="525780" y="2047113"/>
            <a:ext cx="429768" cy="3211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>
                <a:solidFill>
                  <a:srgbClr val="543443"/>
                </a:solidFill>
              </a:rPr>
              <a:t>3</a:t>
            </a:r>
            <a:endParaRPr lang="en-US" sz="1600"/>
          </a:p>
        </p:txBody>
      </p:sp>
      <p:sp>
        <p:nvSpPr>
          <p:cNvPr id="33" name="Shape 31"/>
          <p:cNvSpPr/>
          <p:nvPr/>
        </p:nvSpPr>
        <p:spPr>
          <a:xfrm>
            <a:off x="978408" y="2042541"/>
            <a:ext cx="3881628" cy="330327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4" name="Text 32"/>
          <p:cNvSpPr/>
          <p:nvPr/>
        </p:nvSpPr>
        <p:spPr>
          <a:xfrm>
            <a:off x="1001268" y="2047113"/>
            <a:ext cx="3835908" cy="3211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>
                <a:solidFill>
                  <a:srgbClr val="543443"/>
                </a:solidFill>
              </a:rPr>
              <a:t>劉懿玲</a:t>
            </a:r>
            <a:endParaRPr lang="en-US" sz="1600"/>
          </a:p>
        </p:txBody>
      </p:sp>
      <p:sp>
        <p:nvSpPr>
          <p:cNvPr id="35" name="Shape 33"/>
          <p:cNvSpPr/>
          <p:nvPr/>
        </p:nvSpPr>
        <p:spPr>
          <a:xfrm>
            <a:off x="4860036" y="2042541"/>
            <a:ext cx="621792" cy="330327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6" name="Text 34"/>
          <p:cNvSpPr/>
          <p:nvPr/>
        </p:nvSpPr>
        <p:spPr>
          <a:xfrm>
            <a:off x="4882896" y="2047113"/>
            <a:ext cx="576072" cy="3211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>
                <a:solidFill>
                  <a:srgbClr val="543443"/>
                </a:solidFill>
              </a:rPr>
              <a:t>進德</a:t>
            </a:r>
            <a:endParaRPr lang="en-US" sz="1600"/>
          </a:p>
        </p:txBody>
      </p:sp>
      <p:sp>
        <p:nvSpPr>
          <p:cNvPr id="37" name="Shape 35"/>
          <p:cNvSpPr/>
          <p:nvPr/>
        </p:nvSpPr>
        <p:spPr>
          <a:xfrm>
            <a:off x="5481828" y="2042541"/>
            <a:ext cx="530352" cy="330327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8" name="Text 36"/>
          <p:cNvSpPr/>
          <p:nvPr/>
        </p:nvSpPr>
        <p:spPr>
          <a:xfrm>
            <a:off x="5504688" y="2047113"/>
            <a:ext cx="484632" cy="3211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7B3C5E"/>
                </a:solidFill>
              </a:rPr>
              <a:t>3</a:t>
            </a:r>
            <a:endParaRPr lang="en-US" sz="1600"/>
          </a:p>
        </p:txBody>
      </p:sp>
      <p:sp>
        <p:nvSpPr>
          <p:cNvPr id="39" name="Shape 37"/>
          <p:cNvSpPr/>
          <p:nvPr/>
        </p:nvSpPr>
        <p:spPr>
          <a:xfrm>
            <a:off x="502920" y="2372868"/>
            <a:ext cx="475488" cy="330327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40" name="Text 38"/>
          <p:cNvSpPr/>
          <p:nvPr/>
        </p:nvSpPr>
        <p:spPr>
          <a:xfrm>
            <a:off x="525780" y="2377440"/>
            <a:ext cx="429768" cy="3211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>
                <a:solidFill>
                  <a:srgbClr val="543443"/>
                </a:solidFill>
              </a:rPr>
              <a:t>4</a:t>
            </a:r>
            <a:endParaRPr lang="en-US" sz="1600"/>
          </a:p>
        </p:txBody>
      </p:sp>
      <p:sp>
        <p:nvSpPr>
          <p:cNvPr id="41" name="Shape 39"/>
          <p:cNvSpPr/>
          <p:nvPr/>
        </p:nvSpPr>
        <p:spPr>
          <a:xfrm>
            <a:off x="978408" y="2372868"/>
            <a:ext cx="3881628" cy="330327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42" name="Text 40"/>
          <p:cNvSpPr/>
          <p:nvPr/>
        </p:nvSpPr>
        <p:spPr>
          <a:xfrm>
            <a:off x="1001268" y="2377440"/>
            <a:ext cx="3835908" cy="3211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>
                <a:solidFill>
                  <a:srgbClr val="543443"/>
                </a:solidFill>
              </a:rPr>
              <a:t>蔡金葉</a:t>
            </a:r>
            <a:endParaRPr lang="en-US" sz="1600"/>
          </a:p>
        </p:txBody>
      </p:sp>
      <p:sp>
        <p:nvSpPr>
          <p:cNvPr id="43" name="Shape 41"/>
          <p:cNvSpPr/>
          <p:nvPr/>
        </p:nvSpPr>
        <p:spPr>
          <a:xfrm>
            <a:off x="4860036" y="2372868"/>
            <a:ext cx="621792" cy="330327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44" name="Text 42"/>
          <p:cNvSpPr/>
          <p:nvPr/>
        </p:nvSpPr>
        <p:spPr>
          <a:xfrm>
            <a:off x="4882896" y="2377440"/>
            <a:ext cx="576072" cy="3211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>
                <a:solidFill>
                  <a:srgbClr val="543443"/>
                </a:solidFill>
              </a:rPr>
              <a:t>進德</a:t>
            </a:r>
            <a:endParaRPr lang="en-US" sz="1600"/>
          </a:p>
        </p:txBody>
      </p:sp>
      <p:sp>
        <p:nvSpPr>
          <p:cNvPr id="45" name="Shape 43"/>
          <p:cNvSpPr/>
          <p:nvPr/>
        </p:nvSpPr>
        <p:spPr>
          <a:xfrm>
            <a:off x="5481828" y="2372868"/>
            <a:ext cx="530352" cy="330327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46" name="Text 44"/>
          <p:cNvSpPr/>
          <p:nvPr/>
        </p:nvSpPr>
        <p:spPr>
          <a:xfrm>
            <a:off x="5504688" y="2377440"/>
            <a:ext cx="484632" cy="3211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7B3C5E"/>
                </a:solidFill>
              </a:rPr>
              <a:t>3</a:t>
            </a:r>
            <a:endParaRPr lang="en-US" sz="1600"/>
          </a:p>
        </p:txBody>
      </p:sp>
      <p:sp>
        <p:nvSpPr>
          <p:cNvPr id="47" name="Shape 45"/>
          <p:cNvSpPr/>
          <p:nvPr/>
        </p:nvSpPr>
        <p:spPr>
          <a:xfrm>
            <a:off x="502920" y="2703195"/>
            <a:ext cx="475488" cy="330327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48" name="Text 46"/>
          <p:cNvSpPr/>
          <p:nvPr/>
        </p:nvSpPr>
        <p:spPr>
          <a:xfrm>
            <a:off x="525780" y="2707767"/>
            <a:ext cx="429768" cy="3211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>
                <a:solidFill>
                  <a:srgbClr val="543443"/>
                </a:solidFill>
              </a:rPr>
              <a:t>5</a:t>
            </a:r>
            <a:endParaRPr lang="en-US" sz="1600"/>
          </a:p>
        </p:txBody>
      </p:sp>
      <p:sp>
        <p:nvSpPr>
          <p:cNvPr id="49" name="Shape 47"/>
          <p:cNvSpPr/>
          <p:nvPr/>
        </p:nvSpPr>
        <p:spPr>
          <a:xfrm>
            <a:off x="978408" y="2703195"/>
            <a:ext cx="3881628" cy="330327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50" name="Text 48"/>
          <p:cNvSpPr/>
          <p:nvPr/>
        </p:nvSpPr>
        <p:spPr>
          <a:xfrm>
            <a:off x="1001268" y="2707767"/>
            <a:ext cx="3835908" cy="3211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>
                <a:solidFill>
                  <a:srgbClr val="543443"/>
                </a:solidFill>
              </a:rPr>
              <a:t>謝善緣</a:t>
            </a:r>
            <a:endParaRPr lang="en-US" sz="1600"/>
          </a:p>
        </p:txBody>
      </p:sp>
      <p:sp>
        <p:nvSpPr>
          <p:cNvPr id="51" name="Shape 49"/>
          <p:cNvSpPr/>
          <p:nvPr/>
        </p:nvSpPr>
        <p:spPr>
          <a:xfrm>
            <a:off x="4860036" y="2703195"/>
            <a:ext cx="621792" cy="330327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52" name="Text 50"/>
          <p:cNvSpPr/>
          <p:nvPr/>
        </p:nvSpPr>
        <p:spPr>
          <a:xfrm>
            <a:off x="4882896" y="2707767"/>
            <a:ext cx="576072" cy="3211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>
                <a:solidFill>
                  <a:srgbClr val="543443"/>
                </a:solidFill>
              </a:rPr>
              <a:t>進德</a:t>
            </a:r>
            <a:endParaRPr lang="en-US" sz="1600"/>
          </a:p>
        </p:txBody>
      </p:sp>
      <p:sp>
        <p:nvSpPr>
          <p:cNvPr id="53" name="Shape 51"/>
          <p:cNvSpPr/>
          <p:nvPr/>
        </p:nvSpPr>
        <p:spPr>
          <a:xfrm>
            <a:off x="5481828" y="2703195"/>
            <a:ext cx="530352" cy="330327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54" name="Text 52"/>
          <p:cNvSpPr/>
          <p:nvPr/>
        </p:nvSpPr>
        <p:spPr>
          <a:xfrm>
            <a:off x="5504688" y="2707767"/>
            <a:ext cx="484632" cy="3211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7B3C5E"/>
                </a:solidFill>
              </a:rPr>
              <a:t>3</a:t>
            </a:r>
            <a:endParaRPr lang="en-US" sz="1600"/>
          </a:p>
        </p:txBody>
      </p:sp>
      <p:sp>
        <p:nvSpPr>
          <p:cNvPr id="55" name="Shape 53"/>
          <p:cNvSpPr/>
          <p:nvPr/>
        </p:nvSpPr>
        <p:spPr>
          <a:xfrm>
            <a:off x="502920" y="3033522"/>
            <a:ext cx="475488" cy="330327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56" name="Text 54"/>
          <p:cNvSpPr/>
          <p:nvPr/>
        </p:nvSpPr>
        <p:spPr>
          <a:xfrm>
            <a:off x="525780" y="3038094"/>
            <a:ext cx="429768" cy="3211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>
                <a:solidFill>
                  <a:srgbClr val="543443"/>
                </a:solidFill>
              </a:rPr>
              <a:t>6</a:t>
            </a:r>
            <a:endParaRPr lang="en-US" sz="1600"/>
          </a:p>
        </p:txBody>
      </p:sp>
      <p:sp>
        <p:nvSpPr>
          <p:cNvPr id="57" name="Shape 55"/>
          <p:cNvSpPr/>
          <p:nvPr/>
        </p:nvSpPr>
        <p:spPr>
          <a:xfrm>
            <a:off x="978408" y="3033522"/>
            <a:ext cx="3881628" cy="330327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58" name="Text 56"/>
          <p:cNvSpPr/>
          <p:nvPr/>
        </p:nvSpPr>
        <p:spPr>
          <a:xfrm>
            <a:off x="1001268" y="3038094"/>
            <a:ext cx="3835908" cy="3211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>
                <a:solidFill>
                  <a:srgbClr val="543443"/>
                </a:solidFill>
              </a:rPr>
              <a:t>馬美娟</a:t>
            </a:r>
            <a:endParaRPr lang="en-US" sz="1600"/>
          </a:p>
        </p:txBody>
      </p:sp>
      <p:sp>
        <p:nvSpPr>
          <p:cNvPr id="59" name="Shape 57"/>
          <p:cNvSpPr/>
          <p:nvPr/>
        </p:nvSpPr>
        <p:spPr>
          <a:xfrm>
            <a:off x="4860036" y="3033522"/>
            <a:ext cx="621792" cy="330327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60" name="Text 58"/>
          <p:cNvSpPr/>
          <p:nvPr/>
        </p:nvSpPr>
        <p:spPr>
          <a:xfrm>
            <a:off x="4882896" y="3038094"/>
            <a:ext cx="576072" cy="3211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>
                <a:solidFill>
                  <a:srgbClr val="543443"/>
                </a:solidFill>
              </a:rPr>
              <a:t>進德</a:t>
            </a:r>
            <a:endParaRPr lang="en-US" sz="1600"/>
          </a:p>
        </p:txBody>
      </p:sp>
      <p:sp>
        <p:nvSpPr>
          <p:cNvPr id="61" name="Shape 59"/>
          <p:cNvSpPr/>
          <p:nvPr/>
        </p:nvSpPr>
        <p:spPr>
          <a:xfrm>
            <a:off x="5481828" y="3033522"/>
            <a:ext cx="530352" cy="330327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62" name="Text 60"/>
          <p:cNvSpPr/>
          <p:nvPr/>
        </p:nvSpPr>
        <p:spPr>
          <a:xfrm>
            <a:off x="5504688" y="3038094"/>
            <a:ext cx="484632" cy="3211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7B3C5E"/>
                </a:solidFill>
              </a:rPr>
              <a:t>2</a:t>
            </a:r>
            <a:endParaRPr lang="en-US" sz="1600"/>
          </a:p>
        </p:txBody>
      </p:sp>
      <p:sp>
        <p:nvSpPr>
          <p:cNvPr id="63" name="Shape 61"/>
          <p:cNvSpPr/>
          <p:nvPr/>
        </p:nvSpPr>
        <p:spPr>
          <a:xfrm>
            <a:off x="502920" y="3363849"/>
            <a:ext cx="475488" cy="330327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64" name="Text 62"/>
          <p:cNvSpPr/>
          <p:nvPr/>
        </p:nvSpPr>
        <p:spPr>
          <a:xfrm>
            <a:off x="525780" y="3368421"/>
            <a:ext cx="429768" cy="3211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>
                <a:solidFill>
                  <a:srgbClr val="543443"/>
                </a:solidFill>
              </a:rPr>
              <a:t>7</a:t>
            </a:r>
            <a:endParaRPr lang="en-US" sz="1600"/>
          </a:p>
        </p:txBody>
      </p:sp>
      <p:sp>
        <p:nvSpPr>
          <p:cNvPr id="65" name="Shape 63"/>
          <p:cNvSpPr/>
          <p:nvPr/>
        </p:nvSpPr>
        <p:spPr>
          <a:xfrm>
            <a:off x="978408" y="3363849"/>
            <a:ext cx="3881628" cy="330327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66" name="Text 64"/>
          <p:cNvSpPr/>
          <p:nvPr/>
        </p:nvSpPr>
        <p:spPr>
          <a:xfrm>
            <a:off x="1001268" y="3368421"/>
            <a:ext cx="3835908" cy="3211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>
                <a:solidFill>
                  <a:srgbClr val="543443"/>
                </a:solidFill>
              </a:rPr>
              <a:t>林美艷</a:t>
            </a:r>
            <a:endParaRPr lang="en-US" sz="1600"/>
          </a:p>
        </p:txBody>
      </p:sp>
      <p:sp>
        <p:nvSpPr>
          <p:cNvPr id="67" name="Shape 65"/>
          <p:cNvSpPr/>
          <p:nvPr/>
        </p:nvSpPr>
        <p:spPr>
          <a:xfrm>
            <a:off x="4860036" y="3363849"/>
            <a:ext cx="621792" cy="330327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68" name="Text 66"/>
          <p:cNvSpPr/>
          <p:nvPr/>
        </p:nvSpPr>
        <p:spPr>
          <a:xfrm>
            <a:off x="4882896" y="3368421"/>
            <a:ext cx="576072" cy="3211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>
                <a:solidFill>
                  <a:srgbClr val="543443"/>
                </a:solidFill>
              </a:rPr>
              <a:t>進德</a:t>
            </a:r>
            <a:endParaRPr lang="en-US" sz="1600"/>
          </a:p>
        </p:txBody>
      </p:sp>
      <p:sp>
        <p:nvSpPr>
          <p:cNvPr id="69" name="Shape 67"/>
          <p:cNvSpPr/>
          <p:nvPr/>
        </p:nvSpPr>
        <p:spPr>
          <a:xfrm>
            <a:off x="5481828" y="3363849"/>
            <a:ext cx="530352" cy="330327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70" name="Text 68"/>
          <p:cNvSpPr/>
          <p:nvPr/>
        </p:nvSpPr>
        <p:spPr>
          <a:xfrm>
            <a:off x="5504688" y="3368421"/>
            <a:ext cx="484632" cy="3211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7B3C5E"/>
                </a:solidFill>
              </a:rPr>
              <a:t>2</a:t>
            </a:r>
            <a:endParaRPr lang="en-US" sz="1600"/>
          </a:p>
        </p:txBody>
      </p:sp>
      <p:sp>
        <p:nvSpPr>
          <p:cNvPr id="71" name="Shape 69"/>
          <p:cNvSpPr/>
          <p:nvPr/>
        </p:nvSpPr>
        <p:spPr>
          <a:xfrm>
            <a:off x="502920" y="3694176"/>
            <a:ext cx="475488" cy="330327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72" name="Text 70"/>
          <p:cNvSpPr/>
          <p:nvPr/>
        </p:nvSpPr>
        <p:spPr>
          <a:xfrm>
            <a:off x="525780" y="3698748"/>
            <a:ext cx="429768" cy="3211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>
                <a:solidFill>
                  <a:srgbClr val="543443"/>
                </a:solidFill>
              </a:rPr>
              <a:t>8</a:t>
            </a:r>
            <a:endParaRPr lang="en-US" sz="1600"/>
          </a:p>
        </p:txBody>
      </p:sp>
      <p:sp>
        <p:nvSpPr>
          <p:cNvPr id="73" name="Shape 71"/>
          <p:cNvSpPr/>
          <p:nvPr/>
        </p:nvSpPr>
        <p:spPr>
          <a:xfrm>
            <a:off x="978408" y="3694176"/>
            <a:ext cx="3881628" cy="330327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74" name="Text 72"/>
          <p:cNvSpPr/>
          <p:nvPr/>
        </p:nvSpPr>
        <p:spPr>
          <a:xfrm>
            <a:off x="1001268" y="3698748"/>
            <a:ext cx="3835908" cy="3211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>
                <a:solidFill>
                  <a:srgbClr val="543443"/>
                </a:solidFill>
              </a:rPr>
              <a:t>馬月娥</a:t>
            </a:r>
            <a:endParaRPr lang="en-US" sz="1600"/>
          </a:p>
        </p:txBody>
      </p:sp>
      <p:sp>
        <p:nvSpPr>
          <p:cNvPr id="75" name="Shape 73"/>
          <p:cNvSpPr/>
          <p:nvPr/>
        </p:nvSpPr>
        <p:spPr>
          <a:xfrm>
            <a:off x="4860036" y="3694176"/>
            <a:ext cx="621792" cy="330327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76" name="Text 74"/>
          <p:cNvSpPr/>
          <p:nvPr/>
        </p:nvSpPr>
        <p:spPr>
          <a:xfrm>
            <a:off x="4882896" y="3698748"/>
            <a:ext cx="576072" cy="3211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>
                <a:solidFill>
                  <a:srgbClr val="543443"/>
                </a:solidFill>
              </a:rPr>
              <a:t>進德</a:t>
            </a:r>
            <a:endParaRPr lang="en-US" sz="1600"/>
          </a:p>
        </p:txBody>
      </p:sp>
      <p:sp>
        <p:nvSpPr>
          <p:cNvPr id="77" name="Shape 75"/>
          <p:cNvSpPr/>
          <p:nvPr/>
        </p:nvSpPr>
        <p:spPr>
          <a:xfrm>
            <a:off x="5481828" y="3694176"/>
            <a:ext cx="530352" cy="330327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78" name="Text 76"/>
          <p:cNvSpPr/>
          <p:nvPr/>
        </p:nvSpPr>
        <p:spPr>
          <a:xfrm>
            <a:off x="5504688" y="3698748"/>
            <a:ext cx="484632" cy="3211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7B3C5E"/>
                </a:solidFill>
              </a:rPr>
              <a:t>2</a:t>
            </a:r>
            <a:endParaRPr lang="en-US" sz="1600"/>
          </a:p>
        </p:txBody>
      </p:sp>
      <p:sp>
        <p:nvSpPr>
          <p:cNvPr id="79" name="Shape 77"/>
          <p:cNvSpPr/>
          <p:nvPr/>
        </p:nvSpPr>
        <p:spPr>
          <a:xfrm>
            <a:off x="502920" y="4024503"/>
            <a:ext cx="475488" cy="330327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80" name="Text 78"/>
          <p:cNvSpPr/>
          <p:nvPr/>
        </p:nvSpPr>
        <p:spPr>
          <a:xfrm>
            <a:off x="525780" y="4029075"/>
            <a:ext cx="429768" cy="3211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>
                <a:solidFill>
                  <a:srgbClr val="543443"/>
                </a:solidFill>
              </a:rPr>
              <a:t>9</a:t>
            </a:r>
            <a:endParaRPr lang="en-US" sz="1600"/>
          </a:p>
        </p:txBody>
      </p:sp>
      <p:sp>
        <p:nvSpPr>
          <p:cNvPr id="81" name="Shape 79"/>
          <p:cNvSpPr/>
          <p:nvPr/>
        </p:nvSpPr>
        <p:spPr>
          <a:xfrm>
            <a:off x="978408" y="4024503"/>
            <a:ext cx="3881628" cy="330327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82" name="Text 80"/>
          <p:cNvSpPr/>
          <p:nvPr/>
        </p:nvSpPr>
        <p:spPr>
          <a:xfrm>
            <a:off x="1001268" y="4029075"/>
            <a:ext cx="3835908" cy="3211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>
                <a:solidFill>
                  <a:srgbClr val="543443"/>
                </a:solidFill>
              </a:rPr>
              <a:t>黃麗珠</a:t>
            </a:r>
            <a:endParaRPr lang="en-US" sz="1600"/>
          </a:p>
        </p:txBody>
      </p:sp>
      <p:sp>
        <p:nvSpPr>
          <p:cNvPr id="83" name="Shape 81"/>
          <p:cNvSpPr/>
          <p:nvPr/>
        </p:nvSpPr>
        <p:spPr>
          <a:xfrm>
            <a:off x="4860036" y="4024503"/>
            <a:ext cx="621792" cy="330327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84" name="Text 82"/>
          <p:cNvSpPr/>
          <p:nvPr/>
        </p:nvSpPr>
        <p:spPr>
          <a:xfrm>
            <a:off x="4882896" y="4029075"/>
            <a:ext cx="576072" cy="3211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>
                <a:solidFill>
                  <a:srgbClr val="543443"/>
                </a:solidFill>
              </a:rPr>
              <a:t>進德</a:t>
            </a:r>
            <a:endParaRPr lang="en-US" sz="1600"/>
          </a:p>
        </p:txBody>
      </p:sp>
      <p:sp>
        <p:nvSpPr>
          <p:cNvPr id="85" name="Shape 83"/>
          <p:cNvSpPr/>
          <p:nvPr/>
        </p:nvSpPr>
        <p:spPr>
          <a:xfrm>
            <a:off x="5481828" y="4024503"/>
            <a:ext cx="530352" cy="330327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86" name="Text 84"/>
          <p:cNvSpPr/>
          <p:nvPr/>
        </p:nvSpPr>
        <p:spPr>
          <a:xfrm>
            <a:off x="5504688" y="4029075"/>
            <a:ext cx="484632" cy="3211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7B3C5E"/>
                </a:solidFill>
              </a:rPr>
              <a:t>2</a:t>
            </a:r>
            <a:endParaRPr lang="en-US" sz="1600"/>
          </a:p>
        </p:txBody>
      </p:sp>
      <p:sp>
        <p:nvSpPr>
          <p:cNvPr id="87" name="Shape 85"/>
          <p:cNvSpPr/>
          <p:nvPr/>
        </p:nvSpPr>
        <p:spPr>
          <a:xfrm>
            <a:off x="502920" y="4354830"/>
            <a:ext cx="475488" cy="330327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88" name="Text 86"/>
          <p:cNvSpPr/>
          <p:nvPr/>
        </p:nvSpPr>
        <p:spPr>
          <a:xfrm>
            <a:off x="525780" y="4359402"/>
            <a:ext cx="429768" cy="3211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>
                <a:solidFill>
                  <a:srgbClr val="543443"/>
                </a:solidFill>
              </a:rPr>
              <a:t>10</a:t>
            </a:r>
            <a:endParaRPr lang="en-US" sz="1600"/>
          </a:p>
        </p:txBody>
      </p:sp>
      <p:sp>
        <p:nvSpPr>
          <p:cNvPr id="89" name="Shape 87"/>
          <p:cNvSpPr/>
          <p:nvPr/>
        </p:nvSpPr>
        <p:spPr>
          <a:xfrm>
            <a:off x="978408" y="4354830"/>
            <a:ext cx="3881628" cy="330327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90" name="Text 88"/>
          <p:cNvSpPr/>
          <p:nvPr/>
        </p:nvSpPr>
        <p:spPr>
          <a:xfrm>
            <a:off x="1001268" y="4359402"/>
            <a:ext cx="3835908" cy="3211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>
                <a:solidFill>
                  <a:srgbClr val="543443"/>
                </a:solidFill>
              </a:rPr>
              <a:t>林美愛</a:t>
            </a:r>
            <a:endParaRPr lang="en-US" sz="1600"/>
          </a:p>
        </p:txBody>
      </p:sp>
      <p:sp>
        <p:nvSpPr>
          <p:cNvPr id="91" name="Shape 89"/>
          <p:cNvSpPr/>
          <p:nvPr/>
        </p:nvSpPr>
        <p:spPr>
          <a:xfrm>
            <a:off x="4860036" y="4354830"/>
            <a:ext cx="621792" cy="330327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92" name="Text 90"/>
          <p:cNvSpPr/>
          <p:nvPr/>
        </p:nvSpPr>
        <p:spPr>
          <a:xfrm>
            <a:off x="4882896" y="4359402"/>
            <a:ext cx="576072" cy="3211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>
                <a:solidFill>
                  <a:srgbClr val="543443"/>
                </a:solidFill>
              </a:rPr>
              <a:t>進德</a:t>
            </a:r>
            <a:endParaRPr lang="en-US" sz="1600"/>
          </a:p>
        </p:txBody>
      </p:sp>
      <p:sp>
        <p:nvSpPr>
          <p:cNvPr id="93" name="Shape 91"/>
          <p:cNvSpPr/>
          <p:nvPr/>
        </p:nvSpPr>
        <p:spPr>
          <a:xfrm>
            <a:off x="5481828" y="4354830"/>
            <a:ext cx="530352" cy="330327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94" name="Text 92"/>
          <p:cNvSpPr/>
          <p:nvPr/>
        </p:nvSpPr>
        <p:spPr>
          <a:xfrm>
            <a:off x="5504688" y="4359402"/>
            <a:ext cx="484632" cy="3211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7B3C5E"/>
                </a:solidFill>
              </a:rPr>
              <a:t>1</a:t>
            </a:r>
            <a:endParaRPr lang="en-US" sz="1600"/>
          </a:p>
        </p:txBody>
      </p:sp>
      <p:sp>
        <p:nvSpPr>
          <p:cNvPr id="95" name="Shape 93"/>
          <p:cNvSpPr/>
          <p:nvPr/>
        </p:nvSpPr>
        <p:spPr>
          <a:xfrm>
            <a:off x="502920" y="4685157"/>
            <a:ext cx="475488" cy="330327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96" name="Text 94"/>
          <p:cNvSpPr/>
          <p:nvPr/>
        </p:nvSpPr>
        <p:spPr>
          <a:xfrm>
            <a:off x="525780" y="4689729"/>
            <a:ext cx="429768" cy="3211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>
                <a:solidFill>
                  <a:srgbClr val="543443"/>
                </a:solidFill>
              </a:rPr>
              <a:t>11</a:t>
            </a:r>
            <a:endParaRPr lang="en-US" sz="1600"/>
          </a:p>
        </p:txBody>
      </p:sp>
      <p:sp>
        <p:nvSpPr>
          <p:cNvPr id="97" name="Shape 95"/>
          <p:cNvSpPr/>
          <p:nvPr/>
        </p:nvSpPr>
        <p:spPr>
          <a:xfrm>
            <a:off x="978408" y="4685157"/>
            <a:ext cx="3881628" cy="330327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98" name="Text 96"/>
          <p:cNvSpPr/>
          <p:nvPr/>
        </p:nvSpPr>
        <p:spPr>
          <a:xfrm>
            <a:off x="1001268" y="4689729"/>
            <a:ext cx="3835908" cy="3211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>
                <a:solidFill>
                  <a:srgbClr val="543443"/>
                </a:solidFill>
              </a:rPr>
              <a:t>陳麗華</a:t>
            </a:r>
            <a:endParaRPr lang="en-US" sz="1600"/>
          </a:p>
        </p:txBody>
      </p:sp>
      <p:sp>
        <p:nvSpPr>
          <p:cNvPr id="99" name="Shape 97"/>
          <p:cNvSpPr/>
          <p:nvPr/>
        </p:nvSpPr>
        <p:spPr>
          <a:xfrm>
            <a:off x="4860036" y="4685157"/>
            <a:ext cx="621792" cy="330327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00" name="Text 98"/>
          <p:cNvSpPr/>
          <p:nvPr/>
        </p:nvSpPr>
        <p:spPr>
          <a:xfrm>
            <a:off x="4882896" y="4689729"/>
            <a:ext cx="576072" cy="3211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>
                <a:solidFill>
                  <a:srgbClr val="543443"/>
                </a:solidFill>
              </a:rPr>
              <a:t>進德</a:t>
            </a:r>
            <a:endParaRPr lang="en-US" sz="1600"/>
          </a:p>
        </p:txBody>
      </p:sp>
      <p:sp>
        <p:nvSpPr>
          <p:cNvPr id="101" name="Shape 99"/>
          <p:cNvSpPr/>
          <p:nvPr/>
        </p:nvSpPr>
        <p:spPr>
          <a:xfrm>
            <a:off x="5481828" y="4685157"/>
            <a:ext cx="530352" cy="330327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02" name="Text 100"/>
          <p:cNvSpPr/>
          <p:nvPr/>
        </p:nvSpPr>
        <p:spPr>
          <a:xfrm>
            <a:off x="5504688" y="4689729"/>
            <a:ext cx="484632" cy="3211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7B3C5E"/>
                </a:solidFill>
              </a:rPr>
              <a:t>1</a:t>
            </a:r>
            <a:endParaRPr lang="en-US" sz="1600"/>
          </a:p>
        </p:txBody>
      </p:sp>
      <p:sp>
        <p:nvSpPr>
          <p:cNvPr id="103" name="Shape 101"/>
          <p:cNvSpPr/>
          <p:nvPr/>
        </p:nvSpPr>
        <p:spPr>
          <a:xfrm>
            <a:off x="502920" y="5015484"/>
            <a:ext cx="475488" cy="330327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04" name="Text 102"/>
          <p:cNvSpPr/>
          <p:nvPr/>
        </p:nvSpPr>
        <p:spPr>
          <a:xfrm>
            <a:off x="525780" y="5020056"/>
            <a:ext cx="429768" cy="3211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>
                <a:solidFill>
                  <a:srgbClr val="543443"/>
                </a:solidFill>
              </a:rPr>
              <a:t>12</a:t>
            </a:r>
            <a:endParaRPr lang="en-US" sz="1600"/>
          </a:p>
        </p:txBody>
      </p:sp>
      <p:sp>
        <p:nvSpPr>
          <p:cNvPr id="105" name="Shape 103"/>
          <p:cNvSpPr/>
          <p:nvPr/>
        </p:nvSpPr>
        <p:spPr>
          <a:xfrm>
            <a:off x="978408" y="5015484"/>
            <a:ext cx="3881628" cy="330327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06" name="Text 104"/>
          <p:cNvSpPr/>
          <p:nvPr/>
        </p:nvSpPr>
        <p:spPr>
          <a:xfrm>
            <a:off x="1001268" y="5020056"/>
            <a:ext cx="3835908" cy="3211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>
                <a:solidFill>
                  <a:srgbClr val="543443"/>
                </a:solidFill>
              </a:rPr>
              <a:t>黃書龍</a:t>
            </a:r>
            <a:endParaRPr lang="en-US" sz="1600"/>
          </a:p>
        </p:txBody>
      </p:sp>
      <p:sp>
        <p:nvSpPr>
          <p:cNvPr id="107" name="Shape 105"/>
          <p:cNvSpPr/>
          <p:nvPr/>
        </p:nvSpPr>
        <p:spPr>
          <a:xfrm>
            <a:off x="4860036" y="5015484"/>
            <a:ext cx="621792" cy="330327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08" name="Text 106"/>
          <p:cNvSpPr/>
          <p:nvPr/>
        </p:nvSpPr>
        <p:spPr>
          <a:xfrm>
            <a:off x="4882896" y="5020056"/>
            <a:ext cx="576072" cy="3211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>
                <a:solidFill>
                  <a:srgbClr val="543443"/>
                </a:solidFill>
              </a:rPr>
              <a:t>進德</a:t>
            </a:r>
            <a:endParaRPr lang="en-US" sz="1600"/>
          </a:p>
        </p:txBody>
      </p:sp>
      <p:sp>
        <p:nvSpPr>
          <p:cNvPr id="109" name="Shape 107"/>
          <p:cNvSpPr/>
          <p:nvPr/>
        </p:nvSpPr>
        <p:spPr>
          <a:xfrm>
            <a:off x="5481828" y="5015484"/>
            <a:ext cx="530352" cy="330327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10" name="Text 108"/>
          <p:cNvSpPr/>
          <p:nvPr/>
        </p:nvSpPr>
        <p:spPr>
          <a:xfrm>
            <a:off x="5504688" y="5020056"/>
            <a:ext cx="484632" cy="3211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7B3C5E"/>
                </a:solidFill>
              </a:rPr>
              <a:t>1</a:t>
            </a:r>
            <a:endParaRPr lang="en-US" sz="1600"/>
          </a:p>
        </p:txBody>
      </p:sp>
      <p:sp>
        <p:nvSpPr>
          <p:cNvPr id="111" name="Shape 109"/>
          <p:cNvSpPr/>
          <p:nvPr/>
        </p:nvSpPr>
        <p:spPr>
          <a:xfrm>
            <a:off x="502920" y="5345811"/>
            <a:ext cx="475488" cy="330327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12" name="Text 110"/>
          <p:cNvSpPr/>
          <p:nvPr/>
        </p:nvSpPr>
        <p:spPr>
          <a:xfrm>
            <a:off x="525780" y="5350383"/>
            <a:ext cx="429768" cy="3211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>
                <a:solidFill>
                  <a:srgbClr val="543443"/>
                </a:solidFill>
              </a:rPr>
              <a:t>13</a:t>
            </a:r>
            <a:endParaRPr lang="en-US" sz="1600"/>
          </a:p>
        </p:txBody>
      </p:sp>
      <p:sp>
        <p:nvSpPr>
          <p:cNvPr id="113" name="Shape 111"/>
          <p:cNvSpPr/>
          <p:nvPr/>
        </p:nvSpPr>
        <p:spPr>
          <a:xfrm>
            <a:off x="978408" y="5345811"/>
            <a:ext cx="3881628" cy="330327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14" name="Text 112"/>
          <p:cNvSpPr/>
          <p:nvPr/>
        </p:nvSpPr>
        <p:spPr>
          <a:xfrm>
            <a:off x="1001268" y="5350383"/>
            <a:ext cx="3835908" cy="3211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>
                <a:solidFill>
                  <a:srgbClr val="543443"/>
                </a:solidFill>
              </a:rPr>
              <a:t>謝亞金</a:t>
            </a:r>
            <a:endParaRPr lang="en-US" sz="1600"/>
          </a:p>
        </p:txBody>
      </p:sp>
      <p:sp>
        <p:nvSpPr>
          <p:cNvPr id="115" name="Shape 113"/>
          <p:cNvSpPr/>
          <p:nvPr/>
        </p:nvSpPr>
        <p:spPr>
          <a:xfrm>
            <a:off x="4860036" y="5345811"/>
            <a:ext cx="621792" cy="330327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16" name="Text 114"/>
          <p:cNvSpPr/>
          <p:nvPr/>
        </p:nvSpPr>
        <p:spPr>
          <a:xfrm>
            <a:off x="4882896" y="5350383"/>
            <a:ext cx="576072" cy="3211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>
                <a:solidFill>
                  <a:srgbClr val="543443"/>
                </a:solidFill>
              </a:rPr>
              <a:t>進德</a:t>
            </a:r>
            <a:endParaRPr lang="en-US" sz="1600"/>
          </a:p>
        </p:txBody>
      </p:sp>
      <p:sp>
        <p:nvSpPr>
          <p:cNvPr id="117" name="Shape 115"/>
          <p:cNvSpPr/>
          <p:nvPr/>
        </p:nvSpPr>
        <p:spPr>
          <a:xfrm>
            <a:off x="5481828" y="5345811"/>
            <a:ext cx="530352" cy="330327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18" name="Text 116"/>
          <p:cNvSpPr/>
          <p:nvPr/>
        </p:nvSpPr>
        <p:spPr>
          <a:xfrm>
            <a:off x="5504688" y="5350383"/>
            <a:ext cx="484632" cy="3211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7B3C5E"/>
                </a:solidFill>
              </a:rPr>
              <a:t>1</a:t>
            </a:r>
            <a:endParaRPr lang="en-US" sz="1600"/>
          </a:p>
        </p:txBody>
      </p:sp>
      <p:sp>
        <p:nvSpPr>
          <p:cNvPr id="119" name="Shape 117"/>
          <p:cNvSpPr/>
          <p:nvPr/>
        </p:nvSpPr>
        <p:spPr>
          <a:xfrm>
            <a:off x="502920" y="5676138"/>
            <a:ext cx="475488" cy="330327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20" name="Text 118"/>
          <p:cNvSpPr/>
          <p:nvPr/>
        </p:nvSpPr>
        <p:spPr>
          <a:xfrm>
            <a:off x="525780" y="5680710"/>
            <a:ext cx="429768" cy="3211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>
                <a:solidFill>
                  <a:srgbClr val="543443"/>
                </a:solidFill>
              </a:rPr>
              <a:t>14</a:t>
            </a:r>
            <a:endParaRPr lang="en-US" sz="1600"/>
          </a:p>
        </p:txBody>
      </p:sp>
      <p:sp>
        <p:nvSpPr>
          <p:cNvPr id="121" name="Shape 119"/>
          <p:cNvSpPr/>
          <p:nvPr/>
        </p:nvSpPr>
        <p:spPr>
          <a:xfrm>
            <a:off x="978408" y="5676138"/>
            <a:ext cx="3881628" cy="330327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22" name="Text 120"/>
          <p:cNvSpPr/>
          <p:nvPr/>
        </p:nvSpPr>
        <p:spPr>
          <a:xfrm>
            <a:off x="1001268" y="5680710"/>
            <a:ext cx="3835908" cy="3211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>
                <a:solidFill>
                  <a:srgbClr val="543443"/>
                </a:solidFill>
              </a:rPr>
              <a:t>茅俊桔</a:t>
            </a:r>
            <a:endParaRPr lang="en-US" sz="1600"/>
          </a:p>
        </p:txBody>
      </p:sp>
      <p:sp>
        <p:nvSpPr>
          <p:cNvPr id="123" name="Shape 121"/>
          <p:cNvSpPr/>
          <p:nvPr/>
        </p:nvSpPr>
        <p:spPr>
          <a:xfrm>
            <a:off x="4860036" y="5676138"/>
            <a:ext cx="621792" cy="330327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24" name="Text 122"/>
          <p:cNvSpPr/>
          <p:nvPr/>
        </p:nvSpPr>
        <p:spPr>
          <a:xfrm>
            <a:off x="4882896" y="5680710"/>
            <a:ext cx="576072" cy="3211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>
                <a:solidFill>
                  <a:srgbClr val="543443"/>
                </a:solidFill>
              </a:rPr>
              <a:t>進德</a:t>
            </a:r>
            <a:endParaRPr lang="en-US" sz="1600"/>
          </a:p>
        </p:txBody>
      </p:sp>
      <p:sp>
        <p:nvSpPr>
          <p:cNvPr id="125" name="Shape 123"/>
          <p:cNvSpPr/>
          <p:nvPr/>
        </p:nvSpPr>
        <p:spPr>
          <a:xfrm>
            <a:off x="5481828" y="5676138"/>
            <a:ext cx="530352" cy="330327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26" name="Text 124"/>
          <p:cNvSpPr/>
          <p:nvPr/>
        </p:nvSpPr>
        <p:spPr>
          <a:xfrm>
            <a:off x="5504688" y="5680710"/>
            <a:ext cx="484632" cy="3211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7B3C5E"/>
                </a:solidFill>
              </a:rPr>
              <a:t>1</a:t>
            </a:r>
            <a:endParaRPr lang="en-US" sz="1600"/>
          </a:p>
        </p:txBody>
      </p:sp>
      <p:sp>
        <p:nvSpPr>
          <p:cNvPr id="127" name="Shape 125"/>
          <p:cNvSpPr/>
          <p:nvPr/>
        </p:nvSpPr>
        <p:spPr>
          <a:xfrm>
            <a:off x="502920" y="6006465"/>
            <a:ext cx="475488" cy="330327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28" name="Text 126"/>
          <p:cNvSpPr/>
          <p:nvPr/>
        </p:nvSpPr>
        <p:spPr>
          <a:xfrm>
            <a:off x="525780" y="6011037"/>
            <a:ext cx="429768" cy="3211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>
                <a:solidFill>
                  <a:srgbClr val="543443"/>
                </a:solidFill>
              </a:rPr>
              <a:t>15</a:t>
            </a:r>
            <a:endParaRPr lang="en-US" sz="1600"/>
          </a:p>
        </p:txBody>
      </p:sp>
      <p:sp>
        <p:nvSpPr>
          <p:cNvPr id="129" name="Shape 127"/>
          <p:cNvSpPr/>
          <p:nvPr/>
        </p:nvSpPr>
        <p:spPr>
          <a:xfrm>
            <a:off x="978408" y="6006465"/>
            <a:ext cx="3881628" cy="330327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30" name="Text 128"/>
          <p:cNvSpPr/>
          <p:nvPr/>
        </p:nvSpPr>
        <p:spPr>
          <a:xfrm>
            <a:off x="1001268" y="6011037"/>
            <a:ext cx="3835908" cy="3211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>
                <a:solidFill>
                  <a:srgbClr val="543443"/>
                </a:solidFill>
              </a:rPr>
              <a:t>陳麗英</a:t>
            </a:r>
            <a:endParaRPr lang="en-US" sz="1600"/>
          </a:p>
        </p:txBody>
      </p:sp>
      <p:sp>
        <p:nvSpPr>
          <p:cNvPr id="131" name="Shape 129"/>
          <p:cNvSpPr/>
          <p:nvPr/>
        </p:nvSpPr>
        <p:spPr>
          <a:xfrm>
            <a:off x="4860036" y="6006465"/>
            <a:ext cx="621792" cy="330327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32" name="Text 130"/>
          <p:cNvSpPr/>
          <p:nvPr/>
        </p:nvSpPr>
        <p:spPr>
          <a:xfrm>
            <a:off x="4882896" y="6011037"/>
            <a:ext cx="576072" cy="3211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>
                <a:solidFill>
                  <a:srgbClr val="543443"/>
                </a:solidFill>
              </a:rPr>
              <a:t>進德</a:t>
            </a:r>
            <a:endParaRPr lang="en-US" sz="1600"/>
          </a:p>
        </p:txBody>
      </p:sp>
      <p:sp>
        <p:nvSpPr>
          <p:cNvPr id="133" name="Shape 131"/>
          <p:cNvSpPr/>
          <p:nvPr/>
        </p:nvSpPr>
        <p:spPr>
          <a:xfrm>
            <a:off x="5481828" y="6006465"/>
            <a:ext cx="530352" cy="330327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34" name="Text 132"/>
          <p:cNvSpPr/>
          <p:nvPr/>
        </p:nvSpPr>
        <p:spPr>
          <a:xfrm>
            <a:off x="5504688" y="6011037"/>
            <a:ext cx="484632" cy="3211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7B3C5E"/>
                </a:solidFill>
              </a:rPr>
              <a:t>1</a:t>
            </a:r>
            <a:endParaRPr lang="en-US" sz="1600"/>
          </a:p>
        </p:txBody>
      </p:sp>
      <p:sp>
        <p:nvSpPr>
          <p:cNvPr id="135" name="Shape 133"/>
          <p:cNvSpPr/>
          <p:nvPr/>
        </p:nvSpPr>
        <p:spPr>
          <a:xfrm>
            <a:off x="6176772" y="1051560"/>
            <a:ext cx="5509260" cy="5285232"/>
          </a:xfrm>
          <a:prstGeom prst="roundRect">
            <a:avLst/>
          </a:prstGeom>
          <a:solidFill>
            <a:srgbClr val="FFFCFA"/>
          </a:solidFill>
          <a:ln w="12700">
            <a:solidFill>
              <a:srgbClr val="D8B77D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36" name="Shape 134"/>
          <p:cNvSpPr/>
          <p:nvPr/>
        </p:nvSpPr>
        <p:spPr>
          <a:xfrm>
            <a:off x="6176772" y="1051560"/>
            <a:ext cx="475488" cy="330327"/>
          </a:xfrm>
          <a:prstGeom prst="rect">
            <a:avLst/>
          </a:prstGeom>
          <a:solidFill>
            <a:srgbClr val="92506F"/>
          </a:solidFill>
          <a:ln w="6350">
            <a:solidFill>
              <a:srgbClr val="E6C992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37" name="Text 135"/>
          <p:cNvSpPr/>
          <p:nvPr/>
        </p:nvSpPr>
        <p:spPr>
          <a:xfrm>
            <a:off x="6195060" y="1060704"/>
            <a:ext cx="438912" cy="3120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</a:rPr>
              <a:t>No</a:t>
            </a:r>
            <a:endParaRPr lang="en-US" sz="1600"/>
          </a:p>
        </p:txBody>
      </p:sp>
      <p:sp>
        <p:nvSpPr>
          <p:cNvPr id="138" name="Shape 136"/>
          <p:cNvSpPr/>
          <p:nvPr/>
        </p:nvSpPr>
        <p:spPr>
          <a:xfrm>
            <a:off x="6652260" y="1051560"/>
            <a:ext cx="3881628" cy="330327"/>
          </a:xfrm>
          <a:prstGeom prst="rect">
            <a:avLst/>
          </a:prstGeom>
          <a:solidFill>
            <a:srgbClr val="7B3C5E"/>
          </a:solidFill>
          <a:ln w="6350">
            <a:solidFill>
              <a:srgbClr val="E6C992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39" name="Text 137"/>
          <p:cNvSpPr/>
          <p:nvPr/>
        </p:nvSpPr>
        <p:spPr>
          <a:xfrm>
            <a:off x="6670548" y="1060704"/>
            <a:ext cx="3845052" cy="3120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</a:rPr>
              <a:t>負責人</a:t>
            </a:r>
            <a:endParaRPr lang="en-US" sz="1600"/>
          </a:p>
        </p:txBody>
      </p:sp>
      <p:sp>
        <p:nvSpPr>
          <p:cNvPr id="140" name="Shape 138"/>
          <p:cNvSpPr/>
          <p:nvPr/>
        </p:nvSpPr>
        <p:spPr>
          <a:xfrm>
            <a:off x="10533888" y="1051560"/>
            <a:ext cx="621792" cy="330327"/>
          </a:xfrm>
          <a:prstGeom prst="rect">
            <a:avLst/>
          </a:prstGeom>
          <a:solidFill>
            <a:srgbClr val="92506F"/>
          </a:solidFill>
          <a:ln w="6350">
            <a:solidFill>
              <a:srgbClr val="E6C992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41" name="Text 139"/>
          <p:cNvSpPr/>
          <p:nvPr/>
        </p:nvSpPr>
        <p:spPr>
          <a:xfrm>
            <a:off x="10552176" y="1060704"/>
            <a:ext cx="585216" cy="3120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</a:rPr>
              <a:t>屬壇</a:t>
            </a:r>
            <a:endParaRPr lang="en-US" sz="1600"/>
          </a:p>
        </p:txBody>
      </p:sp>
      <p:sp>
        <p:nvSpPr>
          <p:cNvPr id="142" name="Shape 140"/>
          <p:cNvSpPr/>
          <p:nvPr/>
        </p:nvSpPr>
        <p:spPr>
          <a:xfrm>
            <a:off x="11155680" y="1051560"/>
            <a:ext cx="530352" cy="330327"/>
          </a:xfrm>
          <a:prstGeom prst="rect">
            <a:avLst/>
          </a:prstGeom>
          <a:solidFill>
            <a:srgbClr val="92506F"/>
          </a:solidFill>
          <a:ln w="6350">
            <a:solidFill>
              <a:srgbClr val="E6C992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43" name="Text 141"/>
          <p:cNvSpPr/>
          <p:nvPr/>
        </p:nvSpPr>
        <p:spPr>
          <a:xfrm>
            <a:off x="11173968" y="1060704"/>
            <a:ext cx="493776" cy="3120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</a:rPr>
              <a:t>求道人數</a:t>
            </a:r>
            <a:endParaRPr lang="en-US" sz="1600"/>
          </a:p>
        </p:txBody>
      </p:sp>
      <p:sp>
        <p:nvSpPr>
          <p:cNvPr id="144" name="Shape 142"/>
          <p:cNvSpPr/>
          <p:nvPr/>
        </p:nvSpPr>
        <p:spPr>
          <a:xfrm>
            <a:off x="6176772" y="1381887"/>
            <a:ext cx="475488" cy="330327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45" name="Text 143"/>
          <p:cNvSpPr/>
          <p:nvPr/>
        </p:nvSpPr>
        <p:spPr>
          <a:xfrm>
            <a:off x="6199632" y="1386459"/>
            <a:ext cx="429768" cy="3211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>
                <a:solidFill>
                  <a:srgbClr val="543443"/>
                </a:solidFill>
              </a:rPr>
              <a:t>16</a:t>
            </a:r>
            <a:endParaRPr lang="en-US" sz="1600"/>
          </a:p>
        </p:txBody>
      </p:sp>
      <p:sp>
        <p:nvSpPr>
          <p:cNvPr id="146" name="Shape 144"/>
          <p:cNvSpPr/>
          <p:nvPr/>
        </p:nvSpPr>
        <p:spPr>
          <a:xfrm>
            <a:off x="6652260" y="1381887"/>
            <a:ext cx="3881628" cy="330327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47" name="Text 145"/>
          <p:cNvSpPr/>
          <p:nvPr/>
        </p:nvSpPr>
        <p:spPr>
          <a:xfrm>
            <a:off x="6675120" y="1386459"/>
            <a:ext cx="3835908" cy="3211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>
                <a:solidFill>
                  <a:srgbClr val="543443"/>
                </a:solidFill>
              </a:rPr>
              <a:t>楊清和</a:t>
            </a:r>
            <a:endParaRPr lang="en-US" sz="1600"/>
          </a:p>
        </p:txBody>
      </p:sp>
      <p:sp>
        <p:nvSpPr>
          <p:cNvPr id="148" name="Shape 146"/>
          <p:cNvSpPr/>
          <p:nvPr/>
        </p:nvSpPr>
        <p:spPr>
          <a:xfrm>
            <a:off x="10533888" y="1381887"/>
            <a:ext cx="621792" cy="330327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49" name="Text 147"/>
          <p:cNvSpPr/>
          <p:nvPr/>
        </p:nvSpPr>
        <p:spPr>
          <a:xfrm>
            <a:off x="10556748" y="1386459"/>
            <a:ext cx="576072" cy="3211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>
                <a:solidFill>
                  <a:srgbClr val="543443"/>
                </a:solidFill>
              </a:rPr>
              <a:t>進德</a:t>
            </a:r>
            <a:endParaRPr lang="en-US" sz="1600"/>
          </a:p>
        </p:txBody>
      </p:sp>
      <p:sp>
        <p:nvSpPr>
          <p:cNvPr id="150" name="Shape 148"/>
          <p:cNvSpPr/>
          <p:nvPr/>
        </p:nvSpPr>
        <p:spPr>
          <a:xfrm>
            <a:off x="11155680" y="1381887"/>
            <a:ext cx="530352" cy="330327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51" name="Text 149"/>
          <p:cNvSpPr/>
          <p:nvPr/>
        </p:nvSpPr>
        <p:spPr>
          <a:xfrm>
            <a:off x="11178540" y="1386459"/>
            <a:ext cx="484632" cy="3211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7B3C5E"/>
                </a:solidFill>
              </a:rPr>
              <a:t>1</a:t>
            </a:r>
            <a:endParaRPr lang="en-US" sz="1600"/>
          </a:p>
        </p:txBody>
      </p:sp>
      <p:sp>
        <p:nvSpPr>
          <p:cNvPr id="152" name="Shape 150"/>
          <p:cNvSpPr/>
          <p:nvPr/>
        </p:nvSpPr>
        <p:spPr>
          <a:xfrm>
            <a:off x="6176772" y="1712214"/>
            <a:ext cx="475488" cy="330327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53" name="Text 151"/>
          <p:cNvSpPr/>
          <p:nvPr/>
        </p:nvSpPr>
        <p:spPr>
          <a:xfrm>
            <a:off x="6199632" y="1716786"/>
            <a:ext cx="429768" cy="3211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>
                <a:solidFill>
                  <a:srgbClr val="543443"/>
                </a:solidFill>
              </a:rPr>
              <a:t>17</a:t>
            </a:r>
            <a:endParaRPr lang="en-US" sz="1600"/>
          </a:p>
        </p:txBody>
      </p:sp>
      <p:sp>
        <p:nvSpPr>
          <p:cNvPr id="154" name="Shape 152"/>
          <p:cNvSpPr/>
          <p:nvPr/>
        </p:nvSpPr>
        <p:spPr>
          <a:xfrm>
            <a:off x="6652260" y="1712214"/>
            <a:ext cx="3881628" cy="330327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55" name="Text 153"/>
          <p:cNvSpPr/>
          <p:nvPr/>
        </p:nvSpPr>
        <p:spPr>
          <a:xfrm>
            <a:off x="6675120" y="1716786"/>
            <a:ext cx="3835908" cy="3211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>
                <a:solidFill>
                  <a:srgbClr val="543443"/>
                </a:solidFill>
              </a:rPr>
              <a:t>黃書虎</a:t>
            </a:r>
            <a:endParaRPr lang="en-US" sz="1600"/>
          </a:p>
        </p:txBody>
      </p:sp>
      <p:sp>
        <p:nvSpPr>
          <p:cNvPr id="156" name="Shape 154"/>
          <p:cNvSpPr/>
          <p:nvPr/>
        </p:nvSpPr>
        <p:spPr>
          <a:xfrm>
            <a:off x="10533888" y="1712214"/>
            <a:ext cx="621792" cy="330327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57" name="Text 155"/>
          <p:cNvSpPr/>
          <p:nvPr/>
        </p:nvSpPr>
        <p:spPr>
          <a:xfrm>
            <a:off x="10556748" y="1716786"/>
            <a:ext cx="576072" cy="3211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>
                <a:solidFill>
                  <a:srgbClr val="543443"/>
                </a:solidFill>
              </a:rPr>
              <a:t>進德</a:t>
            </a:r>
            <a:endParaRPr lang="en-US" sz="1600"/>
          </a:p>
        </p:txBody>
      </p:sp>
      <p:sp>
        <p:nvSpPr>
          <p:cNvPr id="158" name="Shape 156"/>
          <p:cNvSpPr/>
          <p:nvPr/>
        </p:nvSpPr>
        <p:spPr>
          <a:xfrm>
            <a:off x="11155680" y="1712214"/>
            <a:ext cx="530352" cy="330327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59" name="Text 157"/>
          <p:cNvSpPr/>
          <p:nvPr/>
        </p:nvSpPr>
        <p:spPr>
          <a:xfrm>
            <a:off x="11178540" y="1716786"/>
            <a:ext cx="484632" cy="3211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7B3C5E"/>
                </a:solidFill>
              </a:rPr>
              <a:t>1</a:t>
            </a:r>
            <a:endParaRPr lang="en-US" sz="1600"/>
          </a:p>
        </p:txBody>
      </p:sp>
      <p:sp>
        <p:nvSpPr>
          <p:cNvPr id="160" name="Shape 158"/>
          <p:cNvSpPr/>
          <p:nvPr/>
        </p:nvSpPr>
        <p:spPr>
          <a:xfrm>
            <a:off x="6176772" y="2042541"/>
            <a:ext cx="475488" cy="330327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61" name="Text 159"/>
          <p:cNvSpPr/>
          <p:nvPr/>
        </p:nvSpPr>
        <p:spPr>
          <a:xfrm>
            <a:off x="6199632" y="2047113"/>
            <a:ext cx="429768" cy="3211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>
                <a:solidFill>
                  <a:srgbClr val="543443"/>
                </a:solidFill>
              </a:rPr>
              <a:t>18</a:t>
            </a:r>
            <a:endParaRPr lang="en-US" sz="1600"/>
          </a:p>
        </p:txBody>
      </p:sp>
      <p:sp>
        <p:nvSpPr>
          <p:cNvPr id="162" name="Shape 160"/>
          <p:cNvSpPr/>
          <p:nvPr/>
        </p:nvSpPr>
        <p:spPr>
          <a:xfrm>
            <a:off x="6652260" y="2042541"/>
            <a:ext cx="3881628" cy="330327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63" name="Text 161"/>
          <p:cNvSpPr/>
          <p:nvPr/>
        </p:nvSpPr>
        <p:spPr>
          <a:xfrm>
            <a:off x="6675120" y="2047113"/>
            <a:ext cx="3835908" cy="3211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>
                <a:solidFill>
                  <a:srgbClr val="543443"/>
                </a:solidFill>
              </a:rPr>
              <a:t>龔秀蓮</a:t>
            </a:r>
            <a:endParaRPr lang="en-US" sz="1600"/>
          </a:p>
        </p:txBody>
      </p:sp>
      <p:sp>
        <p:nvSpPr>
          <p:cNvPr id="164" name="Shape 162"/>
          <p:cNvSpPr/>
          <p:nvPr/>
        </p:nvSpPr>
        <p:spPr>
          <a:xfrm>
            <a:off x="10533888" y="2042541"/>
            <a:ext cx="621792" cy="330327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65" name="Text 163"/>
          <p:cNvSpPr/>
          <p:nvPr/>
        </p:nvSpPr>
        <p:spPr>
          <a:xfrm>
            <a:off x="10556748" y="2047113"/>
            <a:ext cx="576072" cy="3211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>
                <a:solidFill>
                  <a:srgbClr val="543443"/>
                </a:solidFill>
              </a:rPr>
              <a:t>謙德</a:t>
            </a:r>
            <a:endParaRPr lang="en-US" sz="1600"/>
          </a:p>
        </p:txBody>
      </p:sp>
      <p:sp>
        <p:nvSpPr>
          <p:cNvPr id="166" name="Shape 164"/>
          <p:cNvSpPr/>
          <p:nvPr/>
        </p:nvSpPr>
        <p:spPr>
          <a:xfrm>
            <a:off x="11155680" y="2042541"/>
            <a:ext cx="530352" cy="330327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67" name="Text 165"/>
          <p:cNvSpPr/>
          <p:nvPr/>
        </p:nvSpPr>
        <p:spPr>
          <a:xfrm>
            <a:off x="11178540" y="2047113"/>
            <a:ext cx="484632" cy="3211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7B3C5E"/>
                </a:solidFill>
              </a:rPr>
              <a:t>3</a:t>
            </a:r>
            <a:endParaRPr lang="en-US" sz="1600"/>
          </a:p>
        </p:txBody>
      </p:sp>
      <p:sp>
        <p:nvSpPr>
          <p:cNvPr id="168" name="Shape 166"/>
          <p:cNvSpPr/>
          <p:nvPr/>
        </p:nvSpPr>
        <p:spPr>
          <a:xfrm>
            <a:off x="6176772" y="2372868"/>
            <a:ext cx="475488" cy="330327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69" name="Text 167"/>
          <p:cNvSpPr/>
          <p:nvPr/>
        </p:nvSpPr>
        <p:spPr>
          <a:xfrm>
            <a:off x="6199632" y="2377440"/>
            <a:ext cx="429768" cy="3211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>
                <a:solidFill>
                  <a:srgbClr val="543443"/>
                </a:solidFill>
              </a:rPr>
              <a:t>19</a:t>
            </a:r>
            <a:endParaRPr lang="en-US" sz="1600"/>
          </a:p>
        </p:txBody>
      </p:sp>
      <p:sp>
        <p:nvSpPr>
          <p:cNvPr id="170" name="Shape 168"/>
          <p:cNvSpPr/>
          <p:nvPr/>
        </p:nvSpPr>
        <p:spPr>
          <a:xfrm>
            <a:off x="6652260" y="2372868"/>
            <a:ext cx="3881628" cy="330327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71" name="Text 169"/>
          <p:cNvSpPr/>
          <p:nvPr/>
        </p:nvSpPr>
        <p:spPr>
          <a:xfrm>
            <a:off x="6675120" y="2377440"/>
            <a:ext cx="3835908" cy="3211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>
                <a:solidFill>
                  <a:srgbClr val="543443"/>
                </a:solidFill>
              </a:rPr>
              <a:t>梁博喜</a:t>
            </a:r>
            <a:endParaRPr lang="en-US" sz="1600"/>
          </a:p>
        </p:txBody>
      </p:sp>
      <p:sp>
        <p:nvSpPr>
          <p:cNvPr id="172" name="Shape 170"/>
          <p:cNvSpPr/>
          <p:nvPr/>
        </p:nvSpPr>
        <p:spPr>
          <a:xfrm>
            <a:off x="10533888" y="2372868"/>
            <a:ext cx="621792" cy="330327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73" name="Text 171"/>
          <p:cNvSpPr/>
          <p:nvPr/>
        </p:nvSpPr>
        <p:spPr>
          <a:xfrm>
            <a:off x="10556748" y="2377440"/>
            <a:ext cx="576072" cy="3211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>
                <a:solidFill>
                  <a:srgbClr val="543443"/>
                </a:solidFill>
              </a:rPr>
              <a:t>謙德</a:t>
            </a:r>
            <a:endParaRPr lang="en-US" sz="1600"/>
          </a:p>
        </p:txBody>
      </p:sp>
      <p:sp>
        <p:nvSpPr>
          <p:cNvPr id="174" name="Shape 172"/>
          <p:cNvSpPr/>
          <p:nvPr/>
        </p:nvSpPr>
        <p:spPr>
          <a:xfrm>
            <a:off x="11155680" y="2372868"/>
            <a:ext cx="530352" cy="330327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75" name="Text 173"/>
          <p:cNvSpPr/>
          <p:nvPr/>
        </p:nvSpPr>
        <p:spPr>
          <a:xfrm>
            <a:off x="11178540" y="2377440"/>
            <a:ext cx="484632" cy="3211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7B3C5E"/>
                </a:solidFill>
              </a:rPr>
              <a:t>1</a:t>
            </a:r>
            <a:endParaRPr lang="en-US" sz="1600"/>
          </a:p>
        </p:txBody>
      </p:sp>
      <p:sp>
        <p:nvSpPr>
          <p:cNvPr id="176" name="Shape 174"/>
          <p:cNvSpPr/>
          <p:nvPr/>
        </p:nvSpPr>
        <p:spPr>
          <a:xfrm>
            <a:off x="6176772" y="2703195"/>
            <a:ext cx="475488" cy="330327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77" name="Text 175"/>
          <p:cNvSpPr/>
          <p:nvPr/>
        </p:nvSpPr>
        <p:spPr>
          <a:xfrm>
            <a:off x="6199632" y="2707767"/>
            <a:ext cx="429768" cy="3211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>
                <a:solidFill>
                  <a:srgbClr val="543443"/>
                </a:solidFill>
              </a:rPr>
              <a:t>20</a:t>
            </a:r>
            <a:endParaRPr lang="en-US" sz="1600"/>
          </a:p>
        </p:txBody>
      </p:sp>
      <p:sp>
        <p:nvSpPr>
          <p:cNvPr id="178" name="Shape 176"/>
          <p:cNvSpPr/>
          <p:nvPr/>
        </p:nvSpPr>
        <p:spPr>
          <a:xfrm>
            <a:off x="6652260" y="2703195"/>
            <a:ext cx="3881628" cy="330327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79" name="Text 177"/>
          <p:cNvSpPr/>
          <p:nvPr/>
        </p:nvSpPr>
        <p:spPr>
          <a:xfrm>
            <a:off x="6675120" y="2707767"/>
            <a:ext cx="3835908" cy="3211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>
                <a:solidFill>
                  <a:srgbClr val="543443"/>
                </a:solidFill>
              </a:rPr>
              <a:t>李學九</a:t>
            </a:r>
            <a:endParaRPr lang="en-US" sz="1600"/>
          </a:p>
        </p:txBody>
      </p:sp>
      <p:sp>
        <p:nvSpPr>
          <p:cNvPr id="180" name="Shape 178"/>
          <p:cNvSpPr/>
          <p:nvPr/>
        </p:nvSpPr>
        <p:spPr>
          <a:xfrm>
            <a:off x="10533888" y="2703195"/>
            <a:ext cx="621792" cy="330327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81" name="Text 179"/>
          <p:cNvSpPr/>
          <p:nvPr/>
        </p:nvSpPr>
        <p:spPr>
          <a:xfrm>
            <a:off x="10556748" y="2707767"/>
            <a:ext cx="576072" cy="3211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>
                <a:solidFill>
                  <a:srgbClr val="543443"/>
                </a:solidFill>
              </a:rPr>
              <a:t>謙德</a:t>
            </a:r>
            <a:endParaRPr lang="en-US" sz="1600"/>
          </a:p>
        </p:txBody>
      </p:sp>
      <p:sp>
        <p:nvSpPr>
          <p:cNvPr id="182" name="Shape 180"/>
          <p:cNvSpPr/>
          <p:nvPr/>
        </p:nvSpPr>
        <p:spPr>
          <a:xfrm>
            <a:off x="11155680" y="2703195"/>
            <a:ext cx="530352" cy="330327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83" name="Text 181"/>
          <p:cNvSpPr/>
          <p:nvPr/>
        </p:nvSpPr>
        <p:spPr>
          <a:xfrm>
            <a:off x="11178540" y="2707767"/>
            <a:ext cx="484632" cy="3211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7B3C5E"/>
                </a:solidFill>
              </a:rPr>
              <a:t>1</a:t>
            </a:r>
            <a:endParaRPr lang="en-US" sz="1600"/>
          </a:p>
        </p:txBody>
      </p:sp>
      <p:sp>
        <p:nvSpPr>
          <p:cNvPr id="184" name="Shape 182"/>
          <p:cNvSpPr/>
          <p:nvPr/>
        </p:nvSpPr>
        <p:spPr>
          <a:xfrm>
            <a:off x="6176772" y="3033522"/>
            <a:ext cx="475488" cy="330327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85" name="Text 183"/>
          <p:cNvSpPr/>
          <p:nvPr/>
        </p:nvSpPr>
        <p:spPr>
          <a:xfrm>
            <a:off x="6199632" y="3038094"/>
            <a:ext cx="429768" cy="3211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>
                <a:solidFill>
                  <a:srgbClr val="543443"/>
                </a:solidFill>
              </a:rPr>
              <a:t>21</a:t>
            </a:r>
            <a:endParaRPr lang="en-US" sz="1600"/>
          </a:p>
        </p:txBody>
      </p:sp>
      <p:sp>
        <p:nvSpPr>
          <p:cNvPr id="186" name="Shape 184"/>
          <p:cNvSpPr/>
          <p:nvPr/>
        </p:nvSpPr>
        <p:spPr>
          <a:xfrm>
            <a:off x="6652260" y="3033522"/>
            <a:ext cx="3881628" cy="330327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87" name="Text 185"/>
          <p:cNvSpPr/>
          <p:nvPr/>
        </p:nvSpPr>
        <p:spPr>
          <a:xfrm>
            <a:off x="6675120" y="3038094"/>
            <a:ext cx="3835908" cy="3211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>
                <a:solidFill>
                  <a:srgbClr val="543443"/>
                </a:solidFill>
              </a:rPr>
              <a:t>翁健成</a:t>
            </a:r>
            <a:endParaRPr lang="en-US" sz="1600"/>
          </a:p>
        </p:txBody>
      </p:sp>
      <p:sp>
        <p:nvSpPr>
          <p:cNvPr id="188" name="Shape 186"/>
          <p:cNvSpPr/>
          <p:nvPr/>
        </p:nvSpPr>
        <p:spPr>
          <a:xfrm>
            <a:off x="10533888" y="3033522"/>
            <a:ext cx="621792" cy="330327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89" name="Text 187"/>
          <p:cNvSpPr/>
          <p:nvPr/>
        </p:nvSpPr>
        <p:spPr>
          <a:xfrm>
            <a:off x="10556748" y="3038094"/>
            <a:ext cx="576072" cy="3211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>
                <a:solidFill>
                  <a:srgbClr val="543443"/>
                </a:solidFill>
              </a:rPr>
              <a:t>謙德</a:t>
            </a:r>
            <a:endParaRPr lang="en-US" sz="1600"/>
          </a:p>
        </p:txBody>
      </p:sp>
      <p:sp>
        <p:nvSpPr>
          <p:cNvPr id="190" name="Shape 188"/>
          <p:cNvSpPr/>
          <p:nvPr/>
        </p:nvSpPr>
        <p:spPr>
          <a:xfrm>
            <a:off x="11155680" y="3033522"/>
            <a:ext cx="530352" cy="330327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91" name="Text 189"/>
          <p:cNvSpPr/>
          <p:nvPr/>
        </p:nvSpPr>
        <p:spPr>
          <a:xfrm>
            <a:off x="11178540" y="3038094"/>
            <a:ext cx="484632" cy="3211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7B3C5E"/>
                </a:solidFill>
              </a:rPr>
              <a:t>1</a:t>
            </a:r>
            <a:endParaRPr lang="en-US" sz="1600"/>
          </a:p>
        </p:txBody>
      </p:sp>
      <p:sp>
        <p:nvSpPr>
          <p:cNvPr id="192" name="Shape 190"/>
          <p:cNvSpPr/>
          <p:nvPr/>
        </p:nvSpPr>
        <p:spPr>
          <a:xfrm>
            <a:off x="6176772" y="3363849"/>
            <a:ext cx="475488" cy="330327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93" name="Text 191"/>
          <p:cNvSpPr/>
          <p:nvPr/>
        </p:nvSpPr>
        <p:spPr>
          <a:xfrm>
            <a:off x="6199632" y="3368421"/>
            <a:ext cx="429768" cy="3211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>
                <a:solidFill>
                  <a:srgbClr val="543443"/>
                </a:solidFill>
              </a:rPr>
              <a:t>22</a:t>
            </a:r>
            <a:endParaRPr lang="en-US" sz="1600"/>
          </a:p>
        </p:txBody>
      </p:sp>
      <p:sp>
        <p:nvSpPr>
          <p:cNvPr id="194" name="Shape 192"/>
          <p:cNvSpPr/>
          <p:nvPr/>
        </p:nvSpPr>
        <p:spPr>
          <a:xfrm>
            <a:off x="6652260" y="3363849"/>
            <a:ext cx="3881628" cy="330327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95" name="Text 193"/>
          <p:cNvSpPr/>
          <p:nvPr/>
        </p:nvSpPr>
        <p:spPr>
          <a:xfrm>
            <a:off x="6675120" y="3368421"/>
            <a:ext cx="3835908" cy="3211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>
                <a:solidFill>
                  <a:srgbClr val="543443"/>
                </a:solidFill>
              </a:rPr>
              <a:t>周麗娟</a:t>
            </a:r>
            <a:endParaRPr lang="en-US" sz="1600"/>
          </a:p>
        </p:txBody>
      </p:sp>
      <p:sp>
        <p:nvSpPr>
          <p:cNvPr id="196" name="Shape 194"/>
          <p:cNvSpPr/>
          <p:nvPr/>
        </p:nvSpPr>
        <p:spPr>
          <a:xfrm>
            <a:off x="10533888" y="3363849"/>
            <a:ext cx="621792" cy="330327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97" name="Text 195"/>
          <p:cNvSpPr/>
          <p:nvPr/>
        </p:nvSpPr>
        <p:spPr>
          <a:xfrm>
            <a:off x="10556748" y="3368421"/>
            <a:ext cx="576072" cy="3211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>
                <a:solidFill>
                  <a:srgbClr val="543443"/>
                </a:solidFill>
              </a:rPr>
              <a:t>璟德</a:t>
            </a:r>
            <a:endParaRPr lang="en-US" sz="1600"/>
          </a:p>
        </p:txBody>
      </p:sp>
      <p:sp>
        <p:nvSpPr>
          <p:cNvPr id="198" name="Shape 196"/>
          <p:cNvSpPr/>
          <p:nvPr/>
        </p:nvSpPr>
        <p:spPr>
          <a:xfrm>
            <a:off x="11155680" y="3363849"/>
            <a:ext cx="530352" cy="330327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99" name="Text 197"/>
          <p:cNvSpPr/>
          <p:nvPr/>
        </p:nvSpPr>
        <p:spPr>
          <a:xfrm>
            <a:off x="11178540" y="3368421"/>
            <a:ext cx="484632" cy="3211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7B3C5E"/>
                </a:solidFill>
              </a:rPr>
              <a:t>5</a:t>
            </a:r>
            <a:endParaRPr lang="en-US" sz="1600"/>
          </a:p>
        </p:txBody>
      </p:sp>
      <p:sp>
        <p:nvSpPr>
          <p:cNvPr id="200" name="Shape 198"/>
          <p:cNvSpPr/>
          <p:nvPr/>
        </p:nvSpPr>
        <p:spPr>
          <a:xfrm>
            <a:off x="6176772" y="3694176"/>
            <a:ext cx="475488" cy="330327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01" name="Text 199"/>
          <p:cNvSpPr/>
          <p:nvPr/>
        </p:nvSpPr>
        <p:spPr>
          <a:xfrm>
            <a:off x="6199632" y="3698748"/>
            <a:ext cx="429768" cy="3211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>
                <a:solidFill>
                  <a:srgbClr val="543443"/>
                </a:solidFill>
              </a:rPr>
              <a:t>23</a:t>
            </a:r>
            <a:endParaRPr lang="en-US" sz="1600"/>
          </a:p>
        </p:txBody>
      </p:sp>
      <p:sp>
        <p:nvSpPr>
          <p:cNvPr id="202" name="Shape 200"/>
          <p:cNvSpPr/>
          <p:nvPr/>
        </p:nvSpPr>
        <p:spPr>
          <a:xfrm>
            <a:off x="6652260" y="3694176"/>
            <a:ext cx="3881628" cy="330327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03" name="Text 201"/>
          <p:cNvSpPr/>
          <p:nvPr/>
        </p:nvSpPr>
        <p:spPr>
          <a:xfrm>
            <a:off x="6675120" y="3698748"/>
            <a:ext cx="3835908" cy="3211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>
                <a:solidFill>
                  <a:srgbClr val="543443"/>
                </a:solidFill>
              </a:rPr>
              <a:t>吳惠霞</a:t>
            </a:r>
            <a:endParaRPr lang="en-US" sz="1600"/>
          </a:p>
        </p:txBody>
      </p:sp>
      <p:sp>
        <p:nvSpPr>
          <p:cNvPr id="204" name="Shape 202"/>
          <p:cNvSpPr/>
          <p:nvPr/>
        </p:nvSpPr>
        <p:spPr>
          <a:xfrm>
            <a:off x="10533888" y="3694176"/>
            <a:ext cx="621792" cy="330327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05" name="Text 203"/>
          <p:cNvSpPr/>
          <p:nvPr/>
        </p:nvSpPr>
        <p:spPr>
          <a:xfrm>
            <a:off x="10556748" y="3698748"/>
            <a:ext cx="576072" cy="3211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>
                <a:solidFill>
                  <a:srgbClr val="543443"/>
                </a:solidFill>
              </a:rPr>
              <a:t>璟德</a:t>
            </a:r>
            <a:endParaRPr lang="en-US" sz="1600"/>
          </a:p>
        </p:txBody>
      </p:sp>
      <p:sp>
        <p:nvSpPr>
          <p:cNvPr id="206" name="Shape 204"/>
          <p:cNvSpPr/>
          <p:nvPr/>
        </p:nvSpPr>
        <p:spPr>
          <a:xfrm>
            <a:off x="11155680" y="3694176"/>
            <a:ext cx="530352" cy="330327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07" name="Text 205"/>
          <p:cNvSpPr/>
          <p:nvPr/>
        </p:nvSpPr>
        <p:spPr>
          <a:xfrm>
            <a:off x="11178540" y="3698748"/>
            <a:ext cx="484632" cy="3211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7B3C5E"/>
                </a:solidFill>
              </a:rPr>
              <a:t>5</a:t>
            </a:r>
            <a:endParaRPr lang="en-US" sz="1600"/>
          </a:p>
        </p:txBody>
      </p:sp>
      <p:sp>
        <p:nvSpPr>
          <p:cNvPr id="208" name="Shape 206"/>
          <p:cNvSpPr/>
          <p:nvPr/>
        </p:nvSpPr>
        <p:spPr>
          <a:xfrm>
            <a:off x="6176772" y="4024503"/>
            <a:ext cx="475488" cy="330327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09" name="Text 207"/>
          <p:cNvSpPr/>
          <p:nvPr/>
        </p:nvSpPr>
        <p:spPr>
          <a:xfrm>
            <a:off x="6199632" y="4029075"/>
            <a:ext cx="429768" cy="3211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>
                <a:solidFill>
                  <a:srgbClr val="543443"/>
                </a:solidFill>
              </a:rPr>
              <a:t>24</a:t>
            </a:r>
            <a:endParaRPr lang="en-US" sz="1600"/>
          </a:p>
        </p:txBody>
      </p:sp>
      <p:sp>
        <p:nvSpPr>
          <p:cNvPr id="210" name="Shape 208"/>
          <p:cNvSpPr/>
          <p:nvPr/>
        </p:nvSpPr>
        <p:spPr>
          <a:xfrm>
            <a:off x="6652260" y="4024503"/>
            <a:ext cx="3881628" cy="330327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11" name="Text 209"/>
          <p:cNvSpPr/>
          <p:nvPr/>
        </p:nvSpPr>
        <p:spPr>
          <a:xfrm>
            <a:off x="6675120" y="4029075"/>
            <a:ext cx="3835908" cy="3211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>
                <a:solidFill>
                  <a:srgbClr val="543443"/>
                </a:solidFill>
              </a:rPr>
              <a:t>余施霞</a:t>
            </a:r>
            <a:endParaRPr lang="en-US" sz="1600"/>
          </a:p>
        </p:txBody>
      </p:sp>
      <p:sp>
        <p:nvSpPr>
          <p:cNvPr id="212" name="Shape 210"/>
          <p:cNvSpPr/>
          <p:nvPr/>
        </p:nvSpPr>
        <p:spPr>
          <a:xfrm>
            <a:off x="10533888" y="4024503"/>
            <a:ext cx="621792" cy="330327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13" name="Text 211"/>
          <p:cNvSpPr/>
          <p:nvPr/>
        </p:nvSpPr>
        <p:spPr>
          <a:xfrm>
            <a:off x="10556748" y="4029075"/>
            <a:ext cx="576072" cy="3211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>
                <a:solidFill>
                  <a:srgbClr val="543443"/>
                </a:solidFill>
              </a:rPr>
              <a:t>璟德</a:t>
            </a:r>
            <a:endParaRPr lang="en-US" sz="1600"/>
          </a:p>
        </p:txBody>
      </p:sp>
      <p:sp>
        <p:nvSpPr>
          <p:cNvPr id="214" name="Shape 212"/>
          <p:cNvSpPr/>
          <p:nvPr/>
        </p:nvSpPr>
        <p:spPr>
          <a:xfrm>
            <a:off x="11155680" y="4024503"/>
            <a:ext cx="530352" cy="330327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15" name="Text 213"/>
          <p:cNvSpPr/>
          <p:nvPr/>
        </p:nvSpPr>
        <p:spPr>
          <a:xfrm>
            <a:off x="11178540" y="4029075"/>
            <a:ext cx="484632" cy="3211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7B3C5E"/>
                </a:solidFill>
              </a:rPr>
              <a:t>3</a:t>
            </a:r>
            <a:endParaRPr lang="en-US" sz="1600"/>
          </a:p>
        </p:txBody>
      </p:sp>
      <p:sp>
        <p:nvSpPr>
          <p:cNvPr id="216" name="Shape 214"/>
          <p:cNvSpPr/>
          <p:nvPr/>
        </p:nvSpPr>
        <p:spPr>
          <a:xfrm>
            <a:off x="6176772" y="4354830"/>
            <a:ext cx="475488" cy="330327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17" name="Text 215"/>
          <p:cNvSpPr/>
          <p:nvPr/>
        </p:nvSpPr>
        <p:spPr>
          <a:xfrm>
            <a:off x="6199632" y="4359402"/>
            <a:ext cx="429768" cy="3211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>
                <a:solidFill>
                  <a:srgbClr val="543443"/>
                </a:solidFill>
              </a:rPr>
              <a:t>25</a:t>
            </a:r>
            <a:endParaRPr lang="en-US" sz="1600"/>
          </a:p>
        </p:txBody>
      </p:sp>
      <p:sp>
        <p:nvSpPr>
          <p:cNvPr id="218" name="Shape 216"/>
          <p:cNvSpPr/>
          <p:nvPr/>
        </p:nvSpPr>
        <p:spPr>
          <a:xfrm>
            <a:off x="6652260" y="4354830"/>
            <a:ext cx="3881628" cy="330327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19" name="Text 217"/>
          <p:cNvSpPr/>
          <p:nvPr/>
        </p:nvSpPr>
        <p:spPr>
          <a:xfrm>
            <a:off x="6675120" y="4359402"/>
            <a:ext cx="3835908" cy="3211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>
                <a:solidFill>
                  <a:srgbClr val="543443"/>
                </a:solidFill>
              </a:rPr>
              <a:t>李啟義</a:t>
            </a:r>
            <a:endParaRPr lang="en-US" sz="1600"/>
          </a:p>
        </p:txBody>
      </p:sp>
      <p:sp>
        <p:nvSpPr>
          <p:cNvPr id="220" name="Shape 218"/>
          <p:cNvSpPr/>
          <p:nvPr/>
        </p:nvSpPr>
        <p:spPr>
          <a:xfrm>
            <a:off x="10533888" y="4354830"/>
            <a:ext cx="621792" cy="330327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21" name="Text 219"/>
          <p:cNvSpPr/>
          <p:nvPr/>
        </p:nvSpPr>
        <p:spPr>
          <a:xfrm>
            <a:off x="10556748" y="4359402"/>
            <a:ext cx="576072" cy="3211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>
                <a:solidFill>
                  <a:srgbClr val="543443"/>
                </a:solidFill>
              </a:rPr>
              <a:t>璟德</a:t>
            </a:r>
            <a:endParaRPr lang="en-US" sz="1600"/>
          </a:p>
        </p:txBody>
      </p:sp>
      <p:sp>
        <p:nvSpPr>
          <p:cNvPr id="222" name="Shape 220"/>
          <p:cNvSpPr/>
          <p:nvPr/>
        </p:nvSpPr>
        <p:spPr>
          <a:xfrm>
            <a:off x="11155680" y="4354830"/>
            <a:ext cx="530352" cy="330327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23" name="Text 221"/>
          <p:cNvSpPr/>
          <p:nvPr/>
        </p:nvSpPr>
        <p:spPr>
          <a:xfrm>
            <a:off x="11178540" y="4359402"/>
            <a:ext cx="484632" cy="3211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7B3C5E"/>
                </a:solidFill>
              </a:rPr>
              <a:t>3</a:t>
            </a:r>
            <a:endParaRPr lang="en-US" sz="1600"/>
          </a:p>
        </p:txBody>
      </p:sp>
      <p:sp>
        <p:nvSpPr>
          <p:cNvPr id="224" name="Shape 222"/>
          <p:cNvSpPr/>
          <p:nvPr/>
        </p:nvSpPr>
        <p:spPr>
          <a:xfrm>
            <a:off x="6176772" y="4685157"/>
            <a:ext cx="475488" cy="330327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25" name="Text 223"/>
          <p:cNvSpPr/>
          <p:nvPr/>
        </p:nvSpPr>
        <p:spPr>
          <a:xfrm>
            <a:off x="6199632" y="4689729"/>
            <a:ext cx="429768" cy="3211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>
                <a:solidFill>
                  <a:srgbClr val="543443"/>
                </a:solidFill>
              </a:rPr>
              <a:t>26</a:t>
            </a:r>
            <a:endParaRPr lang="en-US" sz="1600"/>
          </a:p>
        </p:txBody>
      </p:sp>
      <p:sp>
        <p:nvSpPr>
          <p:cNvPr id="226" name="Shape 224"/>
          <p:cNvSpPr/>
          <p:nvPr/>
        </p:nvSpPr>
        <p:spPr>
          <a:xfrm>
            <a:off x="6652260" y="4685157"/>
            <a:ext cx="3881628" cy="330327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27" name="Text 225"/>
          <p:cNvSpPr/>
          <p:nvPr/>
        </p:nvSpPr>
        <p:spPr>
          <a:xfrm>
            <a:off x="6675120" y="4689729"/>
            <a:ext cx="3835908" cy="3211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>
                <a:solidFill>
                  <a:srgbClr val="543443"/>
                </a:solidFill>
              </a:rPr>
              <a:t>洪曉婷</a:t>
            </a:r>
            <a:endParaRPr lang="en-US" sz="1600"/>
          </a:p>
        </p:txBody>
      </p:sp>
      <p:sp>
        <p:nvSpPr>
          <p:cNvPr id="228" name="Shape 226"/>
          <p:cNvSpPr/>
          <p:nvPr/>
        </p:nvSpPr>
        <p:spPr>
          <a:xfrm>
            <a:off x="10533888" y="4685157"/>
            <a:ext cx="621792" cy="330327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29" name="Text 227"/>
          <p:cNvSpPr/>
          <p:nvPr/>
        </p:nvSpPr>
        <p:spPr>
          <a:xfrm>
            <a:off x="10556748" y="4689729"/>
            <a:ext cx="576072" cy="3211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>
                <a:solidFill>
                  <a:srgbClr val="543443"/>
                </a:solidFill>
              </a:rPr>
              <a:t>璟德</a:t>
            </a:r>
            <a:endParaRPr lang="en-US" sz="1600"/>
          </a:p>
        </p:txBody>
      </p:sp>
      <p:sp>
        <p:nvSpPr>
          <p:cNvPr id="230" name="Shape 228"/>
          <p:cNvSpPr/>
          <p:nvPr/>
        </p:nvSpPr>
        <p:spPr>
          <a:xfrm>
            <a:off x="11155680" y="4685157"/>
            <a:ext cx="530352" cy="330327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31" name="Text 229"/>
          <p:cNvSpPr/>
          <p:nvPr/>
        </p:nvSpPr>
        <p:spPr>
          <a:xfrm>
            <a:off x="11178540" y="4689729"/>
            <a:ext cx="484632" cy="3211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7B3C5E"/>
                </a:solidFill>
              </a:rPr>
              <a:t>3</a:t>
            </a:r>
            <a:endParaRPr lang="en-US" sz="1600"/>
          </a:p>
        </p:txBody>
      </p:sp>
      <p:sp>
        <p:nvSpPr>
          <p:cNvPr id="232" name="Shape 230"/>
          <p:cNvSpPr/>
          <p:nvPr/>
        </p:nvSpPr>
        <p:spPr>
          <a:xfrm>
            <a:off x="6176772" y="5015484"/>
            <a:ext cx="475488" cy="330327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33" name="Text 231"/>
          <p:cNvSpPr/>
          <p:nvPr/>
        </p:nvSpPr>
        <p:spPr>
          <a:xfrm>
            <a:off x="6199632" y="5020056"/>
            <a:ext cx="429768" cy="3211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>
                <a:solidFill>
                  <a:srgbClr val="543443"/>
                </a:solidFill>
              </a:rPr>
              <a:t>27</a:t>
            </a:r>
            <a:endParaRPr lang="en-US" sz="1600"/>
          </a:p>
        </p:txBody>
      </p:sp>
      <p:sp>
        <p:nvSpPr>
          <p:cNvPr id="234" name="Shape 232"/>
          <p:cNvSpPr/>
          <p:nvPr/>
        </p:nvSpPr>
        <p:spPr>
          <a:xfrm>
            <a:off x="6652260" y="5015484"/>
            <a:ext cx="3881628" cy="330327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35" name="Text 233"/>
          <p:cNvSpPr/>
          <p:nvPr/>
        </p:nvSpPr>
        <p:spPr>
          <a:xfrm>
            <a:off x="6675120" y="5020056"/>
            <a:ext cx="3835908" cy="3211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>
                <a:solidFill>
                  <a:srgbClr val="543443"/>
                </a:solidFill>
              </a:rPr>
              <a:t>李心麗</a:t>
            </a:r>
            <a:endParaRPr lang="en-US" sz="1600"/>
          </a:p>
        </p:txBody>
      </p:sp>
      <p:sp>
        <p:nvSpPr>
          <p:cNvPr id="236" name="Shape 234"/>
          <p:cNvSpPr/>
          <p:nvPr/>
        </p:nvSpPr>
        <p:spPr>
          <a:xfrm>
            <a:off x="10533888" y="5015484"/>
            <a:ext cx="621792" cy="330327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37" name="Text 235"/>
          <p:cNvSpPr/>
          <p:nvPr/>
        </p:nvSpPr>
        <p:spPr>
          <a:xfrm>
            <a:off x="10556748" y="5020056"/>
            <a:ext cx="576072" cy="3211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>
                <a:solidFill>
                  <a:srgbClr val="543443"/>
                </a:solidFill>
              </a:rPr>
              <a:t>璟德</a:t>
            </a:r>
            <a:endParaRPr lang="en-US" sz="1600"/>
          </a:p>
        </p:txBody>
      </p:sp>
      <p:sp>
        <p:nvSpPr>
          <p:cNvPr id="238" name="Shape 236"/>
          <p:cNvSpPr/>
          <p:nvPr/>
        </p:nvSpPr>
        <p:spPr>
          <a:xfrm>
            <a:off x="11155680" y="5015484"/>
            <a:ext cx="530352" cy="330327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39" name="Text 237"/>
          <p:cNvSpPr/>
          <p:nvPr/>
        </p:nvSpPr>
        <p:spPr>
          <a:xfrm>
            <a:off x="11178540" y="5020056"/>
            <a:ext cx="484632" cy="3211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7B3C5E"/>
                </a:solidFill>
              </a:rPr>
              <a:t>2</a:t>
            </a:r>
            <a:endParaRPr lang="en-US" sz="1600"/>
          </a:p>
        </p:txBody>
      </p:sp>
      <p:sp>
        <p:nvSpPr>
          <p:cNvPr id="240" name="Shape 238"/>
          <p:cNvSpPr/>
          <p:nvPr/>
        </p:nvSpPr>
        <p:spPr>
          <a:xfrm>
            <a:off x="6176772" y="5345811"/>
            <a:ext cx="475488" cy="330327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41" name="Text 239"/>
          <p:cNvSpPr/>
          <p:nvPr/>
        </p:nvSpPr>
        <p:spPr>
          <a:xfrm>
            <a:off x="6199632" y="5350383"/>
            <a:ext cx="429768" cy="3211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>
                <a:solidFill>
                  <a:srgbClr val="543443"/>
                </a:solidFill>
              </a:rPr>
              <a:t>28</a:t>
            </a:r>
            <a:endParaRPr lang="en-US" sz="1600"/>
          </a:p>
        </p:txBody>
      </p:sp>
      <p:sp>
        <p:nvSpPr>
          <p:cNvPr id="242" name="Shape 240"/>
          <p:cNvSpPr/>
          <p:nvPr/>
        </p:nvSpPr>
        <p:spPr>
          <a:xfrm>
            <a:off x="6652260" y="5345811"/>
            <a:ext cx="3881628" cy="330327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43" name="Text 241"/>
          <p:cNvSpPr/>
          <p:nvPr/>
        </p:nvSpPr>
        <p:spPr>
          <a:xfrm>
            <a:off x="6675120" y="5350383"/>
            <a:ext cx="3835908" cy="3211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>
                <a:solidFill>
                  <a:srgbClr val="543443"/>
                </a:solidFill>
              </a:rPr>
              <a:t>李麗云</a:t>
            </a:r>
            <a:endParaRPr lang="en-US" sz="1600"/>
          </a:p>
        </p:txBody>
      </p:sp>
      <p:sp>
        <p:nvSpPr>
          <p:cNvPr id="244" name="Shape 242"/>
          <p:cNvSpPr/>
          <p:nvPr/>
        </p:nvSpPr>
        <p:spPr>
          <a:xfrm>
            <a:off x="10533888" y="5345811"/>
            <a:ext cx="621792" cy="330327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45" name="Text 243"/>
          <p:cNvSpPr/>
          <p:nvPr/>
        </p:nvSpPr>
        <p:spPr>
          <a:xfrm>
            <a:off x="10556748" y="5350383"/>
            <a:ext cx="576072" cy="3211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>
                <a:solidFill>
                  <a:srgbClr val="543443"/>
                </a:solidFill>
              </a:rPr>
              <a:t>璟德</a:t>
            </a:r>
            <a:endParaRPr lang="en-US" sz="1600"/>
          </a:p>
        </p:txBody>
      </p:sp>
      <p:sp>
        <p:nvSpPr>
          <p:cNvPr id="246" name="Shape 244"/>
          <p:cNvSpPr/>
          <p:nvPr/>
        </p:nvSpPr>
        <p:spPr>
          <a:xfrm>
            <a:off x="11155680" y="5345811"/>
            <a:ext cx="530352" cy="330327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47" name="Text 245"/>
          <p:cNvSpPr/>
          <p:nvPr/>
        </p:nvSpPr>
        <p:spPr>
          <a:xfrm>
            <a:off x="11178540" y="5350383"/>
            <a:ext cx="484632" cy="3211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7B3C5E"/>
                </a:solidFill>
              </a:rPr>
              <a:t>1</a:t>
            </a:r>
            <a:endParaRPr lang="en-US" sz="1600"/>
          </a:p>
        </p:txBody>
      </p:sp>
      <p:sp>
        <p:nvSpPr>
          <p:cNvPr id="248" name="Shape 246"/>
          <p:cNvSpPr/>
          <p:nvPr/>
        </p:nvSpPr>
        <p:spPr>
          <a:xfrm>
            <a:off x="6176772" y="5676138"/>
            <a:ext cx="475488" cy="330327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49" name="Text 247"/>
          <p:cNvSpPr/>
          <p:nvPr/>
        </p:nvSpPr>
        <p:spPr>
          <a:xfrm>
            <a:off x="6199632" y="5680710"/>
            <a:ext cx="429768" cy="3211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>
                <a:solidFill>
                  <a:srgbClr val="543443"/>
                </a:solidFill>
              </a:rPr>
              <a:t>29</a:t>
            </a:r>
            <a:endParaRPr lang="en-US" sz="1600"/>
          </a:p>
        </p:txBody>
      </p:sp>
      <p:sp>
        <p:nvSpPr>
          <p:cNvPr id="250" name="Shape 248"/>
          <p:cNvSpPr/>
          <p:nvPr/>
        </p:nvSpPr>
        <p:spPr>
          <a:xfrm>
            <a:off x="6652260" y="5676138"/>
            <a:ext cx="3881628" cy="330327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51" name="Text 249"/>
          <p:cNvSpPr/>
          <p:nvPr/>
        </p:nvSpPr>
        <p:spPr>
          <a:xfrm>
            <a:off x="6675120" y="5680710"/>
            <a:ext cx="3835908" cy="3211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>
                <a:solidFill>
                  <a:srgbClr val="543443"/>
                </a:solidFill>
              </a:rPr>
              <a:t>劉玉珠</a:t>
            </a:r>
            <a:endParaRPr lang="en-US" sz="1600"/>
          </a:p>
        </p:txBody>
      </p:sp>
      <p:sp>
        <p:nvSpPr>
          <p:cNvPr id="252" name="Shape 250"/>
          <p:cNvSpPr/>
          <p:nvPr/>
        </p:nvSpPr>
        <p:spPr>
          <a:xfrm>
            <a:off x="10533888" y="5676138"/>
            <a:ext cx="621792" cy="330327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53" name="Text 251"/>
          <p:cNvSpPr/>
          <p:nvPr/>
        </p:nvSpPr>
        <p:spPr>
          <a:xfrm>
            <a:off x="10556748" y="5680710"/>
            <a:ext cx="576072" cy="3211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>
                <a:solidFill>
                  <a:srgbClr val="543443"/>
                </a:solidFill>
              </a:rPr>
              <a:t>璟德</a:t>
            </a:r>
            <a:endParaRPr lang="en-US" sz="1600"/>
          </a:p>
        </p:txBody>
      </p:sp>
      <p:sp>
        <p:nvSpPr>
          <p:cNvPr id="254" name="Shape 252"/>
          <p:cNvSpPr/>
          <p:nvPr/>
        </p:nvSpPr>
        <p:spPr>
          <a:xfrm>
            <a:off x="11155680" y="5676138"/>
            <a:ext cx="530352" cy="330327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55" name="Text 253"/>
          <p:cNvSpPr/>
          <p:nvPr/>
        </p:nvSpPr>
        <p:spPr>
          <a:xfrm>
            <a:off x="11178540" y="5680710"/>
            <a:ext cx="484632" cy="3211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7B3C5E"/>
                </a:solidFill>
              </a:rPr>
              <a:t>1</a:t>
            </a:r>
            <a:endParaRPr lang="en-US" sz="1600"/>
          </a:p>
        </p:txBody>
      </p:sp>
      <p:sp>
        <p:nvSpPr>
          <p:cNvPr id="256" name="Shape 254"/>
          <p:cNvSpPr/>
          <p:nvPr/>
        </p:nvSpPr>
        <p:spPr>
          <a:xfrm>
            <a:off x="6176772" y="6006465"/>
            <a:ext cx="475488" cy="330327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57" name="Text 255"/>
          <p:cNvSpPr/>
          <p:nvPr/>
        </p:nvSpPr>
        <p:spPr>
          <a:xfrm>
            <a:off x="6199632" y="6011037"/>
            <a:ext cx="429768" cy="3211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>
                <a:solidFill>
                  <a:srgbClr val="543443"/>
                </a:solidFill>
              </a:rPr>
              <a:t>30</a:t>
            </a:r>
            <a:endParaRPr lang="en-US" sz="1600"/>
          </a:p>
        </p:txBody>
      </p:sp>
      <p:sp>
        <p:nvSpPr>
          <p:cNvPr id="258" name="Shape 256"/>
          <p:cNvSpPr/>
          <p:nvPr/>
        </p:nvSpPr>
        <p:spPr>
          <a:xfrm>
            <a:off x="6652260" y="6006465"/>
            <a:ext cx="3881628" cy="330327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59" name="Text 257"/>
          <p:cNvSpPr/>
          <p:nvPr/>
        </p:nvSpPr>
        <p:spPr>
          <a:xfrm>
            <a:off x="6675120" y="6011037"/>
            <a:ext cx="3835908" cy="3211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>
                <a:solidFill>
                  <a:srgbClr val="543443"/>
                </a:solidFill>
              </a:rPr>
              <a:t>曹興鳳</a:t>
            </a:r>
            <a:endParaRPr lang="en-US" sz="1600"/>
          </a:p>
        </p:txBody>
      </p:sp>
      <p:sp>
        <p:nvSpPr>
          <p:cNvPr id="260" name="Shape 258"/>
          <p:cNvSpPr/>
          <p:nvPr/>
        </p:nvSpPr>
        <p:spPr>
          <a:xfrm>
            <a:off x="10533888" y="6006465"/>
            <a:ext cx="621792" cy="330327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61" name="Text 259"/>
          <p:cNvSpPr/>
          <p:nvPr/>
        </p:nvSpPr>
        <p:spPr>
          <a:xfrm>
            <a:off x="10556748" y="6011037"/>
            <a:ext cx="576072" cy="3211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>
                <a:solidFill>
                  <a:srgbClr val="543443"/>
                </a:solidFill>
              </a:rPr>
              <a:t>璟德</a:t>
            </a:r>
            <a:endParaRPr lang="en-US" sz="1600"/>
          </a:p>
        </p:txBody>
      </p:sp>
      <p:sp>
        <p:nvSpPr>
          <p:cNvPr id="262" name="Shape 260"/>
          <p:cNvSpPr/>
          <p:nvPr/>
        </p:nvSpPr>
        <p:spPr>
          <a:xfrm>
            <a:off x="11155680" y="6006465"/>
            <a:ext cx="530352" cy="330327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63" name="Text 261"/>
          <p:cNvSpPr/>
          <p:nvPr/>
        </p:nvSpPr>
        <p:spPr>
          <a:xfrm>
            <a:off x="11178540" y="6011037"/>
            <a:ext cx="484632" cy="3211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7B3C5E"/>
                </a:solidFill>
              </a:rPr>
              <a:t>1</a:t>
            </a:r>
            <a:endParaRPr lang="en-US" sz="1600"/>
          </a:p>
        </p:txBody>
      </p:sp>
      <p:sp>
        <p:nvSpPr>
          <p:cNvPr id="264" name="Text 262"/>
          <p:cNvSpPr/>
          <p:nvPr/>
        </p:nvSpPr>
        <p:spPr>
          <a:xfrm>
            <a:off x="11338560" y="6510528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E7284"/>
                </a:solidFill>
              </a:rPr>
              <a:t>08</a:t>
            </a:r>
            <a:endParaRPr lang="en-US" sz="900" dirty="0"/>
          </a:p>
        </p:txBody>
      </p:sp>
      <p:sp>
        <p:nvSpPr>
          <p:cNvPr id="267" name="Eyebrow">
            <a:extLst>
              <a:ext uri="{FF2B5EF4-FFF2-40B4-BE49-F238E27FC236}">
                <a16:creationId xmlns:a16="http://schemas.microsoft.com/office/drawing/2014/main" id="{8EB3CE1B-D1EB-5151-F244-F3411B4A9FDA}"/>
              </a:ext>
            </a:extLst>
          </p:cNvPr>
          <p:cNvSpPr/>
          <p:nvPr/>
        </p:nvSpPr>
        <p:spPr>
          <a:xfrm>
            <a:off x="7315200" y="228600"/>
            <a:ext cx="4343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zh-TW" altLang="en-US" sz="1600" spc="200" dirty="0">
                <a:solidFill>
                  <a:srgbClr val="F7E8D2"/>
                </a:solidFill>
                <a:latin typeface="Noto Sans CJK TC"/>
                <a:ea typeface="Noto Sans CJK TC"/>
              </a:rPr>
              <a:t>2026年 · 巴生道務中心</a:t>
            </a:r>
            <a:endParaRPr lang="en-US" sz="16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9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pic>
        <p:nvPicPr>
          <p:cNvPr id="265" name="Lotus Watermark"/>
          <p:cNvPicPr>
            <a:picLocks noChangeAspect="1"/>
          </p:cNvPicPr>
          <p:nvPr/>
        </p:nvPicPr>
        <p:blipFill>
          <a:blip r:embed="rId3">
            <a:alphaModFix amt="14000"/>
          </a:blip>
          <a:srcRect t="7771" b="777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7B3C5E"/>
          </a:solidFill>
          <a:ln w="12700">
            <a:solidFill>
              <a:srgbClr val="7B3C5E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" name="Shape 1"/>
          <p:cNvSpPr/>
          <p:nvPr/>
        </p:nvSpPr>
        <p:spPr>
          <a:xfrm>
            <a:off x="0" y="777240"/>
            <a:ext cx="12191695" cy="73152"/>
          </a:xfrm>
          <a:prstGeom prst="rect">
            <a:avLst/>
          </a:prstGeom>
          <a:solidFill>
            <a:srgbClr val="D8B06A"/>
          </a:solidFill>
          <a:ln w="12700">
            <a:solidFill>
              <a:srgbClr val="D8B06A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4" name="Text 2"/>
          <p:cNvSpPr/>
          <p:nvPr/>
        </p:nvSpPr>
        <p:spPr>
          <a:xfrm>
            <a:off x="502920" y="164592"/>
            <a:ext cx="8732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547" b="1" dirty="0">
                <a:solidFill>
                  <a:srgbClr val="FFFFFF"/>
                </a:solidFill>
              </a:rPr>
              <a:t>渡1至9</a:t>
            </a:r>
            <a:r>
              <a:rPr lang="zh-CN" altLang="en-US" sz="2547" b="1" dirty="0">
                <a:solidFill>
                  <a:srgbClr val="FFFFFF"/>
                </a:solidFill>
              </a:rPr>
              <a:t>位求道人</a:t>
            </a:r>
            <a:r>
              <a:rPr lang="en-US" sz="2547" b="1" dirty="0">
                <a:solidFill>
                  <a:srgbClr val="FFFFFF"/>
                </a:solidFill>
              </a:rPr>
              <a:t>｜南二組（2/3）</a:t>
            </a:r>
            <a:endParaRPr lang="en-US" sz="2547" dirty="0"/>
          </a:p>
        </p:txBody>
      </p:sp>
      <p:sp>
        <p:nvSpPr>
          <p:cNvPr id="6" name="Shape 4"/>
          <p:cNvSpPr/>
          <p:nvPr/>
        </p:nvSpPr>
        <p:spPr>
          <a:xfrm>
            <a:off x="502920" y="1051560"/>
            <a:ext cx="5509260" cy="5285232"/>
          </a:xfrm>
          <a:prstGeom prst="roundRect">
            <a:avLst/>
          </a:prstGeom>
          <a:solidFill>
            <a:srgbClr val="FFFCFA"/>
          </a:solidFill>
          <a:ln w="12700">
            <a:solidFill>
              <a:srgbClr val="D8B77D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7" name="Shape 5"/>
          <p:cNvSpPr/>
          <p:nvPr/>
        </p:nvSpPr>
        <p:spPr>
          <a:xfrm>
            <a:off x="502920" y="1051560"/>
            <a:ext cx="475488" cy="330327"/>
          </a:xfrm>
          <a:prstGeom prst="rect">
            <a:avLst/>
          </a:prstGeom>
          <a:solidFill>
            <a:srgbClr val="92506F"/>
          </a:solidFill>
          <a:ln w="6350">
            <a:solidFill>
              <a:srgbClr val="E6C992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8" name="Text 6"/>
          <p:cNvSpPr/>
          <p:nvPr/>
        </p:nvSpPr>
        <p:spPr>
          <a:xfrm>
            <a:off x="521208" y="1060704"/>
            <a:ext cx="438912" cy="3120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</a:rPr>
              <a:t>No</a:t>
            </a:r>
            <a:endParaRPr lang="en-US" sz="1600"/>
          </a:p>
        </p:txBody>
      </p:sp>
      <p:sp>
        <p:nvSpPr>
          <p:cNvPr id="9" name="Shape 7"/>
          <p:cNvSpPr/>
          <p:nvPr/>
        </p:nvSpPr>
        <p:spPr>
          <a:xfrm>
            <a:off x="978408" y="1051560"/>
            <a:ext cx="3881628" cy="330327"/>
          </a:xfrm>
          <a:prstGeom prst="rect">
            <a:avLst/>
          </a:prstGeom>
          <a:solidFill>
            <a:srgbClr val="7B3C5E"/>
          </a:solidFill>
          <a:ln w="6350">
            <a:solidFill>
              <a:srgbClr val="E6C992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0" name="Text 8"/>
          <p:cNvSpPr/>
          <p:nvPr/>
        </p:nvSpPr>
        <p:spPr>
          <a:xfrm>
            <a:off x="996696" y="1060704"/>
            <a:ext cx="3845052" cy="3120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</a:rPr>
              <a:t>負責人</a:t>
            </a:r>
            <a:endParaRPr lang="en-US" sz="1600"/>
          </a:p>
        </p:txBody>
      </p:sp>
      <p:sp>
        <p:nvSpPr>
          <p:cNvPr id="11" name="Shape 9"/>
          <p:cNvSpPr/>
          <p:nvPr/>
        </p:nvSpPr>
        <p:spPr>
          <a:xfrm>
            <a:off x="4860036" y="1051560"/>
            <a:ext cx="621792" cy="330327"/>
          </a:xfrm>
          <a:prstGeom prst="rect">
            <a:avLst/>
          </a:prstGeom>
          <a:solidFill>
            <a:srgbClr val="92506F"/>
          </a:solidFill>
          <a:ln w="6350">
            <a:solidFill>
              <a:srgbClr val="E6C992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2" name="Text 10"/>
          <p:cNvSpPr/>
          <p:nvPr/>
        </p:nvSpPr>
        <p:spPr>
          <a:xfrm>
            <a:off x="4878324" y="1060704"/>
            <a:ext cx="585216" cy="3120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</a:rPr>
              <a:t>屬壇</a:t>
            </a:r>
            <a:endParaRPr lang="en-US" sz="1600"/>
          </a:p>
        </p:txBody>
      </p:sp>
      <p:sp>
        <p:nvSpPr>
          <p:cNvPr id="13" name="Shape 11"/>
          <p:cNvSpPr/>
          <p:nvPr/>
        </p:nvSpPr>
        <p:spPr>
          <a:xfrm>
            <a:off x="5481828" y="1051560"/>
            <a:ext cx="530352" cy="330327"/>
          </a:xfrm>
          <a:prstGeom prst="rect">
            <a:avLst/>
          </a:prstGeom>
          <a:solidFill>
            <a:srgbClr val="92506F"/>
          </a:solidFill>
          <a:ln w="6350">
            <a:solidFill>
              <a:srgbClr val="E6C992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4" name="Text 12"/>
          <p:cNvSpPr/>
          <p:nvPr/>
        </p:nvSpPr>
        <p:spPr>
          <a:xfrm>
            <a:off x="5500116" y="1060704"/>
            <a:ext cx="493776" cy="3120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</a:rPr>
              <a:t>求道人數</a:t>
            </a:r>
            <a:endParaRPr lang="en-US" sz="1600"/>
          </a:p>
        </p:txBody>
      </p:sp>
      <p:sp>
        <p:nvSpPr>
          <p:cNvPr id="15" name="Shape 13"/>
          <p:cNvSpPr/>
          <p:nvPr/>
        </p:nvSpPr>
        <p:spPr>
          <a:xfrm>
            <a:off x="502920" y="1381887"/>
            <a:ext cx="475488" cy="330327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6" name="Text 14"/>
          <p:cNvSpPr/>
          <p:nvPr/>
        </p:nvSpPr>
        <p:spPr>
          <a:xfrm>
            <a:off x="525780" y="1386459"/>
            <a:ext cx="429768" cy="3211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>
                <a:solidFill>
                  <a:srgbClr val="543443"/>
                </a:solidFill>
              </a:rPr>
              <a:t>31</a:t>
            </a:r>
            <a:endParaRPr lang="en-US" sz="1600"/>
          </a:p>
        </p:txBody>
      </p:sp>
      <p:sp>
        <p:nvSpPr>
          <p:cNvPr id="17" name="Shape 15"/>
          <p:cNvSpPr/>
          <p:nvPr/>
        </p:nvSpPr>
        <p:spPr>
          <a:xfrm>
            <a:off x="978408" y="1381887"/>
            <a:ext cx="3881628" cy="330327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8" name="Text 16"/>
          <p:cNvSpPr/>
          <p:nvPr/>
        </p:nvSpPr>
        <p:spPr>
          <a:xfrm>
            <a:off x="1001268" y="1386459"/>
            <a:ext cx="3835908" cy="3211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>
                <a:solidFill>
                  <a:srgbClr val="543443"/>
                </a:solidFill>
              </a:rPr>
              <a:t>洪秀雲</a:t>
            </a:r>
            <a:endParaRPr lang="en-US" sz="1600"/>
          </a:p>
        </p:txBody>
      </p:sp>
      <p:sp>
        <p:nvSpPr>
          <p:cNvPr id="19" name="Shape 17"/>
          <p:cNvSpPr/>
          <p:nvPr/>
        </p:nvSpPr>
        <p:spPr>
          <a:xfrm>
            <a:off x="4860036" y="1381887"/>
            <a:ext cx="621792" cy="330327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0" name="Text 18"/>
          <p:cNvSpPr/>
          <p:nvPr/>
        </p:nvSpPr>
        <p:spPr>
          <a:xfrm>
            <a:off x="4882896" y="1386459"/>
            <a:ext cx="576072" cy="3211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>
                <a:solidFill>
                  <a:srgbClr val="543443"/>
                </a:solidFill>
              </a:rPr>
              <a:t>璟德</a:t>
            </a:r>
            <a:endParaRPr lang="en-US" sz="1600"/>
          </a:p>
        </p:txBody>
      </p:sp>
      <p:sp>
        <p:nvSpPr>
          <p:cNvPr id="21" name="Shape 19"/>
          <p:cNvSpPr/>
          <p:nvPr/>
        </p:nvSpPr>
        <p:spPr>
          <a:xfrm>
            <a:off x="5481828" y="1381887"/>
            <a:ext cx="530352" cy="330327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2" name="Text 20"/>
          <p:cNvSpPr/>
          <p:nvPr/>
        </p:nvSpPr>
        <p:spPr>
          <a:xfrm>
            <a:off x="5504688" y="1386459"/>
            <a:ext cx="484632" cy="3211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7B3C5E"/>
                </a:solidFill>
              </a:rPr>
              <a:t>1</a:t>
            </a:r>
            <a:endParaRPr lang="en-US" sz="1600"/>
          </a:p>
        </p:txBody>
      </p:sp>
      <p:sp>
        <p:nvSpPr>
          <p:cNvPr id="23" name="Shape 21"/>
          <p:cNvSpPr/>
          <p:nvPr/>
        </p:nvSpPr>
        <p:spPr>
          <a:xfrm>
            <a:off x="502920" y="1712214"/>
            <a:ext cx="475488" cy="330327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4" name="Text 22"/>
          <p:cNvSpPr/>
          <p:nvPr/>
        </p:nvSpPr>
        <p:spPr>
          <a:xfrm>
            <a:off x="525780" y="1716786"/>
            <a:ext cx="429768" cy="3211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>
                <a:solidFill>
                  <a:srgbClr val="543443"/>
                </a:solidFill>
              </a:rPr>
              <a:t>32</a:t>
            </a:r>
            <a:endParaRPr lang="en-US" sz="1600"/>
          </a:p>
        </p:txBody>
      </p:sp>
      <p:sp>
        <p:nvSpPr>
          <p:cNvPr id="25" name="Shape 23"/>
          <p:cNvSpPr/>
          <p:nvPr/>
        </p:nvSpPr>
        <p:spPr>
          <a:xfrm>
            <a:off x="978408" y="1712214"/>
            <a:ext cx="3881628" cy="330327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6" name="Text 24"/>
          <p:cNvSpPr/>
          <p:nvPr/>
        </p:nvSpPr>
        <p:spPr>
          <a:xfrm>
            <a:off x="1001268" y="1716786"/>
            <a:ext cx="3835908" cy="3211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>
                <a:solidFill>
                  <a:srgbClr val="543443"/>
                </a:solidFill>
              </a:rPr>
              <a:t>張玉</a:t>
            </a:r>
            <a:endParaRPr lang="en-US" sz="1600"/>
          </a:p>
        </p:txBody>
      </p:sp>
      <p:sp>
        <p:nvSpPr>
          <p:cNvPr id="27" name="Shape 25"/>
          <p:cNvSpPr/>
          <p:nvPr/>
        </p:nvSpPr>
        <p:spPr>
          <a:xfrm>
            <a:off x="4860036" y="1712214"/>
            <a:ext cx="621792" cy="330327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8" name="Text 26"/>
          <p:cNvSpPr/>
          <p:nvPr/>
        </p:nvSpPr>
        <p:spPr>
          <a:xfrm>
            <a:off x="4882896" y="1716786"/>
            <a:ext cx="576072" cy="3211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>
                <a:solidFill>
                  <a:srgbClr val="543443"/>
                </a:solidFill>
              </a:rPr>
              <a:t>璟德</a:t>
            </a:r>
            <a:endParaRPr lang="en-US" sz="1600"/>
          </a:p>
        </p:txBody>
      </p:sp>
      <p:sp>
        <p:nvSpPr>
          <p:cNvPr id="29" name="Shape 27"/>
          <p:cNvSpPr/>
          <p:nvPr/>
        </p:nvSpPr>
        <p:spPr>
          <a:xfrm>
            <a:off x="5481828" y="1712214"/>
            <a:ext cx="530352" cy="330327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0" name="Text 28"/>
          <p:cNvSpPr/>
          <p:nvPr/>
        </p:nvSpPr>
        <p:spPr>
          <a:xfrm>
            <a:off x="5504688" y="1716786"/>
            <a:ext cx="484632" cy="3211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7B3C5E"/>
                </a:solidFill>
              </a:rPr>
              <a:t>1</a:t>
            </a:r>
            <a:endParaRPr lang="en-US" sz="1600"/>
          </a:p>
        </p:txBody>
      </p:sp>
      <p:sp>
        <p:nvSpPr>
          <p:cNvPr id="31" name="Shape 29"/>
          <p:cNvSpPr/>
          <p:nvPr/>
        </p:nvSpPr>
        <p:spPr>
          <a:xfrm>
            <a:off x="502920" y="2042541"/>
            <a:ext cx="475488" cy="330327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2" name="Text 30"/>
          <p:cNvSpPr/>
          <p:nvPr/>
        </p:nvSpPr>
        <p:spPr>
          <a:xfrm>
            <a:off x="525780" y="2047113"/>
            <a:ext cx="429768" cy="3211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>
                <a:solidFill>
                  <a:srgbClr val="543443"/>
                </a:solidFill>
              </a:rPr>
              <a:t>33</a:t>
            </a:r>
            <a:endParaRPr lang="en-US" sz="1600"/>
          </a:p>
        </p:txBody>
      </p:sp>
      <p:sp>
        <p:nvSpPr>
          <p:cNvPr id="33" name="Shape 31"/>
          <p:cNvSpPr/>
          <p:nvPr/>
        </p:nvSpPr>
        <p:spPr>
          <a:xfrm>
            <a:off x="978408" y="2042541"/>
            <a:ext cx="3881628" cy="330327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4" name="Text 32"/>
          <p:cNvSpPr/>
          <p:nvPr/>
        </p:nvSpPr>
        <p:spPr>
          <a:xfrm>
            <a:off x="1001268" y="2047113"/>
            <a:ext cx="3835908" cy="3211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>
                <a:solidFill>
                  <a:srgbClr val="543443"/>
                </a:solidFill>
              </a:rPr>
              <a:t>劉礕川</a:t>
            </a:r>
            <a:endParaRPr lang="en-US" sz="1600"/>
          </a:p>
        </p:txBody>
      </p:sp>
      <p:sp>
        <p:nvSpPr>
          <p:cNvPr id="35" name="Shape 33"/>
          <p:cNvSpPr/>
          <p:nvPr/>
        </p:nvSpPr>
        <p:spPr>
          <a:xfrm>
            <a:off x="4860036" y="2042541"/>
            <a:ext cx="621792" cy="330327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6" name="Text 34"/>
          <p:cNvSpPr/>
          <p:nvPr/>
        </p:nvSpPr>
        <p:spPr>
          <a:xfrm>
            <a:off x="4882896" y="2047113"/>
            <a:ext cx="576072" cy="3211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>
                <a:solidFill>
                  <a:srgbClr val="543443"/>
                </a:solidFill>
              </a:rPr>
              <a:t>璟德</a:t>
            </a:r>
            <a:endParaRPr lang="en-US" sz="1600"/>
          </a:p>
        </p:txBody>
      </p:sp>
      <p:sp>
        <p:nvSpPr>
          <p:cNvPr id="37" name="Shape 35"/>
          <p:cNvSpPr/>
          <p:nvPr/>
        </p:nvSpPr>
        <p:spPr>
          <a:xfrm>
            <a:off x="5481828" y="2042541"/>
            <a:ext cx="530352" cy="330327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8" name="Text 36"/>
          <p:cNvSpPr/>
          <p:nvPr/>
        </p:nvSpPr>
        <p:spPr>
          <a:xfrm>
            <a:off x="5504688" y="2047113"/>
            <a:ext cx="484632" cy="3211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7B3C5E"/>
                </a:solidFill>
              </a:rPr>
              <a:t>1</a:t>
            </a:r>
            <a:endParaRPr lang="en-US" sz="1600"/>
          </a:p>
        </p:txBody>
      </p:sp>
      <p:sp>
        <p:nvSpPr>
          <p:cNvPr id="39" name="Shape 37"/>
          <p:cNvSpPr/>
          <p:nvPr/>
        </p:nvSpPr>
        <p:spPr>
          <a:xfrm>
            <a:off x="502920" y="2372868"/>
            <a:ext cx="475488" cy="330327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40" name="Text 38"/>
          <p:cNvSpPr/>
          <p:nvPr/>
        </p:nvSpPr>
        <p:spPr>
          <a:xfrm>
            <a:off x="525780" y="2377440"/>
            <a:ext cx="429768" cy="3211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>
                <a:solidFill>
                  <a:srgbClr val="543443"/>
                </a:solidFill>
              </a:rPr>
              <a:t>34</a:t>
            </a:r>
            <a:endParaRPr lang="en-US" sz="1600"/>
          </a:p>
        </p:txBody>
      </p:sp>
      <p:sp>
        <p:nvSpPr>
          <p:cNvPr id="41" name="Shape 39"/>
          <p:cNvSpPr/>
          <p:nvPr/>
        </p:nvSpPr>
        <p:spPr>
          <a:xfrm>
            <a:off x="978408" y="2372868"/>
            <a:ext cx="3881628" cy="330327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42" name="Text 40"/>
          <p:cNvSpPr/>
          <p:nvPr/>
        </p:nvSpPr>
        <p:spPr>
          <a:xfrm>
            <a:off x="1001268" y="2377440"/>
            <a:ext cx="3835908" cy="3211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>
                <a:solidFill>
                  <a:srgbClr val="543443"/>
                </a:solidFill>
              </a:rPr>
              <a:t>林美麗</a:t>
            </a:r>
            <a:endParaRPr lang="en-US" sz="1600"/>
          </a:p>
        </p:txBody>
      </p:sp>
      <p:sp>
        <p:nvSpPr>
          <p:cNvPr id="43" name="Shape 41"/>
          <p:cNvSpPr/>
          <p:nvPr/>
        </p:nvSpPr>
        <p:spPr>
          <a:xfrm>
            <a:off x="4860036" y="2372868"/>
            <a:ext cx="621792" cy="330327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44" name="Text 42"/>
          <p:cNvSpPr/>
          <p:nvPr/>
        </p:nvSpPr>
        <p:spPr>
          <a:xfrm>
            <a:off x="4882896" y="2377440"/>
            <a:ext cx="576072" cy="3211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>
                <a:solidFill>
                  <a:srgbClr val="543443"/>
                </a:solidFill>
              </a:rPr>
              <a:t>璟德</a:t>
            </a:r>
            <a:endParaRPr lang="en-US" sz="1600"/>
          </a:p>
        </p:txBody>
      </p:sp>
      <p:sp>
        <p:nvSpPr>
          <p:cNvPr id="45" name="Shape 43"/>
          <p:cNvSpPr/>
          <p:nvPr/>
        </p:nvSpPr>
        <p:spPr>
          <a:xfrm>
            <a:off x="5481828" y="2372868"/>
            <a:ext cx="530352" cy="330327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46" name="Text 44"/>
          <p:cNvSpPr/>
          <p:nvPr/>
        </p:nvSpPr>
        <p:spPr>
          <a:xfrm>
            <a:off x="5504688" y="2377440"/>
            <a:ext cx="484632" cy="3211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7B3C5E"/>
                </a:solidFill>
              </a:rPr>
              <a:t>1</a:t>
            </a:r>
            <a:endParaRPr lang="en-US" sz="1600"/>
          </a:p>
        </p:txBody>
      </p:sp>
      <p:sp>
        <p:nvSpPr>
          <p:cNvPr id="47" name="Shape 45"/>
          <p:cNvSpPr/>
          <p:nvPr/>
        </p:nvSpPr>
        <p:spPr>
          <a:xfrm>
            <a:off x="502920" y="2703195"/>
            <a:ext cx="475488" cy="330327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48" name="Text 46"/>
          <p:cNvSpPr/>
          <p:nvPr/>
        </p:nvSpPr>
        <p:spPr>
          <a:xfrm>
            <a:off x="525780" y="2707767"/>
            <a:ext cx="429768" cy="3211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>
                <a:solidFill>
                  <a:srgbClr val="543443"/>
                </a:solidFill>
              </a:rPr>
              <a:t>35</a:t>
            </a:r>
            <a:endParaRPr lang="en-US" sz="1600"/>
          </a:p>
        </p:txBody>
      </p:sp>
      <p:sp>
        <p:nvSpPr>
          <p:cNvPr id="49" name="Shape 47"/>
          <p:cNvSpPr/>
          <p:nvPr/>
        </p:nvSpPr>
        <p:spPr>
          <a:xfrm>
            <a:off x="978408" y="2703195"/>
            <a:ext cx="3881628" cy="330327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50" name="Text 48"/>
          <p:cNvSpPr/>
          <p:nvPr/>
        </p:nvSpPr>
        <p:spPr>
          <a:xfrm>
            <a:off x="1001268" y="2707767"/>
            <a:ext cx="3835908" cy="3211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>
                <a:solidFill>
                  <a:srgbClr val="543443"/>
                </a:solidFill>
              </a:rPr>
              <a:t>林順明</a:t>
            </a:r>
            <a:endParaRPr lang="en-US" sz="1600"/>
          </a:p>
        </p:txBody>
      </p:sp>
      <p:sp>
        <p:nvSpPr>
          <p:cNvPr id="51" name="Shape 49"/>
          <p:cNvSpPr/>
          <p:nvPr/>
        </p:nvSpPr>
        <p:spPr>
          <a:xfrm>
            <a:off x="4860036" y="2703195"/>
            <a:ext cx="621792" cy="330327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52" name="Text 50"/>
          <p:cNvSpPr/>
          <p:nvPr/>
        </p:nvSpPr>
        <p:spPr>
          <a:xfrm>
            <a:off x="4882896" y="2707767"/>
            <a:ext cx="576072" cy="3211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>
                <a:solidFill>
                  <a:srgbClr val="543443"/>
                </a:solidFill>
              </a:rPr>
              <a:t>璟德</a:t>
            </a:r>
            <a:endParaRPr lang="en-US" sz="1600"/>
          </a:p>
        </p:txBody>
      </p:sp>
      <p:sp>
        <p:nvSpPr>
          <p:cNvPr id="53" name="Shape 51"/>
          <p:cNvSpPr/>
          <p:nvPr/>
        </p:nvSpPr>
        <p:spPr>
          <a:xfrm>
            <a:off x="5481828" y="2703195"/>
            <a:ext cx="530352" cy="330327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54" name="Text 52"/>
          <p:cNvSpPr/>
          <p:nvPr/>
        </p:nvSpPr>
        <p:spPr>
          <a:xfrm>
            <a:off x="5504688" y="2707767"/>
            <a:ext cx="484632" cy="3211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7B3C5E"/>
                </a:solidFill>
              </a:rPr>
              <a:t>1</a:t>
            </a:r>
            <a:endParaRPr lang="en-US" sz="1600"/>
          </a:p>
        </p:txBody>
      </p:sp>
      <p:sp>
        <p:nvSpPr>
          <p:cNvPr id="55" name="Shape 53"/>
          <p:cNvSpPr/>
          <p:nvPr/>
        </p:nvSpPr>
        <p:spPr>
          <a:xfrm>
            <a:off x="502920" y="3033522"/>
            <a:ext cx="475488" cy="330327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56" name="Text 54"/>
          <p:cNvSpPr/>
          <p:nvPr/>
        </p:nvSpPr>
        <p:spPr>
          <a:xfrm>
            <a:off x="525780" y="3038094"/>
            <a:ext cx="429768" cy="3211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>
                <a:solidFill>
                  <a:srgbClr val="543443"/>
                </a:solidFill>
              </a:rPr>
              <a:t>36</a:t>
            </a:r>
            <a:endParaRPr lang="en-US" sz="1600"/>
          </a:p>
        </p:txBody>
      </p:sp>
      <p:sp>
        <p:nvSpPr>
          <p:cNvPr id="57" name="Shape 55"/>
          <p:cNvSpPr/>
          <p:nvPr/>
        </p:nvSpPr>
        <p:spPr>
          <a:xfrm>
            <a:off x="978408" y="3033522"/>
            <a:ext cx="3881628" cy="330327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58" name="Text 56"/>
          <p:cNvSpPr/>
          <p:nvPr/>
        </p:nvSpPr>
        <p:spPr>
          <a:xfrm>
            <a:off x="1001268" y="3038094"/>
            <a:ext cx="3835908" cy="3211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>
                <a:solidFill>
                  <a:srgbClr val="543443"/>
                </a:solidFill>
              </a:rPr>
              <a:t>黃奕晴</a:t>
            </a:r>
            <a:endParaRPr lang="en-US" sz="1600"/>
          </a:p>
        </p:txBody>
      </p:sp>
      <p:sp>
        <p:nvSpPr>
          <p:cNvPr id="59" name="Shape 57"/>
          <p:cNvSpPr/>
          <p:nvPr/>
        </p:nvSpPr>
        <p:spPr>
          <a:xfrm>
            <a:off x="4860036" y="3033522"/>
            <a:ext cx="621792" cy="330327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60" name="Text 58"/>
          <p:cNvSpPr/>
          <p:nvPr/>
        </p:nvSpPr>
        <p:spPr>
          <a:xfrm>
            <a:off x="4882896" y="3038094"/>
            <a:ext cx="576072" cy="3211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>
                <a:solidFill>
                  <a:srgbClr val="543443"/>
                </a:solidFill>
              </a:rPr>
              <a:t>璟德</a:t>
            </a:r>
            <a:endParaRPr lang="en-US" sz="1600"/>
          </a:p>
        </p:txBody>
      </p:sp>
      <p:sp>
        <p:nvSpPr>
          <p:cNvPr id="61" name="Shape 59"/>
          <p:cNvSpPr/>
          <p:nvPr/>
        </p:nvSpPr>
        <p:spPr>
          <a:xfrm>
            <a:off x="5481828" y="3033522"/>
            <a:ext cx="530352" cy="330327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62" name="Text 60"/>
          <p:cNvSpPr/>
          <p:nvPr/>
        </p:nvSpPr>
        <p:spPr>
          <a:xfrm>
            <a:off x="5504688" y="3038094"/>
            <a:ext cx="484632" cy="3211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7B3C5E"/>
                </a:solidFill>
              </a:rPr>
              <a:t>1</a:t>
            </a:r>
            <a:endParaRPr lang="en-US" sz="1600"/>
          </a:p>
        </p:txBody>
      </p:sp>
      <p:sp>
        <p:nvSpPr>
          <p:cNvPr id="63" name="Shape 61"/>
          <p:cNvSpPr/>
          <p:nvPr/>
        </p:nvSpPr>
        <p:spPr>
          <a:xfrm>
            <a:off x="502920" y="3363849"/>
            <a:ext cx="475488" cy="330327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64" name="Text 62"/>
          <p:cNvSpPr/>
          <p:nvPr/>
        </p:nvSpPr>
        <p:spPr>
          <a:xfrm>
            <a:off x="525780" y="3368421"/>
            <a:ext cx="429768" cy="3211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>
                <a:solidFill>
                  <a:srgbClr val="543443"/>
                </a:solidFill>
              </a:rPr>
              <a:t>37</a:t>
            </a:r>
            <a:endParaRPr lang="en-US" sz="1600"/>
          </a:p>
        </p:txBody>
      </p:sp>
      <p:sp>
        <p:nvSpPr>
          <p:cNvPr id="65" name="Shape 63"/>
          <p:cNvSpPr/>
          <p:nvPr/>
        </p:nvSpPr>
        <p:spPr>
          <a:xfrm>
            <a:off x="978408" y="3363849"/>
            <a:ext cx="3881628" cy="330327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66" name="Text 64"/>
          <p:cNvSpPr/>
          <p:nvPr/>
        </p:nvSpPr>
        <p:spPr>
          <a:xfrm>
            <a:off x="1001268" y="3368421"/>
            <a:ext cx="3835908" cy="3211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>
                <a:solidFill>
                  <a:srgbClr val="543443"/>
                </a:solidFill>
              </a:rPr>
              <a:t>陳素琴</a:t>
            </a:r>
            <a:endParaRPr lang="en-US" sz="1600"/>
          </a:p>
        </p:txBody>
      </p:sp>
      <p:sp>
        <p:nvSpPr>
          <p:cNvPr id="67" name="Shape 65"/>
          <p:cNvSpPr/>
          <p:nvPr/>
        </p:nvSpPr>
        <p:spPr>
          <a:xfrm>
            <a:off x="4860036" y="3363849"/>
            <a:ext cx="621792" cy="330327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68" name="Text 66"/>
          <p:cNvSpPr/>
          <p:nvPr/>
        </p:nvSpPr>
        <p:spPr>
          <a:xfrm>
            <a:off x="4882896" y="3368421"/>
            <a:ext cx="576072" cy="3211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>
                <a:solidFill>
                  <a:srgbClr val="543443"/>
                </a:solidFill>
              </a:rPr>
              <a:t>恭德</a:t>
            </a:r>
            <a:endParaRPr lang="en-US" sz="1600"/>
          </a:p>
        </p:txBody>
      </p:sp>
      <p:sp>
        <p:nvSpPr>
          <p:cNvPr id="69" name="Shape 67"/>
          <p:cNvSpPr/>
          <p:nvPr/>
        </p:nvSpPr>
        <p:spPr>
          <a:xfrm>
            <a:off x="5481828" y="3363849"/>
            <a:ext cx="530352" cy="330327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70" name="Text 68"/>
          <p:cNvSpPr/>
          <p:nvPr/>
        </p:nvSpPr>
        <p:spPr>
          <a:xfrm>
            <a:off x="5504688" y="3368421"/>
            <a:ext cx="484632" cy="3211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7B3C5E"/>
                </a:solidFill>
              </a:rPr>
              <a:t>3</a:t>
            </a:r>
            <a:endParaRPr lang="en-US" sz="1600"/>
          </a:p>
        </p:txBody>
      </p:sp>
      <p:sp>
        <p:nvSpPr>
          <p:cNvPr id="71" name="Shape 69"/>
          <p:cNvSpPr/>
          <p:nvPr/>
        </p:nvSpPr>
        <p:spPr>
          <a:xfrm>
            <a:off x="502920" y="3694176"/>
            <a:ext cx="475488" cy="330327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72" name="Text 70"/>
          <p:cNvSpPr/>
          <p:nvPr/>
        </p:nvSpPr>
        <p:spPr>
          <a:xfrm>
            <a:off x="525780" y="3698748"/>
            <a:ext cx="429768" cy="3211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>
                <a:solidFill>
                  <a:srgbClr val="543443"/>
                </a:solidFill>
              </a:rPr>
              <a:t>38</a:t>
            </a:r>
            <a:endParaRPr lang="en-US" sz="1600"/>
          </a:p>
        </p:txBody>
      </p:sp>
      <p:sp>
        <p:nvSpPr>
          <p:cNvPr id="73" name="Shape 71"/>
          <p:cNvSpPr/>
          <p:nvPr/>
        </p:nvSpPr>
        <p:spPr>
          <a:xfrm>
            <a:off x="978408" y="3694176"/>
            <a:ext cx="3881628" cy="330327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74" name="Text 72"/>
          <p:cNvSpPr/>
          <p:nvPr/>
        </p:nvSpPr>
        <p:spPr>
          <a:xfrm>
            <a:off x="1001268" y="3698748"/>
            <a:ext cx="3835908" cy="3211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>
                <a:solidFill>
                  <a:srgbClr val="543443"/>
                </a:solidFill>
              </a:rPr>
              <a:t>黃愛盈</a:t>
            </a:r>
            <a:endParaRPr lang="en-US" sz="1600"/>
          </a:p>
        </p:txBody>
      </p:sp>
      <p:sp>
        <p:nvSpPr>
          <p:cNvPr id="75" name="Shape 73"/>
          <p:cNvSpPr/>
          <p:nvPr/>
        </p:nvSpPr>
        <p:spPr>
          <a:xfrm>
            <a:off x="4860036" y="3694176"/>
            <a:ext cx="621792" cy="330327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76" name="Text 74"/>
          <p:cNvSpPr/>
          <p:nvPr/>
        </p:nvSpPr>
        <p:spPr>
          <a:xfrm>
            <a:off x="4882896" y="3698748"/>
            <a:ext cx="576072" cy="3211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>
                <a:solidFill>
                  <a:srgbClr val="543443"/>
                </a:solidFill>
              </a:rPr>
              <a:t>恭德</a:t>
            </a:r>
            <a:endParaRPr lang="en-US" sz="1600"/>
          </a:p>
        </p:txBody>
      </p:sp>
      <p:sp>
        <p:nvSpPr>
          <p:cNvPr id="77" name="Shape 75"/>
          <p:cNvSpPr/>
          <p:nvPr/>
        </p:nvSpPr>
        <p:spPr>
          <a:xfrm>
            <a:off x="5481828" y="3694176"/>
            <a:ext cx="530352" cy="330327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78" name="Text 76"/>
          <p:cNvSpPr/>
          <p:nvPr/>
        </p:nvSpPr>
        <p:spPr>
          <a:xfrm>
            <a:off x="5504688" y="3698748"/>
            <a:ext cx="484632" cy="3211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7B3C5E"/>
                </a:solidFill>
              </a:rPr>
              <a:t>2</a:t>
            </a:r>
            <a:endParaRPr lang="en-US" sz="1600"/>
          </a:p>
        </p:txBody>
      </p:sp>
      <p:sp>
        <p:nvSpPr>
          <p:cNvPr id="79" name="Shape 77"/>
          <p:cNvSpPr/>
          <p:nvPr/>
        </p:nvSpPr>
        <p:spPr>
          <a:xfrm>
            <a:off x="502920" y="4024503"/>
            <a:ext cx="475488" cy="330327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80" name="Text 78"/>
          <p:cNvSpPr/>
          <p:nvPr/>
        </p:nvSpPr>
        <p:spPr>
          <a:xfrm>
            <a:off x="525780" y="4029075"/>
            <a:ext cx="429768" cy="3211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>
                <a:solidFill>
                  <a:srgbClr val="543443"/>
                </a:solidFill>
              </a:rPr>
              <a:t>39</a:t>
            </a:r>
            <a:endParaRPr lang="en-US" sz="1600"/>
          </a:p>
        </p:txBody>
      </p:sp>
      <p:sp>
        <p:nvSpPr>
          <p:cNvPr id="81" name="Shape 79"/>
          <p:cNvSpPr/>
          <p:nvPr/>
        </p:nvSpPr>
        <p:spPr>
          <a:xfrm>
            <a:off x="978408" y="4024503"/>
            <a:ext cx="3881628" cy="330327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82" name="Text 80"/>
          <p:cNvSpPr/>
          <p:nvPr/>
        </p:nvSpPr>
        <p:spPr>
          <a:xfrm>
            <a:off x="1001268" y="4029075"/>
            <a:ext cx="3835908" cy="3211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>
                <a:solidFill>
                  <a:srgbClr val="543443"/>
                </a:solidFill>
              </a:rPr>
              <a:t>李鎂蓮</a:t>
            </a:r>
            <a:endParaRPr lang="en-US" sz="1600"/>
          </a:p>
        </p:txBody>
      </p:sp>
      <p:sp>
        <p:nvSpPr>
          <p:cNvPr id="83" name="Shape 81"/>
          <p:cNvSpPr/>
          <p:nvPr/>
        </p:nvSpPr>
        <p:spPr>
          <a:xfrm>
            <a:off x="4860036" y="4024503"/>
            <a:ext cx="621792" cy="330327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84" name="Text 82"/>
          <p:cNvSpPr/>
          <p:nvPr/>
        </p:nvSpPr>
        <p:spPr>
          <a:xfrm>
            <a:off x="4882896" y="4029075"/>
            <a:ext cx="576072" cy="3211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>
                <a:solidFill>
                  <a:srgbClr val="543443"/>
                </a:solidFill>
              </a:rPr>
              <a:t>理德</a:t>
            </a:r>
            <a:endParaRPr lang="en-US" sz="1600"/>
          </a:p>
        </p:txBody>
      </p:sp>
      <p:sp>
        <p:nvSpPr>
          <p:cNvPr id="85" name="Shape 83"/>
          <p:cNvSpPr/>
          <p:nvPr/>
        </p:nvSpPr>
        <p:spPr>
          <a:xfrm>
            <a:off x="5481828" y="4024503"/>
            <a:ext cx="530352" cy="330327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86" name="Text 84"/>
          <p:cNvSpPr/>
          <p:nvPr/>
        </p:nvSpPr>
        <p:spPr>
          <a:xfrm>
            <a:off x="5504688" y="4029075"/>
            <a:ext cx="484632" cy="3211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7B3C5E"/>
                </a:solidFill>
              </a:rPr>
              <a:t>6</a:t>
            </a:r>
            <a:endParaRPr lang="en-US" sz="1600"/>
          </a:p>
        </p:txBody>
      </p:sp>
      <p:sp>
        <p:nvSpPr>
          <p:cNvPr id="87" name="Shape 85"/>
          <p:cNvSpPr/>
          <p:nvPr/>
        </p:nvSpPr>
        <p:spPr>
          <a:xfrm>
            <a:off x="502920" y="4354830"/>
            <a:ext cx="475488" cy="330327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88" name="Text 86"/>
          <p:cNvSpPr/>
          <p:nvPr/>
        </p:nvSpPr>
        <p:spPr>
          <a:xfrm>
            <a:off x="525780" y="4359402"/>
            <a:ext cx="429768" cy="3211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>
                <a:solidFill>
                  <a:srgbClr val="543443"/>
                </a:solidFill>
              </a:rPr>
              <a:t>40</a:t>
            </a:r>
            <a:endParaRPr lang="en-US" sz="1600"/>
          </a:p>
        </p:txBody>
      </p:sp>
      <p:sp>
        <p:nvSpPr>
          <p:cNvPr id="89" name="Shape 87"/>
          <p:cNvSpPr/>
          <p:nvPr/>
        </p:nvSpPr>
        <p:spPr>
          <a:xfrm>
            <a:off x="978408" y="4354830"/>
            <a:ext cx="3881628" cy="330327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90" name="Text 88"/>
          <p:cNvSpPr/>
          <p:nvPr/>
        </p:nvSpPr>
        <p:spPr>
          <a:xfrm>
            <a:off x="1001268" y="4359402"/>
            <a:ext cx="3835908" cy="3211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>
                <a:solidFill>
                  <a:srgbClr val="543443"/>
                </a:solidFill>
              </a:rPr>
              <a:t>葉秀梅</a:t>
            </a:r>
            <a:endParaRPr lang="en-US" sz="1600"/>
          </a:p>
        </p:txBody>
      </p:sp>
      <p:sp>
        <p:nvSpPr>
          <p:cNvPr id="91" name="Shape 89"/>
          <p:cNvSpPr/>
          <p:nvPr/>
        </p:nvSpPr>
        <p:spPr>
          <a:xfrm>
            <a:off x="4860036" y="4354830"/>
            <a:ext cx="621792" cy="330327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92" name="Text 90"/>
          <p:cNvSpPr/>
          <p:nvPr/>
        </p:nvSpPr>
        <p:spPr>
          <a:xfrm>
            <a:off x="4882896" y="4359402"/>
            <a:ext cx="576072" cy="3211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>
                <a:solidFill>
                  <a:srgbClr val="543443"/>
                </a:solidFill>
              </a:rPr>
              <a:t>理德</a:t>
            </a:r>
            <a:endParaRPr lang="en-US" sz="1600"/>
          </a:p>
        </p:txBody>
      </p:sp>
      <p:sp>
        <p:nvSpPr>
          <p:cNvPr id="93" name="Shape 91"/>
          <p:cNvSpPr/>
          <p:nvPr/>
        </p:nvSpPr>
        <p:spPr>
          <a:xfrm>
            <a:off x="5481828" y="4354830"/>
            <a:ext cx="530352" cy="330327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94" name="Text 92"/>
          <p:cNvSpPr/>
          <p:nvPr/>
        </p:nvSpPr>
        <p:spPr>
          <a:xfrm>
            <a:off x="5504688" y="4359402"/>
            <a:ext cx="484632" cy="3211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7B3C5E"/>
                </a:solidFill>
              </a:rPr>
              <a:t>5</a:t>
            </a:r>
            <a:endParaRPr lang="en-US" sz="1600"/>
          </a:p>
        </p:txBody>
      </p:sp>
      <p:sp>
        <p:nvSpPr>
          <p:cNvPr id="95" name="Shape 93"/>
          <p:cNvSpPr/>
          <p:nvPr/>
        </p:nvSpPr>
        <p:spPr>
          <a:xfrm>
            <a:off x="502920" y="4685157"/>
            <a:ext cx="475488" cy="330327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96" name="Text 94"/>
          <p:cNvSpPr/>
          <p:nvPr/>
        </p:nvSpPr>
        <p:spPr>
          <a:xfrm>
            <a:off x="525780" y="4689729"/>
            <a:ext cx="429768" cy="3211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>
                <a:solidFill>
                  <a:srgbClr val="543443"/>
                </a:solidFill>
              </a:rPr>
              <a:t>41</a:t>
            </a:r>
            <a:endParaRPr lang="en-US" sz="1600"/>
          </a:p>
        </p:txBody>
      </p:sp>
      <p:sp>
        <p:nvSpPr>
          <p:cNvPr id="97" name="Shape 95"/>
          <p:cNvSpPr/>
          <p:nvPr/>
        </p:nvSpPr>
        <p:spPr>
          <a:xfrm>
            <a:off x="978408" y="4685157"/>
            <a:ext cx="3881628" cy="330327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98" name="Text 96"/>
          <p:cNvSpPr/>
          <p:nvPr/>
        </p:nvSpPr>
        <p:spPr>
          <a:xfrm>
            <a:off x="1001268" y="4689729"/>
            <a:ext cx="3835908" cy="3211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>
                <a:solidFill>
                  <a:srgbClr val="543443"/>
                </a:solidFill>
              </a:rPr>
              <a:t>陳添豪</a:t>
            </a:r>
            <a:endParaRPr lang="en-US" sz="1600"/>
          </a:p>
        </p:txBody>
      </p:sp>
      <p:sp>
        <p:nvSpPr>
          <p:cNvPr id="99" name="Shape 97"/>
          <p:cNvSpPr/>
          <p:nvPr/>
        </p:nvSpPr>
        <p:spPr>
          <a:xfrm>
            <a:off x="4860036" y="4685157"/>
            <a:ext cx="621792" cy="330327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00" name="Text 98"/>
          <p:cNvSpPr/>
          <p:nvPr/>
        </p:nvSpPr>
        <p:spPr>
          <a:xfrm>
            <a:off x="4882896" y="4689729"/>
            <a:ext cx="576072" cy="3211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>
                <a:solidFill>
                  <a:srgbClr val="543443"/>
                </a:solidFill>
              </a:rPr>
              <a:t>理德</a:t>
            </a:r>
            <a:endParaRPr lang="en-US" sz="1600"/>
          </a:p>
        </p:txBody>
      </p:sp>
      <p:sp>
        <p:nvSpPr>
          <p:cNvPr id="101" name="Shape 99"/>
          <p:cNvSpPr/>
          <p:nvPr/>
        </p:nvSpPr>
        <p:spPr>
          <a:xfrm>
            <a:off x="5481828" y="4685157"/>
            <a:ext cx="530352" cy="330327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02" name="Text 100"/>
          <p:cNvSpPr/>
          <p:nvPr/>
        </p:nvSpPr>
        <p:spPr>
          <a:xfrm>
            <a:off x="5504688" y="4689729"/>
            <a:ext cx="484632" cy="3211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7B3C5E"/>
                </a:solidFill>
              </a:rPr>
              <a:t>4</a:t>
            </a:r>
            <a:endParaRPr lang="en-US" sz="1600"/>
          </a:p>
        </p:txBody>
      </p:sp>
      <p:sp>
        <p:nvSpPr>
          <p:cNvPr id="103" name="Shape 101"/>
          <p:cNvSpPr/>
          <p:nvPr/>
        </p:nvSpPr>
        <p:spPr>
          <a:xfrm>
            <a:off x="502920" y="5015484"/>
            <a:ext cx="475488" cy="330327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04" name="Text 102"/>
          <p:cNvSpPr/>
          <p:nvPr/>
        </p:nvSpPr>
        <p:spPr>
          <a:xfrm>
            <a:off x="525780" y="5020056"/>
            <a:ext cx="429768" cy="3211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>
                <a:solidFill>
                  <a:srgbClr val="543443"/>
                </a:solidFill>
              </a:rPr>
              <a:t>42</a:t>
            </a:r>
            <a:endParaRPr lang="en-US" sz="1600"/>
          </a:p>
        </p:txBody>
      </p:sp>
      <p:sp>
        <p:nvSpPr>
          <p:cNvPr id="105" name="Shape 103"/>
          <p:cNvSpPr/>
          <p:nvPr/>
        </p:nvSpPr>
        <p:spPr>
          <a:xfrm>
            <a:off x="978408" y="5015484"/>
            <a:ext cx="3881628" cy="330327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06" name="Text 104"/>
          <p:cNvSpPr/>
          <p:nvPr/>
        </p:nvSpPr>
        <p:spPr>
          <a:xfrm>
            <a:off x="1001268" y="5020056"/>
            <a:ext cx="3835908" cy="3211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>
                <a:solidFill>
                  <a:srgbClr val="543443"/>
                </a:solidFill>
              </a:rPr>
              <a:t>李寶琴</a:t>
            </a:r>
            <a:endParaRPr lang="en-US" sz="1600"/>
          </a:p>
        </p:txBody>
      </p:sp>
      <p:sp>
        <p:nvSpPr>
          <p:cNvPr id="107" name="Shape 105"/>
          <p:cNvSpPr/>
          <p:nvPr/>
        </p:nvSpPr>
        <p:spPr>
          <a:xfrm>
            <a:off x="4860036" y="5015484"/>
            <a:ext cx="621792" cy="330327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08" name="Text 106"/>
          <p:cNvSpPr/>
          <p:nvPr/>
        </p:nvSpPr>
        <p:spPr>
          <a:xfrm>
            <a:off x="4882896" y="5020056"/>
            <a:ext cx="576072" cy="3211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>
                <a:solidFill>
                  <a:srgbClr val="543443"/>
                </a:solidFill>
              </a:rPr>
              <a:t>理德</a:t>
            </a:r>
            <a:endParaRPr lang="en-US" sz="1600"/>
          </a:p>
        </p:txBody>
      </p:sp>
      <p:sp>
        <p:nvSpPr>
          <p:cNvPr id="109" name="Shape 107"/>
          <p:cNvSpPr/>
          <p:nvPr/>
        </p:nvSpPr>
        <p:spPr>
          <a:xfrm>
            <a:off x="5481828" y="5015484"/>
            <a:ext cx="530352" cy="330327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10" name="Text 108"/>
          <p:cNvSpPr/>
          <p:nvPr/>
        </p:nvSpPr>
        <p:spPr>
          <a:xfrm>
            <a:off x="5504688" y="5020056"/>
            <a:ext cx="484632" cy="3211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7B3C5E"/>
                </a:solidFill>
              </a:rPr>
              <a:t>3</a:t>
            </a:r>
            <a:endParaRPr lang="en-US" sz="1600"/>
          </a:p>
        </p:txBody>
      </p:sp>
      <p:sp>
        <p:nvSpPr>
          <p:cNvPr id="111" name="Shape 109"/>
          <p:cNvSpPr/>
          <p:nvPr/>
        </p:nvSpPr>
        <p:spPr>
          <a:xfrm>
            <a:off x="502920" y="5345811"/>
            <a:ext cx="475488" cy="330327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12" name="Text 110"/>
          <p:cNvSpPr/>
          <p:nvPr/>
        </p:nvSpPr>
        <p:spPr>
          <a:xfrm>
            <a:off x="525780" y="5350383"/>
            <a:ext cx="429768" cy="3211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>
                <a:solidFill>
                  <a:srgbClr val="543443"/>
                </a:solidFill>
              </a:rPr>
              <a:t>43</a:t>
            </a:r>
            <a:endParaRPr lang="en-US" sz="1600"/>
          </a:p>
        </p:txBody>
      </p:sp>
      <p:sp>
        <p:nvSpPr>
          <p:cNvPr id="113" name="Shape 111"/>
          <p:cNvSpPr/>
          <p:nvPr/>
        </p:nvSpPr>
        <p:spPr>
          <a:xfrm>
            <a:off x="978408" y="5345811"/>
            <a:ext cx="3881628" cy="330327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14" name="Text 112"/>
          <p:cNvSpPr/>
          <p:nvPr/>
        </p:nvSpPr>
        <p:spPr>
          <a:xfrm>
            <a:off x="1001268" y="5350383"/>
            <a:ext cx="3835908" cy="3211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>
                <a:solidFill>
                  <a:srgbClr val="543443"/>
                </a:solidFill>
              </a:rPr>
              <a:t>張梅雲</a:t>
            </a:r>
            <a:endParaRPr lang="en-US" sz="1600"/>
          </a:p>
        </p:txBody>
      </p:sp>
      <p:sp>
        <p:nvSpPr>
          <p:cNvPr id="115" name="Shape 113"/>
          <p:cNvSpPr/>
          <p:nvPr/>
        </p:nvSpPr>
        <p:spPr>
          <a:xfrm>
            <a:off x="4860036" y="5345811"/>
            <a:ext cx="621792" cy="330327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16" name="Text 114"/>
          <p:cNvSpPr/>
          <p:nvPr/>
        </p:nvSpPr>
        <p:spPr>
          <a:xfrm>
            <a:off x="4882896" y="5350383"/>
            <a:ext cx="576072" cy="3211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>
                <a:solidFill>
                  <a:srgbClr val="543443"/>
                </a:solidFill>
              </a:rPr>
              <a:t>理德</a:t>
            </a:r>
            <a:endParaRPr lang="en-US" sz="1600"/>
          </a:p>
        </p:txBody>
      </p:sp>
      <p:sp>
        <p:nvSpPr>
          <p:cNvPr id="117" name="Shape 115"/>
          <p:cNvSpPr/>
          <p:nvPr/>
        </p:nvSpPr>
        <p:spPr>
          <a:xfrm>
            <a:off x="5481828" y="5345811"/>
            <a:ext cx="530352" cy="330327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18" name="Text 116"/>
          <p:cNvSpPr/>
          <p:nvPr/>
        </p:nvSpPr>
        <p:spPr>
          <a:xfrm>
            <a:off x="5504688" y="5350383"/>
            <a:ext cx="484632" cy="3211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7B3C5E"/>
                </a:solidFill>
              </a:rPr>
              <a:t>1</a:t>
            </a:r>
            <a:endParaRPr lang="en-US" sz="1600"/>
          </a:p>
        </p:txBody>
      </p:sp>
      <p:sp>
        <p:nvSpPr>
          <p:cNvPr id="119" name="Shape 117"/>
          <p:cNvSpPr/>
          <p:nvPr/>
        </p:nvSpPr>
        <p:spPr>
          <a:xfrm>
            <a:off x="502920" y="5676138"/>
            <a:ext cx="475488" cy="330327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20" name="Text 118"/>
          <p:cNvSpPr/>
          <p:nvPr/>
        </p:nvSpPr>
        <p:spPr>
          <a:xfrm>
            <a:off x="525780" y="5680710"/>
            <a:ext cx="429768" cy="3211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>
                <a:solidFill>
                  <a:srgbClr val="543443"/>
                </a:solidFill>
              </a:rPr>
              <a:t>44</a:t>
            </a:r>
            <a:endParaRPr lang="en-US" sz="1600"/>
          </a:p>
        </p:txBody>
      </p:sp>
      <p:sp>
        <p:nvSpPr>
          <p:cNvPr id="121" name="Shape 119"/>
          <p:cNvSpPr/>
          <p:nvPr/>
        </p:nvSpPr>
        <p:spPr>
          <a:xfrm>
            <a:off x="978408" y="5676138"/>
            <a:ext cx="3881628" cy="330327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22" name="Text 120"/>
          <p:cNvSpPr/>
          <p:nvPr/>
        </p:nvSpPr>
        <p:spPr>
          <a:xfrm>
            <a:off x="1001268" y="5680710"/>
            <a:ext cx="3835908" cy="3211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>
                <a:solidFill>
                  <a:srgbClr val="543443"/>
                </a:solidFill>
              </a:rPr>
              <a:t>蔡圓妹</a:t>
            </a:r>
            <a:endParaRPr lang="en-US" sz="1600"/>
          </a:p>
        </p:txBody>
      </p:sp>
      <p:sp>
        <p:nvSpPr>
          <p:cNvPr id="123" name="Shape 121"/>
          <p:cNvSpPr/>
          <p:nvPr/>
        </p:nvSpPr>
        <p:spPr>
          <a:xfrm>
            <a:off x="4860036" y="5676138"/>
            <a:ext cx="621792" cy="330327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24" name="Text 122"/>
          <p:cNvSpPr/>
          <p:nvPr/>
        </p:nvSpPr>
        <p:spPr>
          <a:xfrm>
            <a:off x="4882896" y="5680710"/>
            <a:ext cx="576072" cy="3211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>
                <a:solidFill>
                  <a:srgbClr val="543443"/>
                </a:solidFill>
              </a:rPr>
              <a:t>理德</a:t>
            </a:r>
            <a:endParaRPr lang="en-US" sz="1600"/>
          </a:p>
        </p:txBody>
      </p:sp>
      <p:sp>
        <p:nvSpPr>
          <p:cNvPr id="125" name="Shape 123"/>
          <p:cNvSpPr/>
          <p:nvPr/>
        </p:nvSpPr>
        <p:spPr>
          <a:xfrm>
            <a:off x="5481828" y="5676138"/>
            <a:ext cx="530352" cy="330327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26" name="Text 124"/>
          <p:cNvSpPr/>
          <p:nvPr/>
        </p:nvSpPr>
        <p:spPr>
          <a:xfrm>
            <a:off x="5504688" y="5680710"/>
            <a:ext cx="484632" cy="3211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7B3C5E"/>
                </a:solidFill>
              </a:rPr>
              <a:t>1</a:t>
            </a:r>
            <a:endParaRPr lang="en-US" sz="1600"/>
          </a:p>
        </p:txBody>
      </p:sp>
      <p:sp>
        <p:nvSpPr>
          <p:cNvPr id="127" name="Shape 125"/>
          <p:cNvSpPr/>
          <p:nvPr/>
        </p:nvSpPr>
        <p:spPr>
          <a:xfrm>
            <a:off x="502920" y="6006465"/>
            <a:ext cx="475488" cy="330327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28" name="Text 126"/>
          <p:cNvSpPr/>
          <p:nvPr/>
        </p:nvSpPr>
        <p:spPr>
          <a:xfrm>
            <a:off x="525780" y="6011037"/>
            <a:ext cx="429768" cy="3211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>
                <a:solidFill>
                  <a:srgbClr val="543443"/>
                </a:solidFill>
              </a:rPr>
              <a:t>45</a:t>
            </a:r>
            <a:endParaRPr lang="en-US" sz="1600"/>
          </a:p>
        </p:txBody>
      </p:sp>
      <p:sp>
        <p:nvSpPr>
          <p:cNvPr id="129" name="Shape 127"/>
          <p:cNvSpPr/>
          <p:nvPr/>
        </p:nvSpPr>
        <p:spPr>
          <a:xfrm>
            <a:off x="978408" y="6006465"/>
            <a:ext cx="3881628" cy="330327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30" name="Text 128"/>
          <p:cNvSpPr/>
          <p:nvPr/>
        </p:nvSpPr>
        <p:spPr>
          <a:xfrm>
            <a:off x="1001268" y="6011037"/>
            <a:ext cx="3835908" cy="3211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>
                <a:solidFill>
                  <a:srgbClr val="543443"/>
                </a:solidFill>
              </a:rPr>
              <a:t>林淑香</a:t>
            </a:r>
            <a:endParaRPr lang="en-US" sz="1600"/>
          </a:p>
        </p:txBody>
      </p:sp>
      <p:sp>
        <p:nvSpPr>
          <p:cNvPr id="131" name="Shape 129"/>
          <p:cNvSpPr/>
          <p:nvPr/>
        </p:nvSpPr>
        <p:spPr>
          <a:xfrm>
            <a:off x="4860036" y="6006465"/>
            <a:ext cx="621792" cy="330327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32" name="Text 130"/>
          <p:cNvSpPr/>
          <p:nvPr/>
        </p:nvSpPr>
        <p:spPr>
          <a:xfrm>
            <a:off x="4882896" y="6011037"/>
            <a:ext cx="576072" cy="3211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>
                <a:solidFill>
                  <a:srgbClr val="543443"/>
                </a:solidFill>
              </a:rPr>
              <a:t>理德</a:t>
            </a:r>
            <a:endParaRPr lang="en-US" sz="1600"/>
          </a:p>
        </p:txBody>
      </p:sp>
      <p:sp>
        <p:nvSpPr>
          <p:cNvPr id="133" name="Shape 131"/>
          <p:cNvSpPr/>
          <p:nvPr/>
        </p:nvSpPr>
        <p:spPr>
          <a:xfrm>
            <a:off x="5481828" y="6006465"/>
            <a:ext cx="530352" cy="330327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34" name="Text 132"/>
          <p:cNvSpPr/>
          <p:nvPr/>
        </p:nvSpPr>
        <p:spPr>
          <a:xfrm>
            <a:off x="5504688" y="6011037"/>
            <a:ext cx="484632" cy="3211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7B3C5E"/>
                </a:solidFill>
              </a:rPr>
              <a:t>1</a:t>
            </a:r>
            <a:endParaRPr lang="en-US" sz="1600"/>
          </a:p>
        </p:txBody>
      </p:sp>
      <p:sp>
        <p:nvSpPr>
          <p:cNvPr id="135" name="Shape 133"/>
          <p:cNvSpPr/>
          <p:nvPr/>
        </p:nvSpPr>
        <p:spPr>
          <a:xfrm>
            <a:off x="6176772" y="1051560"/>
            <a:ext cx="5509260" cy="5285232"/>
          </a:xfrm>
          <a:prstGeom prst="roundRect">
            <a:avLst/>
          </a:prstGeom>
          <a:solidFill>
            <a:srgbClr val="FFFCFA"/>
          </a:solidFill>
          <a:ln w="12700">
            <a:solidFill>
              <a:srgbClr val="D8B77D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36" name="Shape 134"/>
          <p:cNvSpPr/>
          <p:nvPr/>
        </p:nvSpPr>
        <p:spPr>
          <a:xfrm>
            <a:off x="6176772" y="1051560"/>
            <a:ext cx="475488" cy="330327"/>
          </a:xfrm>
          <a:prstGeom prst="rect">
            <a:avLst/>
          </a:prstGeom>
          <a:solidFill>
            <a:srgbClr val="92506F"/>
          </a:solidFill>
          <a:ln w="6350">
            <a:solidFill>
              <a:srgbClr val="E6C992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37" name="Text 135"/>
          <p:cNvSpPr/>
          <p:nvPr/>
        </p:nvSpPr>
        <p:spPr>
          <a:xfrm>
            <a:off x="6195060" y="1060704"/>
            <a:ext cx="438912" cy="3120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</a:rPr>
              <a:t>No</a:t>
            </a:r>
            <a:endParaRPr lang="en-US" sz="1600"/>
          </a:p>
        </p:txBody>
      </p:sp>
      <p:sp>
        <p:nvSpPr>
          <p:cNvPr id="138" name="Shape 136"/>
          <p:cNvSpPr/>
          <p:nvPr/>
        </p:nvSpPr>
        <p:spPr>
          <a:xfrm>
            <a:off x="6652260" y="1051560"/>
            <a:ext cx="3881628" cy="330327"/>
          </a:xfrm>
          <a:prstGeom prst="rect">
            <a:avLst/>
          </a:prstGeom>
          <a:solidFill>
            <a:srgbClr val="7B3C5E"/>
          </a:solidFill>
          <a:ln w="6350">
            <a:solidFill>
              <a:srgbClr val="E6C992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39" name="Text 137"/>
          <p:cNvSpPr/>
          <p:nvPr/>
        </p:nvSpPr>
        <p:spPr>
          <a:xfrm>
            <a:off x="6670548" y="1060704"/>
            <a:ext cx="3845052" cy="3120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</a:rPr>
              <a:t>負責人</a:t>
            </a:r>
            <a:endParaRPr lang="en-US" sz="1600"/>
          </a:p>
        </p:txBody>
      </p:sp>
      <p:sp>
        <p:nvSpPr>
          <p:cNvPr id="140" name="Shape 138"/>
          <p:cNvSpPr/>
          <p:nvPr/>
        </p:nvSpPr>
        <p:spPr>
          <a:xfrm>
            <a:off x="10533888" y="1051560"/>
            <a:ext cx="621792" cy="330327"/>
          </a:xfrm>
          <a:prstGeom prst="rect">
            <a:avLst/>
          </a:prstGeom>
          <a:solidFill>
            <a:srgbClr val="92506F"/>
          </a:solidFill>
          <a:ln w="6350">
            <a:solidFill>
              <a:srgbClr val="E6C992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41" name="Text 139"/>
          <p:cNvSpPr/>
          <p:nvPr/>
        </p:nvSpPr>
        <p:spPr>
          <a:xfrm>
            <a:off x="10552176" y="1060704"/>
            <a:ext cx="585216" cy="3120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</a:rPr>
              <a:t>屬壇</a:t>
            </a:r>
            <a:endParaRPr lang="en-US" sz="1600"/>
          </a:p>
        </p:txBody>
      </p:sp>
      <p:sp>
        <p:nvSpPr>
          <p:cNvPr id="142" name="Shape 140"/>
          <p:cNvSpPr/>
          <p:nvPr/>
        </p:nvSpPr>
        <p:spPr>
          <a:xfrm>
            <a:off x="11155680" y="1051560"/>
            <a:ext cx="530352" cy="330327"/>
          </a:xfrm>
          <a:prstGeom prst="rect">
            <a:avLst/>
          </a:prstGeom>
          <a:solidFill>
            <a:srgbClr val="92506F"/>
          </a:solidFill>
          <a:ln w="6350">
            <a:solidFill>
              <a:srgbClr val="E6C992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43" name="Text 141"/>
          <p:cNvSpPr/>
          <p:nvPr/>
        </p:nvSpPr>
        <p:spPr>
          <a:xfrm>
            <a:off x="11173968" y="1060704"/>
            <a:ext cx="493776" cy="3120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</a:rPr>
              <a:t>求道人數</a:t>
            </a:r>
            <a:endParaRPr lang="en-US" sz="1600"/>
          </a:p>
        </p:txBody>
      </p:sp>
      <p:sp>
        <p:nvSpPr>
          <p:cNvPr id="144" name="Shape 142"/>
          <p:cNvSpPr/>
          <p:nvPr/>
        </p:nvSpPr>
        <p:spPr>
          <a:xfrm>
            <a:off x="6176772" y="1381887"/>
            <a:ext cx="475488" cy="330327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45" name="Text 143"/>
          <p:cNvSpPr/>
          <p:nvPr/>
        </p:nvSpPr>
        <p:spPr>
          <a:xfrm>
            <a:off x="6199632" y="1386459"/>
            <a:ext cx="429768" cy="3211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>
                <a:solidFill>
                  <a:srgbClr val="543443"/>
                </a:solidFill>
              </a:rPr>
              <a:t>46</a:t>
            </a:r>
            <a:endParaRPr lang="en-US" sz="1600"/>
          </a:p>
        </p:txBody>
      </p:sp>
      <p:sp>
        <p:nvSpPr>
          <p:cNvPr id="146" name="Shape 144"/>
          <p:cNvSpPr/>
          <p:nvPr/>
        </p:nvSpPr>
        <p:spPr>
          <a:xfrm>
            <a:off x="6652260" y="1381887"/>
            <a:ext cx="3881628" cy="330327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47" name="Text 145"/>
          <p:cNvSpPr/>
          <p:nvPr/>
        </p:nvSpPr>
        <p:spPr>
          <a:xfrm>
            <a:off x="6675120" y="1386459"/>
            <a:ext cx="3835908" cy="3211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>
                <a:solidFill>
                  <a:srgbClr val="543443"/>
                </a:solidFill>
              </a:rPr>
              <a:t>呂梅燕</a:t>
            </a:r>
            <a:endParaRPr lang="en-US" sz="1600"/>
          </a:p>
        </p:txBody>
      </p:sp>
      <p:sp>
        <p:nvSpPr>
          <p:cNvPr id="148" name="Shape 146"/>
          <p:cNvSpPr/>
          <p:nvPr/>
        </p:nvSpPr>
        <p:spPr>
          <a:xfrm>
            <a:off x="10533888" y="1381887"/>
            <a:ext cx="621792" cy="330327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49" name="Text 147"/>
          <p:cNvSpPr/>
          <p:nvPr/>
        </p:nvSpPr>
        <p:spPr>
          <a:xfrm>
            <a:off x="10556748" y="1386459"/>
            <a:ext cx="576072" cy="3211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>
                <a:solidFill>
                  <a:srgbClr val="543443"/>
                </a:solidFill>
              </a:rPr>
              <a:t>理德</a:t>
            </a:r>
            <a:endParaRPr lang="en-US" sz="1600"/>
          </a:p>
        </p:txBody>
      </p:sp>
      <p:sp>
        <p:nvSpPr>
          <p:cNvPr id="150" name="Shape 148"/>
          <p:cNvSpPr/>
          <p:nvPr/>
        </p:nvSpPr>
        <p:spPr>
          <a:xfrm>
            <a:off x="11155680" y="1381887"/>
            <a:ext cx="530352" cy="330327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51" name="Text 149"/>
          <p:cNvSpPr/>
          <p:nvPr/>
        </p:nvSpPr>
        <p:spPr>
          <a:xfrm>
            <a:off x="11178540" y="1386459"/>
            <a:ext cx="484632" cy="3211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7B3C5E"/>
                </a:solidFill>
              </a:rPr>
              <a:t>1</a:t>
            </a:r>
            <a:endParaRPr lang="en-US" sz="1600"/>
          </a:p>
        </p:txBody>
      </p:sp>
      <p:sp>
        <p:nvSpPr>
          <p:cNvPr id="152" name="Shape 150"/>
          <p:cNvSpPr/>
          <p:nvPr/>
        </p:nvSpPr>
        <p:spPr>
          <a:xfrm>
            <a:off x="6176772" y="1712214"/>
            <a:ext cx="475488" cy="330327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53" name="Text 151"/>
          <p:cNvSpPr/>
          <p:nvPr/>
        </p:nvSpPr>
        <p:spPr>
          <a:xfrm>
            <a:off x="6199632" y="1716786"/>
            <a:ext cx="429768" cy="3211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>
                <a:solidFill>
                  <a:srgbClr val="543443"/>
                </a:solidFill>
              </a:rPr>
              <a:t>47</a:t>
            </a:r>
            <a:endParaRPr lang="en-US" sz="1600"/>
          </a:p>
        </p:txBody>
      </p:sp>
      <p:sp>
        <p:nvSpPr>
          <p:cNvPr id="154" name="Shape 152"/>
          <p:cNvSpPr/>
          <p:nvPr/>
        </p:nvSpPr>
        <p:spPr>
          <a:xfrm>
            <a:off x="6652260" y="1712214"/>
            <a:ext cx="3881628" cy="330327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55" name="Text 153"/>
          <p:cNvSpPr/>
          <p:nvPr/>
        </p:nvSpPr>
        <p:spPr>
          <a:xfrm>
            <a:off x="6675120" y="1716786"/>
            <a:ext cx="3835908" cy="3211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>
                <a:solidFill>
                  <a:srgbClr val="543443"/>
                </a:solidFill>
              </a:rPr>
              <a:t>廖佩恩</a:t>
            </a:r>
            <a:endParaRPr lang="en-US" sz="1600"/>
          </a:p>
        </p:txBody>
      </p:sp>
      <p:sp>
        <p:nvSpPr>
          <p:cNvPr id="156" name="Shape 154"/>
          <p:cNvSpPr/>
          <p:nvPr/>
        </p:nvSpPr>
        <p:spPr>
          <a:xfrm>
            <a:off x="10533888" y="1712214"/>
            <a:ext cx="621792" cy="330327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57" name="Text 155"/>
          <p:cNvSpPr/>
          <p:nvPr/>
        </p:nvSpPr>
        <p:spPr>
          <a:xfrm>
            <a:off x="10556748" y="1716786"/>
            <a:ext cx="576072" cy="3211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>
                <a:solidFill>
                  <a:srgbClr val="543443"/>
                </a:solidFill>
              </a:rPr>
              <a:t>理德</a:t>
            </a:r>
            <a:endParaRPr lang="en-US" sz="1600"/>
          </a:p>
        </p:txBody>
      </p:sp>
      <p:sp>
        <p:nvSpPr>
          <p:cNvPr id="158" name="Shape 156"/>
          <p:cNvSpPr/>
          <p:nvPr/>
        </p:nvSpPr>
        <p:spPr>
          <a:xfrm>
            <a:off x="11155680" y="1712214"/>
            <a:ext cx="530352" cy="330327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59" name="Text 157"/>
          <p:cNvSpPr/>
          <p:nvPr/>
        </p:nvSpPr>
        <p:spPr>
          <a:xfrm>
            <a:off x="11178540" y="1716786"/>
            <a:ext cx="484632" cy="3211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7B3C5E"/>
                </a:solidFill>
              </a:rPr>
              <a:t>1</a:t>
            </a:r>
            <a:endParaRPr lang="en-US" sz="1600"/>
          </a:p>
        </p:txBody>
      </p:sp>
      <p:sp>
        <p:nvSpPr>
          <p:cNvPr id="160" name="Shape 158"/>
          <p:cNvSpPr/>
          <p:nvPr/>
        </p:nvSpPr>
        <p:spPr>
          <a:xfrm>
            <a:off x="6176772" y="2042541"/>
            <a:ext cx="475488" cy="330327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61" name="Text 159"/>
          <p:cNvSpPr/>
          <p:nvPr/>
        </p:nvSpPr>
        <p:spPr>
          <a:xfrm>
            <a:off x="6199632" y="2047113"/>
            <a:ext cx="429768" cy="3211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>
                <a:solidFill>
                  <a:srgbClr val="543443"/>
                </a:solidFill>
              </a:rPr>
              <a:t>48</a:t>
            </a:r>
            <a:endParaRPr lang="en-US" sz="1600"/>
          </a:p>
        </p:txBody>
      </p:sp>
      <p:sp>
        <p:nvSpPr>
          <p:cNvPr id="162" name="Shape 160"/>
          <p:cNvSpPr/>
          <p:nvPr/>
        </p:nvSpPr>
        <p:spPr>
          <a:xfrm>
            <a:off x="6652260" y="2042541"/>
            <a:ext cx="3881628" cy="330327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63" name="Text 161"/>
          <p:cNvSpPr/>
          <p:nvPr/>
        </p:nvSpPr>
        <p:spPr>
          <a:xfrm>
            <a:off x="6675120" y="2047113"/>
            <a:ext cx="3835908" cy="3211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>
                <a:solidFill>
                  <a:srgbClr val="543443"/>
                </a:solidFill>
              </a:rPr>
              <a:t>陳姵霖</a:t>
            </a:r>
            <a:endParaRPr lang="en-US" sz="1600"/>
          </a:p>
        </p:txBody>
      </p:sp>
      <p:sp>
        <p:nvSpPr>
          <p:cNvPr id="164" name="Shape 162"/>
          <p:cNvSpPr/>
          <p:nvPr/>
        </p:nvSpPr>
        <p:spPr>
          <a:xfrm>
            <a:off x="10533888" y="2042541"/>
            <a:ext cx="621792" cy="330327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65" name="Text 163"/>
          <p:cNvSpPr/>
          <p:nvPr/>
        </p:nvSpPr>
        <p:spPr>
          <a:xfrm>
            <a:off x="10556748" y="2047113"/>
            <a:ext cx="576072" cy="3211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>
                <a:solidFill>
                  <a:srgbClr val="543443"/>
                </a:solidFill>
              </a:rPr>
              <a:t>理德</a:t>
            </a:r>
            <a:endParaRPr lang="en-US" sz="1600"/>
          </a:p>
        </p:txBody>
      </p:sp>
      <p:sp>
        <p:nvSpPr>
          <p:cNvPr id="166" name="Shape 164"/>
          <p:cNvSpPr/>
          <p:nvPr/>
        </p:nvSpPr>
        <p:spPr>
          <a:xfrm>
            <a:off x="11155680" y="2042541"/>
            <a:ext cx="530352" cy="330327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67" name="Text 165"/>
          <p:cNvSpPr/>
          <p:nvPr/>
        </p:nvSpPr>
        <p:spPr>
          <a:xfrm>
            <a:off x="11178540" y="2047113"/>
            <a:ext cx="484632" cy="3211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7B3C5E"/>
                </a:solidFill>
              </a:rPr>
              <a:t>1</a:t>
            </a:r>
            <a:endParaRPr lang="en-US" sz="1600"/>
          </a:p>
        </p:txBody>
      </p:sp>
      <p:sp>
        <p:nvSpPr>
          <p:cNvPr id="168" name="Shape 166"/>
          <p:cNvSpPr/>
          <p:nvPr/>
        </p:nvSpPr>
        <p:spPr>
          <a:xfrm>
            <a:off x="6176772" y="2372868"/>
            <a:ext cx="475488" cy="330327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69" name="Text 167"/>
          <p:cNvSpPr/>
          <p:nvPr/>
        </p:nvSpPr>
        <p:spPr>
          <a:xfrm>
            <a:off x="6199632" y="2377440"/>
            <a:ext cx="429768" cy="3211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>
                <a:solidFill>
                  <a:srgbClr val="543443"/>
                </a:solidFill>
              </a:rPr>
              <a:t>49</a:t>
            </a:r>
            <a:endParaRPr lang="en-US" sz="1600"/>
          </a:p>
        </p:txBody>
      </p:sp>
      <p:sp>
        <p:nvSpPr>
          <p:cNvPr id="170" name="Shape 168"/>
          <p:cNvSpPr/>
          <p:nvPr/>
        </p:nvSpPr>
        <p:spPr>
          <a:xfrm>
            <a:off x="6652260" y="2372868"/>
            <a:ext cx="3881628" cy="330327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71" name="Text 169"/>
          <p:cNvSpPr/>
          <p:nvPr/>
        </p:nvSpPr>
        <p:spPr>
          <a:xfrm>
            <a:off x="6675120" y="2377440"/>
            <a:ext cx="3835908" cy="3211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>
                <a:solidFill>
                  <a:srgbClr val="543443"/>
                </a:solidFill>
              </a:rPr>
              <a:t>陳彩玲</a:t>
            </a:r>
            <a:endParaRPr lang="en-US" sz="1600"/>
          </a:p>
        </p:txBody>
      </p:sp>
      <p:sp>
        <p:nvSpPr>
          <p:cNvPr id="172" name="Shape 170"/>
          <p:cNvSpPr/>
          <p:nvPr/>
        </p:nvSpPr>
        <p:spPr>
          <a:xfrm>
            <a:off x="10533888" y="2372868"/>
            <a:ext cx="621792" cy="330327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73" name="Text 171"/>
          <p:cNvSpPr/>
          <p:nvPr/>
        </p:nvSpPr>
        <p:spPr>
          <a:xfrm>
            <a:off x="10556748" y="2377440"/>
            <a:ext cx="576072" cy="3211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>
                <a:solidFill>
                  <a:srgbClr val="543443"/>
                </a:solidFill>
              </a:rPr>
              <a:t>理德</a:t>
            </a:r>
            <a:endParaRPr lang="en-US" sz="1600"/>
          </a:p>
        </p:txBody>
      </p:sp>
      <p:sp>
        <p:nvSpPr>
          <p:cNvPr id="174" name="Shape 172"/>
          <p:cNvSpPr/>
          <p:nvPr/>
        </p:nvSpPr>
        <p:spPr>
          <a:xfrm>
            <a:off x="11155680" y="2372868"/>
            <a:ext cx="530352" cy="330327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75" name="Text 173"/>
          <p:cNvSpPr/>
          <p:nvPr/>
        </p:nvSpPr>
        <p:spPr>
          <a:xfrm>
            <a:off x="11178540" y="2377440"/>
            <a:ext cx="484632" cy="3211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7B3C5E"/>
                </a:solidFill>
              </a:rPr>
              <a:t>1</a:t>
            </a:r>
            <a:endParaRPr lang="en-US" sz="1600"/>
          </a:p>
        </p:txBody>
      </p:sp>
      <p:sp>
        <p:nvSpPr>
          <p:cNvPr id="176" name="Shape 174"/>
          <p:cNvSpPr/>
          <p:nvPr/>
        </p:nvSpPr>
        <p:spPr>
          <a:xfrm>
            <a:off x="6176772" y="2703195"/>
            <a:ext cx="475488" cy="330327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77" name="Text 175"/>
          <p:cNvSpPr/>
          <p:nvPr/>
        </p:nvSpPr>
        <p:spPr>
          <a:xfrm>
            <a:off x="6199632" y="2707767"/>
            <a:ext cx="429768" cy="3211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>
                <a:solidFill>
                  <a:srgbClr val="543443"/>
                </a:solidFill>
              </a:rPr>
              <a:t>50</a:t>
            </a:r>
            <a:endParaRPr lang="en-US" sz="1600"/>
          </a:p>
        </p:txBody>
      </p:sp>
      <p:sp>
        <p:nvSpPr>
          <p:cNvPr id="178" name="Shape 176"/>
          <p:cNvSpPr/>
          <p:nvPr/>
        </p:nvSpPr>
        <p:spPr>
          <a:xfrm>
            <a:off x="6652260" y="2703195"/>
            <a:ext cx="3881628" cy="330327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79" name="Text 177"/>
          <p:cNvSpPr/>
          <p:nvPr/>
        </p:nvSpPr>
        <p:spPr>
          <a:xfrm>
            <a:off x="6675120" y="2707767"/>
            <a:ext cx="3835908" cy="3211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>
                <a:solidFill>
                  <a:srgbClr val="543443"/>
                </a:solidFill>
              </a:rPr>
              <a:t>胡秋蕓</a:t>
            </a:r>
            <a:endParaRPr lang="en-US" sz="1600"/>
          </a:p>
        </p:txBody>
      </p:sp>
      <p:sp>
        <p:nvSpPr>
          <p:cNvPr id="180" name="Shape 178"/>
          <p:cNvSpPr/>
          <p:nvPr/>
        </p:nvSpPr>
        <p:spPr>
          <a:xfrm>
            <a:off x="10533888" y="2703195"/>
            <a:ext cx="621792" cy="330327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81" name="Text 179"/>
          <p:cNvSpPr/>
          <p:nvPr/>
        </p:nvSpPr>
        <p:spPr>
          <a:xfrm>
            <a:off x="10556748" y="2707767"/>
            <a:ext cx="576072" cy="3211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>
                <a:solidFill>
                  <a:srgbClr val="543443"/>
                </a:solidFill>
              </a:rPr>
              <a:t>理德</a:t>
            </a:r>
            <a:endParaRPr lang="en-US" sz="1600"/>
          </a:p>
        </p:txBody>
      </p:sp>
      <p:sp>
        <p:nvSpPr>
          <p:cNvPr id="182" name="Shape 180"/>
          <p:cNvSpPr/>
          <p:nvPr/>
        </p:nvSpPr>
        <p:spPr>
          <a:xfrm>
            <a:off x="11155680" y="2703195"/>
            <a:ext cx="530352" cy="330327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83" name="Text 181"/>
          <p:cNvSpPr/>
          <p:nvPr/>
        </p:nvSpPr>
        <p:spPr>
          <a:xfrm>
            <a:off x="11178540" y="2707767"/>
            <a:ext cx="484632" cy="3211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7B3C5E"/>
                </a:solidFill>
              </a:rPr>
              <a:t>1</a:t>
            </a:r>
            <a:endParaRPr lang="en-US" sz="1600"/>
          </a:p>
        </p:txBody>
      </p:sp>
      <p:sp>
        <p:nvSpPr>
          <p:cNvPr id="184" name="Shape 182"/>
          <p:cNvSpPr/>
          <p:nvPr/>
        </p:nvSpPr>
        <p:spPr>
          <a:xfrm>
            <a:off x="6176772" y="3033522"/>
            <a:ext cx="475488" cy="330327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85" name="Text 183"/>
          <p:cNvSpPr/>
          <p:nvPr/>
        </p:nvSpPr>
        <p:spPr>
          <a:xfrm>
            <a:off x="6199632" y="3038094"/>
            <a:ext cx="429768" cy="3211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>
                <a:solidFill>
                  <a:srgbClr val="543443"/>
                </a:solidFill>
              </a:rPr>
              <a:t>51</a:t>
            </a:r>
            <a:endParaRPr lang="en-US" sz="1600"/>
          </a:p>
        </p:txBody>
      </p:sp>
      <p:sp>
        <p:nvSpPr>
          <p:cNvPr id="186" name="Shape 184"/>
          <p:cNvSpPr/>
          <p:nvPr/>
        </p:nvSpPr>
        <p:spPr>
          <a:xfrm>
            <a:off x="6652260" y="3033522"/>
            <a:ext cx="3881628" cy="330327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87" name="Text 185"/>
          <p:cNvSpPr/>
          <p:nvPr/>
        </p:nvSpPr>
        <p:spPr>
          <a:xfrm>
            <a:off x="6675120" y="3038094"/>
            <a:ext cx="3835908" cy="3211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>
                <a:solidFill>
                  <a:srgbClr val="543443"/>
                </a:solidFill>
              </a:rPr>
              <a:t>周淑玲</a:t>
            </a:r>
            <a:endParaRPr lang="en-US" sz="1600"/>
          </a:p>
        </p:txBody>
      </p:sp>
      <p:sp>
        <p:nvSpPr>
          <p:cNvPr id="188" name="Shape 186"/>
          <p:cNvSpPr/>
          <p:nvPr/>
        </p:nvSpPr>
        <p:spPr>
          <a:xfrm>
            <a:off x="10533888" y="3033522"/>
            <a:ext cx="621792" cy="330327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89" name="Text 187"/>
          <p:cNvSpPr/>
          <p:nvPr/>
        </p:nvSpPr>
        <p:spPr>
          <a:xfrm>
            <a:off x="10556748" y="3038094"/>
            <a:ext cx="576072" cy="3211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>
                <a:solidFill>
                  <a:srgbClr val="543443"/>
                </a:solidFill>
              </a:rPr>
              <a:t>如德</a:t>
            </a:r>
            <a:endParaRPr lang="en-US" sz="1600"/>
          </a:p>
        </p:txBody>
      </p:sp>
      <p:sp>
        <p:nvSpPr>
          <p:cNvPr id="190" name="Shape 188"/>
          <p:cNvSpPr/>
          <p:nvPr/>
        </p:nvSpPr>
        <p:spPr>
          <a:xfrm>
            <a:off x="11155680" y="3033522"/>
            <a:ext cx="530352" cy="330327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91" name="Text 189"/>
          <p:cNvSpPr/>
          <p:nvPr/>
        </p:nvSpPr>
        <p:spPr>
          <a:xfrm>
            <a:off x="11178540" y="3038094"/>
            <a:ext cx="484632" cy="3211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7B3C5E"/>
                </a:solidFill>
              </a:rPr>
              <a:t>7</a:t>
            </a:r>
            <a:endParaRPr lang="en-US" sz="1600"/>
          </a:p>
        </p:txBody>
      </p:sp>
      <p:sp>
        <p:nvSpPr>
          <p:cNvPr id="192" name="Shape 190"/>
          <p:cNvSpPr/>
          <p:nvPr/>
        </p:nvSpPr>
        <p:spPr>
          <a:xfrm>
            <a:off x="6176772" y="3363849"/>
            <a:ext cx="475488" cy="330327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93" name="Text 191"/>
          <p:cNvSpPr/>
          <p:nvPr/>
        </p:nvSpPr>
        <p:spPr>
          <a:xfrm>
            <a:off x="6199632" y="3368421"/>
            <a:ext cx="429768" cy="3211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>
                <a:solidFill>
                  <a:srgbClr val="543443"/>
                </a:solidFill>
              </a:rPr>
              <a:t>52</a:t>
            </a:r>
            <a:endParaRPr lang="en-US" sz="1600"/>
          </a:p>
        </p:txBody>
      </p:sp>
      <p:sp>
        <p:nvSpPr>
          <p:cNvPr id="194" name="Shape 192"/>
          <p:cNvSpPr/>
          <p:nvPr/>
        </p:nvSpPr>
        <p:spPr>
          <a:xfrm>
            <a:off x="6652260" y="3363849"/>
            <a:ext cx="3881628" cy="330327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95" name="Text 193"/>
          <p:cNvSpPr/>
          <p:nvPr/>
        </p:nvSpPr>
        <p:spPr>
          <a:xfrm>
            <a:off x="6675120" y="3368421"/>
            <a:ext cx="3835908" cy="3211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>
                <a:solidFill>
                  <a:srgbClr val="543443"/>
                </a:solidFill>
              </a:rPr>
              <a:t>劉芹孜</a:t>
            </a:r>
            <a:endParaRPr lang="en-US" sz="1600"/>
          </a:p>
        </p:txBody>
      </p:sp>
      <p:sp>
        <p:nvSpPr>
          <p:cNvPr id="196" name="Shape 194"/>
          <p:cNvSpPr/>
          <p:nvPr/>
        </p:nvSpPr>
        <p:spPr>
          <a:xfrm>
            <a:off x="10533888" y="3363849"/>
            <a:ext cx="621792" cy="330327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97" name="Text 195"/>
          <p:cNvSpPr/>
          <p:nvPr/>
        </p:nvSpPr>
        <p:spPr>
          <a:xfrm>
            <a:off x="10556748" y="3368421"/>
            <a:ext cx="576072" cy="3211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>
                <a:solidFill>
                  <a:srgbClr val="543443"/>
                </a:solidFill>
              </a:rPr>
              <a:t>如德</a:t>
            </a:r>
            <a:endParaRPr lang="en-US" sz="1600"/>
          </a:p>
        </p:txBody>
      </p:sp>
      <p:sp>
        <p:nvSpPr>
          <p:cNvPr id="198" name="Shape 196"/>
          <p:cNvSpPr/>
          <p:nvPr/>
        </p:nvSpPr>
        <p:spPr>
          <a:xfrm>
            <a:off x="11155680" y="3363849"/>
            <a:ext cx="530352" cy="330327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99" name="Text 197"/>
          <p:cNvSpPr/>
          <p:nvPr/>
        </p:nvSpPr>
        <p:spPr>
          <a:xfrm>
            <a:off x="11178540" y="3368421"/>
            <a:ext cx="484632" cy="3211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7B3C5E"/>
                </a:solidFill>
              </a:rPr>
              <a:t>1</a:t>
            </a:r>
            <a:endParaRPr lang="en-US" sz="1600"/>
          </a:p>
        </p:txBody>
      </p:sp>
      <p:sp>
        <p:nvSpPr>
          <p:cNvPr id="200" name="Shape 198"/>
          <p:cNvSpPr/>
          <p:nvPr/>
        </p:nvSpPr>
        <p:spPr>
          <a:xfrm>
            <a:off x="6176772" y="3694176"/>
            <a:ext cx="475488" cy="330327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01" name="Text 199"/>
          <p:cNvSpPr/>
          <p:nvPr/>
        </p:nvSpPr>
        <p:spPr>
          <a:xfrm>
            <a:off x="6199632" y="3698748"/>
            <a:ext cx="429768" cy="3211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>
                <a:solidFill>
                  <a:srgbClr val="543443"/>
                </a:solidFill>
              </a:rPr>
              <a:t>53</a:t>
            </a:r>
            <a:endParaRPr lang="en-US" sz="1600"/>
          </a:p>
        </p:txBody>
      </p:sp>
      <p:sp>
        <p:nvSpPr>
          <p:cNvPr id="202" name="Shape 200"/>
          <p:cNvSpPr/>
          <p:nvPr/>
        </p:nvSpPr>
        <p:spPr>
          <a:xfrm>
            <a:off x="6652260" y="3694176"/>
            <a:ext cx="3881628" cy="330327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03" name="Text 201"/>
          <p:cNvSpPr/>
          <p:nvPr/>
        </p:nvSpPr>
        <p:spPr>
          <a:xfrm>
            <a:off x="6675120" y="3698748"/>
            <a:ext cx="3835908" cy="3211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>
                <a:solidFill>
                  <a:srgbClr val="543443"/>
                </a:solidFill>
              </a:rPr>
              <a:t>許清焜</a:t>
            </a:r>
            <a:endParaRPr lang="en-US" sz="1600"/>
          </a:p>
        </p:txBody>
      </p:sp>
      <p:sp>
        <p:nvSpPr>
          <p:cNvPr id="204" name="Shape 202"/>
          <p:cNvSpPr/>
          <p:nvPr/>
        </p:nvSpPr>
        <p:spPr>
          <a:xfrm>
            <a:off x="10533888" y="3694176"/>
            <a:ext cx="621792" cy="330327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05" name="Text 203"/>
          <p:cNvSpPr/>
          <p:nvPr/>
        </p:nvSpPr>
        <p:spPr>
          <a:xfrm>
            <a:off x="10556748" y="3698748"/>
            <a:ext cx="576072" cy="3211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>
                <a:solidFill>
                  <a:srgbClr val="543443"/>
                </a:solidFill>
              </a:rPr>
              <a:t>怡德</a:t>
            </a:r>
            <a:endParaRPr lang="en-US" sz="1600"/>
          </a:p>
        </p:txBody>
      </p:sp>
      <p:sp>
        <p:nvSpPr>
          <p:cNvPr id="206" name="Shape 204"/>
          <p:cNvSpPr/>
          <p:nvPr/>
        </p:nvSpPr>
        <p:spPr>
          <a:xfrm>
            <a:off x="11155680" y="3694176"/>
            <a:ext cx="530352" cy="330327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07" name="Text 205"/>
          <p:cNvSpPr/>
          <p:nvPr/>
        </p:nvSpPr>
        <p:spPr>
          <a:xfrm>
            <a:off x="11178540" y="3698748"/>
            <a:ext cx="484632" cy="3211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7B3C5E"/>
                </a:solidFill>
              </a:rPr>
              <a:t>4</a:t>
            </a:r>
            <a:endParaRPr lang="en-US" sz="1600"/>
          </a:p>
        </p:txBody>
      </p:sp>
      <p:sp>
        <p:nvSpPr>
          <p:cNvPr id="208" name="Shape 206"/>
          <p:cNvSpPr/>
          <p:nvPr/>
        </p:nvSpPr>
        <p:spPr>
          <a:xfrm>
            <a:off x="6176772" y="4024503"/>
            <a:ext cx="475488" cy="330327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09" name="Text 207"/>
          <p:cNvSpPr/>
          <p:nvPr/>
        </p:nvSpPr>
        <p:spPr>
          <a:xfrm>
            <a:off x="6199632" y="4029075"/>
            <a:ext cx="429768" cy="3211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>
                <a:solidFill>
                  <a:srgbClr val="543443"/>
                </a:solidFill>
              </a:rPr>
              <a:t>54</a:t>
            </a:r>
            <a:endParaRPr lang="en-US" sz="1600"/>
          </a:p>
        </p:txBody>
      </p:sp>
      <p:sp>
        <p:nvSpPr>
          <p:cNvPr id="210" name="Shape 208"/>
          <p:cNvSpPr/>
          <p:nvPr/>
        </p:nvSpPr>
        <p:spPr>
          <a:xfrm>
            <a:off x="6652260" y="4024503"/>
            <a:ext cx="3881628" cy="330327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11" name="Text 209"/>
          <p:cNvSpPr/>
          <p:nvPr/>
        </p:nvSpPr>
        <p:spPr>
          <a:xfrm>
            <a:off x="6675120" y="4029075"/>
            <a:ext cx="3835908" cy="3211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>
                <a:solidFill>
                  <a:srgbClr val="543443"/>
                </a:solidFill>
              </a:rPr>
              <a:t>陳素娥</a:t>
            </a:r>
            <a:endParaRPr lang="en-US" sz="1600"/>
          </a:p>
        </p:txBody>
      </p:sp>
      <p:sp>
        <p:nvSpPr>
          <p:cNvPr id="212" name="Shape 210"/>
          <p:cNvSpPr/>
          <p:nvPr/>
        </p:nvSpPr>
        <p:spPr>
          <a:xfrm>
            <a:off x="10533888" y="4024503"/>
            <a:ext cx="621792" cy="330327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13" name="Text 211"/>
          <p:cNvSpPr/>
          <p:nvPr/>
        </p:nvSpPr>
        <p:spPr>
          <a:xfrm>
            <a:off x="10556748" y="4029075"/>
            <a:ext cx="576072" cy="3211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>
                <a:solidFill>
                  <a:srgbClr val="543443"/>
                </a:solidFill>
              </a:rPr>
              <a:t>怡德</a:t>
            </a:r>
            <a:endParaRPr lang="en-US" sz="1600"/>
          </a:p>
        </p:txBody>
      </p:sp>
      <p:sp>
        <p:nvSpPr>
          <p:cNvPr id="214" name="Shape 212"/>
          <p:cNvSpPr/>
          <p:nvPr/>
        </p:nvSpPr>
        <p:spPr>
          <a:xfrm>
            <a:off x="11155680" y="4024503"/>
            <a:ext cx="530352" cy="330327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15" name="Text 213"/>
          <p:cNvSpPr/>
          <p:nvPr/>
        </p:nvSpPr>
        <p:spPr>
          <a:xfrm>
            <a:off x="11178540" y="4029075"/>
            <a:ext cx="484632" cy="3211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7B3C5E"/>
                </a:solidFill>
              </a:rPr>
              <a:t>3</a:t>
            </a:r>
            <a:endParaRPr lang="en-US" sz="1600"/>
          </a:p>
        </p:txBody>
      </p:sp>
      <p:sp>
        <p:nvSpPr>
          <p:cNvPr id="216" name="Shape 214"/>
          <p:cNvSpPr/>
          <p:nvPr/>
        </p:nvSpPr>
        <p:spPr>
          <a:xfrm>
            <a:off x="6176772" y="4354830"/>
            <a:ext cx="475488" cy="330327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17" name="Text 215"/>
          <p:cNvSpPr/>
          <p:nvPr/>
        </p:nvSpPr>
        <p:spPr>
          <a:xfrm>
            <a:off x="6199632" y="4359402"/>
            <a:ext cx="429768" cy="3211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>
                <a:solidFill>
                  <a:srgbClr val="543443"/>
                </a:solidFill>
              </a:rPr>
              <a:t>55</a:t>
            </a:r>
            <a:endParaRPr lang="en-US" sz="1600"/>
          </a:p>
        </p:txBody>
      </p:sp>
      <p:sp>
        <p:nvSpPr>
          <p:cNvPr id="218" name="Shape 216"/>
          <p:cNvSpPr/>
          <p:nvPr/>
        </p:nvSpPr>
        <p:spPr>
          <a:xfrm>
            <a:off x="6652260" y="4354830"/>
            <a:ext cx="3881628" cy="330327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19" name="Text 217"/>
          <p:cNvSpPr/>
          <p:nvPr/>
        </p:nvSpPr>
        <p:spPr>
          <a:xfrm>
            <a:off x="6675120" y="4359402"/>
            <a:ext cx="3835908" cy="3211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>
                <a:solidFill>
                  <a:srgbClr val="543443"/>
                </a:solidFill>
              </a:rPr>
              <a:t>邱文義</a:t>
            </a:r>
            <a:endParaRPr lang="en-US" sz="1600"/>
          </a:p>
        </p:txBody>
      </p:sp>
      <p:sp>
        <p:nvSpPr>
          <p:cNvPr id="220" name="Shape 218"/>
          <p:cNvSpPr/>
          <p:nvPr/>
        </p:nvSpPr>
        <p:spPr>
          <a:xfrm>
            <a:off x="10533888" y="4354830"/>
            <a:ext cx="621792" cy="330327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21" name="Text 219"/>
          <p:cNvSpPr/>
          <p:nvPr/>
        </p:nvSpPr>
        <p:spPr>
          <a:xfrm>
            <a:off x="10556748" y="4359402"/>
            <a:ext cx="576072" cy="3211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>
                <a:solidFill>
                  <a:srgbClr val="543443"/>
                </a:solidFill>
              </a:rPr>
              <a:t>怡德</a:t>
            </a:r>
            <a:endParaRPr lang="en-US" sz="1600"/>
          </a:p>
        </p:txBody>
      </p:sp>
      <p:sp>
        <p:nvSpPr>
          <p:cNvPr id="222" name="Shape 220"/>
          <p:cNvSpPr/>
          <p:nvPr/>
        </p:nvSpPr>
        <p:spPr>
          <a:xfrm>
            <a:off x="11155680" y="4354830"/>
            <a:ext cx="530352" cy="330327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23" name="Text 221"/>
          <p:cNvSpPr/>
          <p:nvPr/>
        </p:nvSpPr>
        <p:spPr>
          <a:xfrm>
            <a:off x="11178540" y="4359402"/>
            <a:ext cx="484632" cy="3211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7B3C5E"/>
                </a:solidFill>
              </a:rPr>
              <a:t>2</a:t>
            </a:r>
            <a:endParaRPr lang="en-US" sz="1600"/>
          </a:p>
        </p:txBody>
      </p:sp>
      <p:sp>
        <p:nvSpPr>
          <p:cNvPr id="224" name="Shape 222"/>
          <p:cNvSpPr/>
          <p:nvPr/>
        </p:nvSpPr>
        <p:spPr>
          <a:xfrm>
            <a:off x="6176772" y="4685157"/>
            <a:ext cx="475488" cy="330327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25" name="Text 223"/>
          <p:cNvSpPr/>
          <p:nvPr/>
        </p:nvSpPr>
        <p:spPr>
          <a:xfrm>
            <a:off x="6199632" y="4689729"/>
            <a:ext cx="429768" cy="3211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>
                <a:solidFill>
                  <a:srgbClr val="543443"/>
                </a:solidFill>
              </a:rPr>
              <a:t>56</a:t>
            </a:r>
            <a:endParaRPr lang="en-US" sz="1600"/>
          </a:p>
        </p:txBody>
      </p:sp>
      <p:sp>
        <p:nvSpPr>
          <p:cNvPr id="226" name="Shape 224"/>
          <p:cNvSpPr/>
          <p:nvPr/>
        </p:nvSpPr>
        <p:spPr>
          <a:xfrm>
            <a:off x="6652260" y="4685157"/>
            <a:ext cx="3881628" cy="330327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27" name="Text 225"/>
          <p:cNvSpPr/>
          <p:nvPr/>
        </p:nvSpPr>
        <p:spPr>
          <a:xfrm>
            <a:off x="6675120" y="4689729"/>
            <a:ext cx="3835908" cy="3211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>
                <a:solidFill>
                  <a:srgbClr val="543443"/>
                </a:solidFill>
              </a:rPr>
              <a:t>許清華</a:t>
            </a:r>
            <a:endParaRPr lang="en-US" sz="1600"/>
          </a:p>
        </p:txBody>
      </p:sp>
      <p:sp>
        <p:nvSpPr>
          <p:cNvPr id="228" name="Shape 226"/>
          <p:cNvSpPr/>
          <p:nvPr/>
        </p:nvSpPr>
        <p:spPr>
          <a:xfrm>
            <a:off x="10533888" y="4685157"/>
            <a:ext cx="621792" cy="330327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29" name="Text 227"/>
          <p:cNvSpPr/>
          <p:nvPr/>
        </p:nvSpPr>
        <p:spPr>
          <a:xfrm>
            <a:off x="10556748" y="4689729"/>
            <a:ext cx="576072" cy="3211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>
                <a:solidFill>
                  <a:srgbClr val="543443"/>
                </a:solidFill>
              </a:rPr>
              <a:t>怡德</a:t>
            </a:r>
            <a:endParaRPr lang="en-US" sz="1600"/>
          </a:p>
        </p:txBody>
      </p:sp>
      <p:sp>
        <p:nvSpPr>
          <p:cNvPr id="230" name="Shape 228"/>
          <p:cNvSpPr/>
          <p:nvPr/>
        </p:nvSpPr>
        <p:spPr>
          <a:xfrm>
            <a:off x="11155680" y="4685157"/>
            <a:ext cx="530352" cy="330327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31" name="Text 229"/>
          <p:cNvSpPr/>
          <p:nvPr/>
        </p:nvSpPr>
        <p:spPr>
          <a:xfrm>
            <a:off x="11178540" y="4689729"/>
            <a:ext cx="484632" cy="3211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7B3C5E"/>
                </a:solidFill>
              </a:rPr>
              <a:t>2</a:t>
            </a:r>
            <a:endParaRPr lang="en-US" sz="1600"/>
          </a:p>
        </p:txBody>
      </p:sp>
      <p:sp>
        <p:nvSpPr>
          <p:cNvPr id="232" name="Shape 230"/>
          <p:cNvSpPr/>
          <p:nvPr/>
        </p:nvSpPr>
        <p:spPr>
          <a:xfrm>
            <a:off x="6176772" y="5015484"/>
            <a:ext cx="475488" cy="330327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33" name="Text 231"/>
          <p:cNvSpPr/>
          <p:nvPr/>
        </p:nvSpPr>
        <p:spPr>
          <a:xfrm>
            <a:off x="6199632" y="5020056"/>
            <a:ext cx="429768" cy="3211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>
                <a:solidFill>
                  <a:srgbClr val="543443"/>
                </a:solidFill>
              </a:rPr>
              <a:t>57</a:t>
            </a:r>
            <a:endParaRPr lang="en-US" sz="1600"/>
          </a:p>
        </p:txBody>
      </p:sp>
      <p:sp>
        <p:nvSpPr>
          <p:cNvPr id="234" name="Shape 232"/>
          <p:cNvSpPr/>
          <p:nvPr/>
        </p:nvSpPr>
        <p:spPr>
          <a:xfrm>
            <a:off x="6652260" y="5015484"/>
            <a:ext cx="3881628" cy="330327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35" name="Text 233"/>
          <p:cNvSpPr/>
          <p:nvPr/>
        </p:nvSpPr>
        <p:spPr>
          <a:xfrm>
            <a:off x="6675120" y="5020056"/>
            <a:ext cx="3835908" cy="3211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>
                <a:solidFill>
                  <a:srgbClr val="543443"/>
                </a:solidFill>
              </a:rPr>
              <a:t>陳沭晶</a:t>
            </a:r>
            <a:endParaRPr lang="en-US" sz="1600"/>
          </a:p>
        </p:txBody>
      </p:sp>
      <p:sp>
        <p:nvSpPr>
          <p:cNvPr id="236" name="Shape 234"/>
          <p:cNvSpPr/>
          <p:nvPr/>
        </p:nvSpPr>
        <p:spPr>
          <a:xfrm>
            <a:off x="10533888" y="5015484"/>
            <a:ext cx="621792" cy="330327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37" name="Text 235"/>
          <p:cNvSpPr/>
          <p:nvPr/>
        </p:nvSpPr>
        <p:spPr>
          <a:xfrm>
            <a:off x="10556748" y="5020056"/>
            <a:ext cx="576072" cy="3211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>
                <a:solidFill>
                  <a:srgbClr val="543443"/>
                </a:solidFill>
              </a:rPr>
              <a:t>怡德</a:t>
            </a:r>
            <a:endParaRPr lang="en-US" sz="1600"/>
          </a:p>
        </p:txBody>
      </p:sp>
      <p:sp>
        <p:nvSpPr>
          <p:cNvPr id="238" name="Shape 236"/>
          <p:cNvSpPr/>
          <p:nvPr/>
        </p:nvSpPr>
        <p:spPr>
          <a:xfrm>
            <a:off x="11155680" y="5015484"/>
            <a:ext cx="530352" cy="330327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39" name="Text 237"/>
          <p:cNvSpPr/>
          <p:nvPr/>
        </p:nvSpPr>
        <p:spPr>
          <a:xfrm>
            <a:off x="11178540" y="5020056"/>
            <a:ext cx="484632" cy="3211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7B3C5E"/>
                </a:solidFill>
              </a:rPr>
              <a:t>2</a:t>
            </a:r>
            <a:endParaRPr lang="en-US" sz="1600"/>
          </a:p>
        </p:txBody>
      </p:sp>
      <p:sp>
        <p:nvSpPr>
          <p:cNvPr id="240" name="Shape 238"/>
          <p:cNvSpPr/>
          <p:nvPr/>
        </p:nvSpPr>
        <p:spPr>
          <a:xfrm>
            <a:off x="6176772" y="5345811"/>
            <a:ext cx="475488" cy="330327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41" name="Text 239"/>
          <p:cNvSpPr/>
          <p:nvPr/>
        </p:nvSpPr>
        <p:spPr>
          <a:xfrm>
            <a:off x="6199632" y="5350383"/>
            <a:ext cx="429768" cy="3211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>
                <a:solidFill>
                  <a:srgbClr val="543443"/>
                </a:solidFill>
              </a:rPr>
              <a:t>58</a:t>
            </a:r>
            <a:endParaRPr lang="en-US" sz="1600"/>
          </a:p>
        </p:txBody>
      </p:sp>
      <p:sp>
        <p:nvSpPr>
          <p:cNvPr id="242" name="Shape 240"/>
          <p:cNvSpPr/>
          <p:nvPr/>
        </p:nvSpPr>
        <p:spPr>
          <a:xfrm>
            <a:off x="6652260" y="5345811"/>
            <a:ext cx="3881628" cy="330327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43" name="Text 241"/>
          <p:cNvSpPr/>
          <p:nvPr/>
        </p:nvSpPr>
        <p:spPr>
          <a:xfrm>
            <a:off x="6675120" y="5350383"/>
            <a:ext cx="3835908" cy="3211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>
                <a:solidFill>
                  <a:srgbClr val="543443"/>
                </a:solidFill>
              </a:rPr>
              <a:t>劉革漒</a:t>
            </a:r>
            <a:endParaRPr lang="en-US" sz="1600"/>
          </a:p>
        </p:txBody>
      </p:sp>
      <p:sp>
        <p:nvSpPr>
          <p:cNvPr id="244" name="Shape 242"/>
          <p:cNvSpPr/>
          <p:nvPr/>
        </p:nvSpPr>
        <p:spPr>
          <a:xfrm>
            <a:off x="10533888" y="5345811"/>
            <a:ext cx="621792" cy="330327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45" name="Text 243"/>
          <p:cNvSpPr/>
          <p:nvPr/>
        </p:nvSpPr>
        <p:spPr>
          <a:xfrm>
            <a:off x="10556748" y="5350383"/>
            <a:ext cx="576072" cy="3211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>
                <a:solidFill>
                  <a:srgbClr val="543443"/>
                </a:solidFill>
              </a:rPr>
              <a:t>齊德</a:t>
            </a:r>
            <a:endParaRPr lang="en-US" sz="1600"/>
          </a:p>
        </p:txBody>
      </p:sp>
      <p:sp>
        <p:nvSpPr>
          <p:cNvPr id="246" name="Shape 244"/>
          <p:cNvSpPr/>
          <p:nvPr/>
        </p:nvSpPr>
        <p:spPr>
          <a:xfrm>
            <a:off x="11155680" y="5345811"/>
            <a:ext cx="530352" cy="330327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47" name="Text 245"/>
          <p:cNvSpPr/>
          <p:nvPr/>
        </p:nvSpPr>
        <p:spPr>
          <a:xfrm>
            <a:off x="11178540" y="5350383"/>
            <a:ext cx="484632" cy="3211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7B3C5E"/>
                </a:solidFill>
              </a:rPr>
              <a:t>8</a:t>
            </a:r>
            <a:endParaRPr lang="en-US" sz="1600"/>
          </a:p>
        </p:txBody>
      </p:sp>
      <p:sp>
        <p:nvSpPr>
          <p:cNvPr id="248" name="Shape 246"/>
          <p:cNvSpPr/>
          <p:nvPr/>
        </p:nvSpPr>
        <p:spPr>
          <a:xfrm>
            <a:off x="6176772" y="5676138"/>
            <a:ext cx="475488" cy="330327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49" name="Text 247"/>
          <p:cNvSpPr/>
          <p:nvPr/>
        </p:nvSpPr>
        <p:spPr>
          <a:xfrm>
            <a:off x="6199632" y="5680710"/>
            <a:ext cx="429768" cy="3211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>
                <a:solidFill>
                  <a:srgbClr val="543443"/>
                </a:solidFill>
              </a:rPr>
              <a:t>59</a:t>
            </a:r>
            <a:endParaRPr lang="en-US" sz="1600"/>
          </a:p>
        </p:txBody>
      </p:sp>
      <p:sp>
        <p:nvSpPr>
          <p:cNvPr id="250" name="Shape 248"/>
          <p:cNvSpPr/>
          <p:nvPr/>
        </p:nvSpPr>
        <p:spPr>
          <a:xfrm>
            <a:off x="6652260" y="5676138"/>
            <a:ext cx="3881628" cy="330327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51" name="Text 249"/>
          <p:cNvSpPr/>
          <p:nvPr/>
        </p:nvSpPr>
        <p:spPr>
          <a:xfrm>
            <a:off x="6675120" y="5680710"/>
            <a:ext cx="3835908" cy="3211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>
                <a:solidFill>
                  <a:srgbClr val="543443"/>
                </a:solidFill>
              </a:rPr>
              <a:t>李毓儀</a:t>
            </a:r>
            <a:endParaRPr lang="en-US" sz="1600"/>
          </a:p>
        </p:txBody>
      </p:sp>
      <p:sp>
        <p:nvSpPr>
          <p:cNvPr id="252" name="Shape 250"/>
          <p:cNvSpPr/>
          <p:nvPr/>
        </p:nvSpPr>
        <p:spPr>
          <a:xfrm>
            <a:off x="10533888" y="5676138"/>
            <a:ext cx="621792" cy="330327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53" name="Text 251"/>
          <p:cNvSpPr/>
          <p:nvPr/>
        </p:nvSpPr>
        <p:spPr>
          <a:xfrm>
            <a:off x="10556748" y="5680710"/>
            <a:ext cx="576072" cy="3211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>
                <a:solidFill>
                  <a:srgbClr val="543443"/>
                </a:solidFill>
              </a:rPr>
              <a:t>齊德</a:t>
            </a:r>
            <a:endParaRPr lang="en-US" sz="1600"/>
          </a:p>
        </p:txBody>
      </p:sp>
      <p:sp>
        <p:nvSpPr>
          <p:cNvPr id="254" name="Shape 252"/>
          <p:cNvSpPr/>
          <p:nvPr/>
        </p:nvSpPr>
        <p:spPr>
          <a:xfrm>
            <a:off x="11155680" y="5676138"/>
            <a:ext cx="530352" cy="330327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55" name="Text 253"/>
          <p:cNvSpPr/>
          <p:nvPr/>
        </p:nvSpPr>
        <p:spPr>
          <a:xfrm>
            <a:off x="11178540" y="5680710"/>
            <a:ext cx="484632" cy="3211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7B3C5E"/>
                </a:solidFill>
              </a:rPr>
              <a:t>7</a:t>
            </a:r>
            <a:endParaRPr lang="en-US" sz="1600"/>
          </a:p>
        </p:txBody>
      </p:sp>
      <p:sp>
        <p:nvSpPr>
          <p:cNvPr id="256" name="Shape 254"/>
          <p:cNvSpPr/>
          <p:nvPr/>
        </p:nvSpPr>
        <p:spPr>
          <a:xfrm>
            <a:off x="6176772" y="6006465"/>
            <a:ext cx="475488" cy="330327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57" name="Text 255"/>
          <p:cNvSpPr/>
          <p:nvPr/>
        </p:nvSpPr>
        <p:spPr>
          <a:xfrm>
            <a:off x="6199632" y="6011037"/>
            <a:ext cx="429768" cy="3211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>
                <a:solidFill>
                  <a:srgbClr val="543443"/>
                </a:solidFill>
              </a:rPr>
              <a:t>60</a:t>
            </a:r>
            <a:endParaRPr lang="en-US" sz="1600"/>
          </a:p>
        </p:txBody>
      </p:sp>
      <p:sp>
        <p:nvSpPr>
          <p:cNvPr id="258" name="Shape 256"/>
          <p:cNvSpPr/>
          <p:nvPr/>
        </p:nvSpPr>
        <p:spPr>
          <a:xfrm>
            <a:off x="6652260" y="6006465"/>
            <a:ext cx="3881628" cy="330327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59" name="Text 257"/>
          <p:cNvSpPr/>
          <p:nvPr/>
        </p:nvSpPr>
        <p:spPr>
          <a:xfrm>
            <a:off x="6675120" y="6011037"/>
            <a:ext cx="3835908" cy="3211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>
                <a:solidFill>
                  <a:srgbClr val="543443"/>
                </a:solidFill>
              </a:rPr>
              <a:t>陳桂鳳</a:t>
            </a:r>
            <a:endParaRPr lang="en-US" sz="1600"/>
          </a:p>
        </p:txBody>
      </p:sp>
      <p:sp>
        <p:nvSpPr>
          <p:cNvPr id="260" name="Shape 258"/>
          <p:cNvSpPr/>
          <p:nvPr/>
        </p:nvSpPr>
        <p:spPr>
          <a:xfrm>
            <a:off x="10533888" y="6006465"/>
            <a:ext cx="621792" cy="330327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61" name="Text 259"/>
          <p:cNvSpPr/>
          <p:nvPr/>
        </p:nvSpPr>
        <p:spPr>
          <a:xfrm>
            <a:off x="10556748" y="6011037"/>
            <a:ext cx="576072" cy="3211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>
                <a:solidFill>
                  <a:srgbClr val="543443"/>
                </a:solidFill>
              </a:rPr>
              <a:t>齊德</a:t>
            </a:r>
            <a:endParaRPr lang="en-US" sz="1600"/>
          </a:p>
        </p:txBody>
      </p:sp>
      <p:sp>
        <p:nvSpPr>
          <p:cNvPr id="262" name="Shape 260"/>
          <p:cNvSpPr/>
          <p:nvPr/>
        </p:nvSpPr>
        <p:spPr>
          <a:xfrm>
            <a:off x="11155680" y="6006465"/>
            <a:ext cx="530352" cy="330327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63" name="Text 261"/>
          <p:cNvSpPr/>
          <p:nvPr/>
        </p:nvSpPr>
        <p:spPr>
          <a:xfrm>
            <a:off x="11178540" y="6011037"/>
            <a:ext cx="484632" cy="3211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7B3C5E"/>
                </a:solidFill>
              </a:rPr>
              <a:t>6</a:t>
            </a:r>
            <a:endParaRPr lang="en-US" sz="1600"/>
          </a:p>
        </p:txBody>
      </p:sp>
      <p:sp>
        <p:nvSpPr>
          <p:cNvPr id="264" name="Text 262"/>
          <p:cNvSpPr/>
          <p:nvPr/>
        </p:nvSpPr>
        <p:spPr>
          <a:xfrm>
            <a:off x="11338560" y="6510528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E7284"/>
                </a:solidFill>
              </a:rPr>
              <a:t>09</a:t>
            </a:r>
            <a:endParaRPr lang="en-US" sz="900" dirty="0"/>
          </a:p>
        </p:txBody>
      </p:sp>
      <p:sp>
        <p:nvSpPr>
          <p:cNvPr id="267" name="Eyebrow">
            <a:extLst>
              <a:ext uri="{FF2B5EF4-FFF2-40B4-BE49-F238E27FC236}">
                <a16:creationId xmlns:a16="http://schemas.microsoft.com/office/drawing/2014/main" id="{27CC2CA9-5129-0A1C-5030-E8E30F9CA506}"/>
              </a:ext>
            </a:extLst>
          </p:cNvPr>
          <p:cNvSpPr/>
          <p:nvPr/>
        </p:nvSpPr>
        <p:spPr>
          <a:xfrm>
            <a:off x="7315200" y="228600"/>
            <a:ext cx="4343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zh-TW" altLang="en-US" sz="1600" spc="200" dirty="0">
                <a:solidFill>
                  <a:srgbClr val="F7E8D2"/>
                </a:solidFill>
                <a:latin typeface="Noto Sans CJK TC"/>
                <a:ea typeface="Noto Sans CJK TC"/>
              </a:rPr>
              <a:t>2026年 · 巴生道務中心</a:t>
            </a:r>
            <a:endParaRPr lang="en-US" sz="16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9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pic>
        <p:nvPicPr>
          <p:cNvPr id="257" name="Lotus Watermark"/>
          <p:cNvPicPr>
            <a:picLocks noChangeAspect="1"/>
          </p:cNvPicPr>
          <p:nvPr/>
        </p:nvPicPr>
        <p:blipFill>
          <a:blip r:embed="rId3">
            <a:alphaModFix amt="14000"/>
          </a:blip>
          <a:srcRect t="7771" b="777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7B3C5E"/>
          </a:solidFill>
          <a:ln w="12700">
            <a:solidFill>
              <a:srgbClr val="7B3C5E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" name="Shape 1"/>
          <p:cNvSpPr/>
          <p:nvPr/>
        </p:nvSpPr>
        <p:spPr>
          <a:xfrm>
            <a:off x="0" y="777240"/>
            <a:ext cx="12191695" cy="73152"/>
          </a:xfrm>
          <a:prstGeom prst="rect">
            <a:avLst/>
          </a:prstGeom>
          <a:solidFill>
            <a:srgbClr val="D8B06A"/>
          </a:solidFill>
          <a:ln w="12700">
            <a:solidFill>
              <a:srgbClr val="D8B06A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4" name="Text 2"/>
          <p:cNvSpPr/>
          <p:nvPr/>
        </p:nvSpPr>
        <p:spPr>
          <a:xfrm>
            <a:off x="502920" y="164592"/>
            <a:ext cx="8732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547" b="1" dirty="0">
                <a:solidFill>
                  <a:srgbClr val="FFFFFF"/>
                </a:solidFill>
              </a:rPr>
              <a:t>渡1至9</a:t>
            </a:r>
            <a:r>
              <a:rPr lang="zh-CN" altLang="en-US" sz="2547" b="1" dirty="0">
                <a:solidFill>
                  <a:srgbClr val="FFFFFF"/>
                </a:solidFill>
              </a:rPr>
              <a:t>位求道人</a:t>
            </a:r>
            <a:r>
              <a:rPr lang="en-US" sz="2547" b="1" dirty="0">
                <a:solidFill>
                  <a:srgbClr val="FFFFFF"/>
                </a:solidFill>
              </a:rPr>
              <a:t>｜南二組（3/3）</a:t>
            </a:r>
            <a:endParaRPr lang="en-US" sz="2547" dirty="0"/>
          </a:p>
        </p:txBody>
      </p:sp>
      <p:sp>
        <p:nvSpPr>
          <p:cNvPr id="6" name="Shape 4"/>
          <p:cNvSpPr/>
          <p:nvPr/>
        </p:nvSpPr>
        <p:spPr>
          <a:xfrm>
            <a:off x="502920" y="1051560"/>
            <a:ext cx="5509260" cy="5285232"/>
          </a:xfrm>
          <a:prstGeom prst="roundRect">
            <a:avLst/>
          </a:prstGeom>
          <a:solidFill>
            <a:srgbClr val="FFFCFA"/>
          </a:solidFill>
          <a:ln w="12700">
            <a:solidFill>
              <a:srgbClr val="D8B77D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7" name="Shape 5"/>
          <p:cNvSpPr/>
          <p:nvPr/>
        </p:nvSpPr>
        <p:spPr>
          <a:xfrm>
            <a:off x="502920" y="1051560"/>
            <a:ext cx="475488" cy="330327"/>
          </a:xfrm>
          <a:prstGeom prst="rect">
            <a:avLst/>
          </a:prstGeom>
          <a:solidFill>
            <a:srgbClr val="92506F"/>
          </a:solidFill>
          <a:ln w="6350">
            <a:solidFill>
              <a:srgbClr val="E6C992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8" name="Text 6"/>
          <p:cNvSpPr/>
          <p:nvPr/>
        </p:nvSpPr>
        <p:spPr>
          <a:xfrm>
            <a:off x="521208" y="1060704"/>
            <a:ext cx="438912" cy="3120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</a:rPr>
              <a:t>No</a:t>
            </a:r>
            <a:endParaRPr lang="en-US" sz="1600"/>
          </a:p>
        </p:txBody>
      </p:sp>
      <p:sp>
        <p:nvSpPr>
          <p:cNvPr id="9" name="Shape 7"/>
          <p:cNvSpPr/>
          <p:nvPr/>
        </p:nvSpPr>
        <p:spPr>
          <a:xfrm>
            <a:off x="978408" y="1051560"/>
            <a:ext cx="3881628" cy="330327"/>
          </a:xfrm>
          <a:prstGeom prst="rect">
            <a:avLst/>
          </a:prstGeom>
          <a:solidFill>
            <a:srgbClr val="7B3C5E"/>
          </a:solidFill>
          <a:ln w="6350">
            <a:solidFill>
              <a:srgbClr val="E6C992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0" name="Text 8"/>
          <p:cNvSpPr/>
          <p:nvPr/>
        </p:nvSpPr>
        <p:spPr>
          <a:xfrm>
            <a:off x="996696" y="1060704"/>
            <a:ext cx="3845052" cy="3120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</a:rPr>
              <a:t>負責人</a:t>
            </a:r>
            <a:endParaRPr lang="en-US" sz="1600"/>
          </a:p>
        </p:txBody>
      </p:sp>
      <p:sp>
        <p:nvSpPr>
          <p:cNvPr id="11" name="Shape 9"/>
          <p:cNvSpPr/>
          <p:nvPr/>
        </p:nvSpPr>
        <p:spPr>
          <a:xfrm>
            <a:off x="4860036" y="1051560"/>
            <a:ext cx="621792" cy="330327"/>
          </a:xfrm>
          <a:prstGeom prst="rect">
            <a:avLst/>
          </a:prstGeom>
          <a:solidFill>
            <a:srgbClr val="92506F"/>
          </a:solidFill>
          <a:ln w="6350">
            <a:solidFill>
              <a:srgbClr val="E6C992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2" name="Text 10"/>
          <p:cNvSpPr/>
          <p:nvPr/>
        </p:nvSpPr>
        <p:spPr>
          <a:xfrm>
            <a:off x="4878324" y="1060704"/>
            <a:ext cx="585216" cy="3120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</a:rPr>
              <a:t>屬壇</a:t>
            </a:r>
            <a:endParaRPr lang="en-US" sz="1600"/>
          </a:p>
        </p:txBody>
      </p:sp>
      <p:sp>
        <p:nvSpPr>
          <p:cNvPr id="13" name="Shape 11"/>
          <p:cNvSpPr/>
          <p:nvPr/>
        </p:nvSpPr>
        <p:spPr>
          <a:xfrm>
            <a:off x="5481828" y="1051560"/>
            <a:ext cx="530352" cy="330327"/>
          </a:xfrm>
          <a:prstGeom prst="rect">
            <a:avLst/>
          </a:prstGeom>
          <a:solidFill>
            <a:srgbClr val="92506F"/>
          </a:solidFill>
          <a:ln w="6350">
            <a:solidFill>
              <a:srgbClr val="E6C992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4" name="Text 12"/>
          <p:cNvSpPr/>
          <p:nvPr/>
        </p:nvSpPr>
        <p:spPr>
          <a:xfrm>
            <a:off x="5500116" y="1060704"/>
            <a:ext cx="493776" cy="3120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</a:rPr>
              <a:t>求道人數</a:t>
            </a:r>
            <a:endParaRPr lang="en-US" sz="1600"/>
          </a:p>
        </p:txBody>
      </p:sp>
      <p:sp>
        <p:nvSpPr>
          <p:cNvPr id="15" name="Shape 13"/>
          <p:cNvSpPr/>
          <p:nvPr/>
        </p:nvSpPr>
        <p:spPr>
          <a:xfrm>
            <a:off x="502920" y="1381887"/>
            <a:ext cx="475488" cy="330327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6" name="Text 14"/>
          <p:cNvSpPr/>
          <p:nvPr/>
        </p:nvSpPr>
        <p:spPr>
          <a:xfrm>
            <a:off x="525780" y="1386459"/>
            <a:ext cx="429768" cy="3211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>
                <a:solidFill>
                  <a:srgbClr val="543443"/>
                </a:solidFill>
              </a:rPr>
              <a:t>61</a:t>
            </a:r>
            <a:endParaRPr lang="en-US" sz="1600"/>
          </a:p>
        </p:txBody>
      </p:sp>
      <p:sp>
        <p:nvSpPr>
          <p:cNvPr id="17" name="Shape 15"/>
          <p:cNvSpPr/>
          <p:nvPr/>
        </p:nvSpPr>
        <p:spPr>
          <a:xfrm>
            <a:off x="978408" y="1381887"/>
            <a:ext cx="3881628" cy="330327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8" name="Text 16"/>
          <p:cNvSpPr/>
          <p:nvPr/>
        </p:nvSpPr>
        <p:spPr>
          <a:xfrm>
            <a:off x="1001268" y="1386459"/>
            <a:ext cx="3835908" cy="3211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>
                <a:solidFill>
                  <a:srgbClr val="543443"/>
                </a:solidFill>
              </a:rPr>
              <a:t>曾文財</a:t>
            </a:r>
            <a:endParaRPr lang="en-US" sz="1600"/>
          </a:p>
        </p:txBody>
      </p:sp>
      <p:sp>
        <p:nvSpPr>
          <p:cNvPr id="19" name="Shape 17"/>
          <p:cNvSpPr/>
          <p:nvPr/>
        </p:nvSpPr>
        <p:spPr>
          <a:xfrm>
            <a:off x="4860036" y="1381887"/>
            <a:ext cx="621792" cy="330327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0" name="Text 18"/>
          <p:cNvSpPr/>
          <p:nvPr/>
        </p:nvSpPr>
        <p:spPr>
          <a:xfrm>
            <a:off x="4882896" y="1386459"/>
            <a:ext cx="576072" cy="3211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>
                <a:solidFill>
                  <a:srgbClr val="543443"/>
                </a:solidFill>
              </a:rPr>
              <a:t>齊德</a:t>
            </a:r>
            <a:endParaRPr lang="en-US" sz="1600"/>
          </a:p>
        </p:txBody>
      </p:sp>
      <p:sp>
        <p:nvSpPr>
          <p:cNvPr id="21" name="Shape 19"/>
          <p:cNvSpPr/>
          <p:nvPr/>
        </p:nvSpPr>
        <p:spPr>
          <a:xfrm>
            <a:off x="5481828" y="1381887"/>
            <a:ext cx="530352" cy="330327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2" name="Text 20"/>
          <p:cNvSpPr/>
          <p:nvPr/>
        </p:nvSpPr>
        <p:spPr>
          <a:xfrm>
            <a:off x="5504688" y="1386459"/>
            <a:ext cx="484632" cy="3211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7B3C5E"/>
                </a:solidFill>
              </a:rPr>
              <a:t>5</a:t>
            </a:r>
            <a:endParaRPr lang="en-US" sz="1600"/>
          </a:p>
        </p:txBody>
      </p:sp>
      <p:sp>
        <p:nvSpPr>
          <p:cNvPr id="23" name="Shape 21"/>
          <p:cNvSpPr/>
          <p:nvPr/>
        </p:nvSpPr>
        <p:spPr>
          <a:xfrm>
            <a:off x="502920" y="1712214"/>
            <a:ext cx="475488" cy="330327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4" name="Text 22"/>
          <p:cNvSpPr/>
          <p:nvPr/>
        </p:nvSpPr>
        <p:spPr>
          <a:xfrm>
            <a:off x="525780" y="1716786"/>
            <a:ext cx="429768" cy="3211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>
                <a:solidFill>
                  <a:srgbClr val="543443"/>
                </a:solidFill>
              </a:rPr>
              <a:t>62</a:t>
            </a:r>
            <a:endParaRPr lang="en-US" sz="1600"/>
          </a:p>
        </p:txBody>
      </p:sp>
      <p:sp>
        <p:nvSpPr>
          <p:cNvPr id="25" name="Shape 23"/>
          <p:cNvSpPr/>
          <p:nvPr/>
        </p:nvSpPr>
        <p:spPr>
          <a:xfrm>
            <a:off x="978408" y="1712214"/>
            <a:ext cx="3881628" cy="330327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6" name="Text 24"/>
          <p:cNvSpPr/>
          <p:nvPr/>
        </p:nvSpPr>
        <p:spPr>
          <a:xfrm>
            <a:off x="1001268" y="1716786"/>
            <a:ext cx="3835908" cy="3211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>
                <a:solidFill>
                  <a:srgbClr val="543443"/>
                </a:solidFill>
              </a:rPr>
              <a:t>盛艾薇</a:t>
            </a:r>
            <a:endParaRPr lang="en-US" sz="1600"/>
          </a:p>
        </p:txBody>
      </p:sp>
      <p:sp>
        <p:nvSpPr>
          <p:cNvPr id="27" name="Shape 25"/>
          <p:cNvSpPr/>
          <p:nvPr/>
        </p:nvSpPr>
        <p:spPr>
          <a:xfrm>
            <a:off x="4860036" y="1712214"/>
            <a:ext cx="621792" cy="330327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8" name="Text 26"/>
          <p:cNvSpPr/>
          <p:nvPr/>
        </p:nvSpPr>
        <p:spPr>
          <a:xfrm>
            <a:off x="4882896" y="1716786"/>
            <a:ext cx="576072" cy="3211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>
                <a:solidFill>
                  <a:srgbClr val="543443"/>
                </a:solidFill>
              </a:rPr>
              <a:t>齊德</a:t>
            </a:r>
            <a:endParaRPr lang="en-US" sz="1600"/>
          </a:p>
        </p:txBody>
      </p:sp>
      <p:sp>
        <p:nvSpPr>
          <p:cNvPr id="29" name="Shape 27"/>
          <p:cNvSpPr/>
          <p:nvPr/>
        </p:nvSpPr>
        <p:spPr>
          <a:xfrm>
            <a:off x="5481828" y="1712214"/>
            <a:ext cx="530352" cy="330327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0" name="Text 28"/>
          <p:cNvSpPr/>
          <p:nvPr/>
        </p:nvSpPr>
        <p:spPr>
          <a:xfrm>
            <a:off x="5504688" y="1716786"/>
            <a:ext cx="484632" cy="3211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7B3C5E"/>
                </a:solidFill>
              </a:rPr>
              <a:t>3</a:t>
            </a:r>
            <a:endParaRPr lang="en-US" sz="1600"/>
          </a:p>
        </p:txBody>
      </p:sp>
      <p:sp>
        <p:nvSpPr>
          <p:cNvPr id="31" name="Shape 29"/>
          <p:cNvSpPr/>
          <p:nvPr/>
        </p:nvSpPr>
        <p:spPr>
          <a:xfrm>
            <a:off x="502920" y="2042541"/>
            <a:ext cx="475488" cy="330327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2" name="Text 30"/>
          <p:cNvSpPr/>
          <p:nvPr/>
        </p:nvSpPr>
        <p:spPr>
          <a:xfrm>
            <a:off x="525780" y="2047113"/>
            <a:ext cx="429768" cy="3211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>
                <a:solidFill>
                  <a:srgbClr val="543443"/>
                </a:solidFill>
              </a:rPr>
              <a:t>63</a:t>
            </a:r>
            <a:endParaRPr lang="en-US" sz="1600"/>
          </a:p>
        </p:txBody>
      </p:sp>
      <p:sp>
        <p:nvSpPr>
          <p:cNvPr id="33" name="Shape 31"/>
          <p:cNvSpPr/>
          <p:nvPr/>
        </p:nvSpPr>
        <p:spPr>
          <a:xfrm>
            <a:off x="978408" y="2042541"/>
            <a:ext cx="3881628" cy="330327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4" name="Text 32"/>
          <p:cNvSpPr/>
          <p:nvPr/>
        </p:nvSpPr>
        <p:spPr>
          <a:xfrm>
            <a:off x="1001268" y="2047113"/>
            <a:ext cx="3835908" cy="3211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>
                <a:solidFill>
                  <a:srgbClr val="543443"/>
                </a:solidFill>
              </a:rPr>
              <a:t>陳素玲</a:t>
            </a:r>
            <a:endParaRPr lang="en-US" sz="1600"/>
          </a:p>
        </p:txBody>
      </p:sp>
      <p:sp>
        <p:nvSpPr>
          <p:cNvPr id="35" name="Shape 33"/>
          <p:cNvSpPr/>
          <p:nvPr/>
        </p:nvSpPr>
        <p:spPr>
          <a:xfrm>
            <a:off x="4860036" y="2042541"/>
            <a:ext cx="621792" cy="330327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6" name="Text 34"/>
          <p:cNvSpPr/>
          <p:nvPr/>
        </p:nvSpPr>
        <p:spPr>
          <a:xfrm>
            <a:off x="4882896" y="2047113"/>
            <a:ext cx="576072" cy="3211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>
                <a:solidFill>
                  <a:srgbClr val="543443"/>
                </a:solidFill>
              </a:rPr>
              <a:t>齊德</a:t>
            </a:r>
            <a:endParaRPr lang="en-US" sz="1600"/>
          </a:p>
        </p:txBody>
      </p:sp>
      <p:sp>
        <p:nvSpPr>
          <p:cNvPr id="37" name="Shape 35"/>
          <p:cNvSpPr/>
          <p:nvPr/>
        </p:nvSpPr>
        <p:spPr>
          <a:xfrm>
            <a:off x="5481828" y="2042541"/>
            <a:ext cx="530352" cy="330327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8" name="Text 36"/>
          <p:cNvSpPr/>
          <p:nvPr/>
        </p:nvSpPr>
        <p:spPr>
          <a:xfrm>
            <a:off x="5504688" y="2047113"/>
            <a:ext cx="484632" cy="3211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7B3C5E"/>
                </a:solidFill>
              </a:rPr>
              <a:t>3</a:t>
            </a:r>
            <a:endParaRPr lang="en-US" sz="1600"/>
          </a:p>
        </p:txBody>
      </p:sp>
      <p:sp>
        <p:nvSpPr>
          <p:cNvPr id="39" name="Shape 37"/>
          <p:cNvSpPr/>
          <p:nvPr/>
        </p:nvSpPr>
        <p:spPr>
          <a:xfrm>
            <a:off x="502920" y="2372868"/>
            <a:ext cx="475488" cy="330327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40" name="Text 38"/>
          <p:cNvSpPr/>
          <p:nvPr/>
        </p:nvSpPr>
        <p:spPr>
          <a:xfrm>
            <a:off x="525780" y="2377440"/>
            <a:ext cx="429768" cy="3211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>
                <a:solidFill>
                  <a:srgbClr val="543443"/>
                </a:solidFill>
              </a:rPr>
              <a:t>64</a:t>
            </a:r>
            <a:endParaRPr lang="en-US" sz="1600"/>
          </a:p>
        </p:txBody>
      </p:sp>
      <p:sp>
        <p:nvSpPr>
          <p:cNvPr id="41" name="Shape 39"/>
          <p:cNvSpPr/>
          <p:nvPr/>
        </p:nvSpPr>
        <p:spPr>
          <a:xfrm>
            <a:off x="978408" y="2372868"/>
            <a:ext cx="3881628" cy="330327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42" name="Text 40"/>
          <p:cNvSpPr/>
          <p:nvPr/>
        </p:nvSpPr>
        <p:spPr>
          <a:xfrm>
            <a:off x="1001268" y="2377440"/>
            <a:ext cx="3835908" cy="3211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>
                <a:solidFill>
                  <a:srgbClr val="543443"/>
                </a:solidFill>
              </a:rPr>
              <a:t>劉德華</a:t>
            </a:r>
            <a:endParaRPr lang="en-US" sz="1600"/>
          </a:p>
        </p:txBody>
      </p:sp>
      <p:sp>
        <p:nvSpPr>
          <p:cNvPr id="43" name="Shape 41"/>
          <p:cNvSpPr/>
          <p:nvPr/>
        </p:nvSpPr>
        <p:spPr>
          <a:xfrm>
            <a:off x="4860036" y="2372868"/>
            <a:ext cx="621792" cy="330327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44" name="Text 42"/>
          <p:cNvSpPr/>
          <p:nvPr/>
        </p:nvSpPr>
        <p:spPr>
          <a:xfrm>
            <a:off x="4882896" y="2377440"/>
            <a:ext cx="576072" cy="3211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>
                <a:solidFill>
                  <a:srgbClr val="543443"/>
                </a:solidFill>
              </a:rPr>
              <a:t>齊德</a:t>
            </a:r>
            <a:endParaRPr lang="en-US" sz="1600"/>
          </a:p>
        </p:txBody>
      </p:sp>
      <p:sp>
        <p:nvSpPr>
          <p:cNvPr id="45" name="Shape 43"/>
          <p:cNvSpPr/>
          <p:nvPr/>
        </p:nvSpPr>
        <p:spPr>
          <a:xfrm>
            <a:off x="5481828" y="2372868"/>
            <a:ext cx="530352" cy="330327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46" name="Text 44"/>
          <p:cNvSpPr/>
          <p:nvPr/>
        </p:nvSpPr>
        <p:spPr>
          <a:xfrm>
            <a:off x="5504688" y="2377440"/>
            <a:ext cx="484632" cy="3211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7B3C5E"/>
                </a:solidFill>
              </a:rPr>
              <a:t>3</a:t>
            </a:r>
            <a:endParaRPr lang="en-US" sz="1600"/>
          </a:p>
        </p:txBody>
      </p:sp>
      <p:sp>
        <p:nvSpPr>
          <p:cNvPr id="47" name="Shape 45"/>
          <p:cNvSpPr/>
          <p:nvPr/>
        </p:nvSpPr>
        <p:spPr>
          <a:xfrm>
            <a:off x="502920" y="2703195"/>
            <a:ext cx="475488" cy="330327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48" name="Text 46"/>
          <p:cNvSpPr/>
          <p:nvPr/>
        </p:nvSpPr>
        <p:spPr>
          <a:xfrm>
            <a:off x="525780" y="2707767"/>
            <a:ext cx="429768" cy="3211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>
                <a:solidFill>
                  <a:srgbClr val="543443"/>
                </a:solidFill>
              </a:rPr>
              <a:t>65</a:t>
            </a:r>
            <a:endParaRPr lang="en-US" sz="1600"/>
          </a:p>
        </p:txBody>
      </p:sp>
      <p:sp>
        <p:nvSpPr>
          <p:cNvPr id="49" name="Shape 47"/>
          <p:cNvSpPr/>
          <p:nvPr/>
        </p:nvSpPr>
        <p:spPr>
          <a:xfrm>
            <a:off x="978408" y="2703195"/>
            <a:ext cx="3881628" cy="330327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50" name="Text 48"/>
          <p:cNvSpPr/>
          <p:nvPr/>
        </p:nvSpPr>
        <p:spPr>
          <a:xfrm>
            <a:off x="1001268" y="2707767"/>
            <a:ext cx="3835908" cy="3211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>
                <a:solidFill>
                  <a:srgbClr val="543443"/>
                </a:solidFill>
              </a:rPr>
              <a:t>張繡琴</a:t>
            </a:r>
            <a:endParaRPr lang="en-US" sz="1600"/>
          </a:p>
        </p:txBody>
      </p:sp>
      <p:sp>
        <p:nvSpPr>
          <p:cNvPr id="51" name="Shape 49"/>
          <p:cNvSpPr/>
          <p:nvPr/>
        </p:nvSpPr>
        <p:spPr>
          <a:xfrm>
            <a:off x="4860036" y="2703195"/>
            <a:ext cx="621792" cy="330327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52" name="Text 50"/>
          <p:cNvSpPr/>
          <p:nvPr/>
        </p:nvSpPr>
        <p:spPr>
          <a:xfrm>
            <a:off x="4882896" y="2707767"/>
            <a:ext cx="576072" cy="3211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>
                <a:solidFill>
                  <a:srgbClr val="543443"/>
                </a:solidFill>
              </a:rPr>
              <a:t>齊德</a:t>
            </a:r>
            <a:endParaRPr lang="en-US" sz="1600"/>
          </a:p>
        </p:txBody>
      </p:sp>
      <p:sp>
        <p:nvSpPr>
          <p:cNvPr id="53" name="Shape 51"/>
          <p:cNvSpPr/>
          <p:nvPr/>
        </p:nvSpPr>
        <p:spPr>
          <a:xfrm>
            <a:off x="5481828" y="2703195"/>
            <a:ext cx="530352" cy="330327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54" name="Text 52"/>
          <p:cNvSpPr/>
          <p:nvPr/>
        </p:nvSpPr>
        <p:spPr>
          <a:xfrm>
            <a:off x="5504688" y="2707767"/>
            <a:ext cx="484632" cy="3211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7B3C5E"/>
                </a:solidFill>
              </a:rPr>
              <a:t>2</a:t>
            </a:r>
            <a:endParaRPr lang="en-US" sz="1600"/>
          </a:p>
        </p:txBody>
      </p:sp>
      <p:sp>
        <p:nvSpPr>
          <p:cNvPr id="55" name="Shape 53"/>
          <p:cNvSpPr/>
          <p:nvPr/>
        </p:nvSpPr>
        <p:spPr>
          <a:xfrm>
            <a:off x="502920" y="3033522"/>
            <a:ext cx="475488" cy="330327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56" name="Text 54"/>
          <p:cNvSpPr/>
          <p:nvPr/>
        </p:nvSpPr>
        <p:spPr>
          <a:xfrm>
            <a:off x="525780" y="3038094"/>
            <a:ext cx="429768" cy="3211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>
                <a:solidFill>
                  <a:srgbClr val="543443"/>
                </a:solidFill>
              </a:rPr>
              <a:t>66</a:t>
            </a:r>
            <a:endParaRPr lang="en-US" sz="1600"/>
          </a:p>
        </p:txBody>
      </p:sp>
      <p:sp>
        <p:nvSpPr>
          <p:cNvPr id="57" name="Shape 55"/>
          <p:cNvSpPr/>
          <p:nvPr/>
        </p:nvSpPr>
        <p:spPr>
          <a:xfrm>
            <a:off x="978408" y="3033522"/>
            <a:ext cx="3881628" cy="330327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58" name="Text 56"/>
          <p:cNvSpPr/>
          <p:nvPr/>
        </p:nvSpPr>
        <p:spPr>
          <a:xfrm>
            <a:off x="1001268" y="3038094"/>
            <a:ext cx="3835908" cy="3211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>
                <a:solidFill>
                  <a:srgbClr val="543443"/>
                </a:solidFill>
              </a:rPr>
              <a:t>劉培廷</a:t>
            </a:r>
            <a:endParaRPr lang="en-US" sz="1600"/>
          </a:p>
        </p:txBody>
      </p:sp>
      <p:sp>
        <p:nvSpPr>
          <p:cNvPr id="59" name="Shape 57"/>
          <p:cNvSpPr/>
          <p:nvPr/>
        </p:nvSpPr>
        <p:spPr>
          <a:xfrm>
            <a:off x="4860036" y="3033522"/>
            <a:ext cx="621792" cy="330327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60" name="Text 58"/>
          <p:cNvSpPr/>
          <p:nvPr/>
        </p:nvSpPr>
        <p:spPr>
          <a:xfrm>
            <a:off x="4882896" y="3038094"/>
            <a:ext cx="576072" cy="3211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>
                <a:solidFill>
                  <a:srgbClr val="543443"/>
                </a:solidFill>
              </a:rPr>
              <a:t>齊德</a:t>
            </a:r>
            <a:endParaRPr lang="en-US" sz="1600"/>
          </a:p>
        </p:txBody>
      </p:sp>
      <p:sp>
        <p:nvSpPr>
          <p:cNvPr id="61" name="Shape 59"/>
          <p:cNvSpPr/>
          <p:nvPr/>
        </p:nvSpPr>
        <p:spPr>
          <a:xfrm>
            <a:off x="5481828" y="3033522"/>
            <a:ext cx="530352" cy="330327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62" name="Text 60"/>
          <p:cNvSpPr/>
          <p:nvPr/>
        </p:nvSpPr>
        <p:spPr>
          <a:xfrm>
            <a:off x="5504688" y="3038094"/>
            <a:ext cx="484632" cy="3211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7B3C5E"/>
                </a:solidFill>
              </a:rPr>
              <a:t>2</a:t>
            </a:r>
            <a:endParaRPr lang="en-US" sz="1600"/>
          </a:p>
        </p:txBody>
      </p:sp>
      <p:sp>
        <p:nvSpPr>
          <p:cNvPr id="63" name="Shape 61"/>
          <p:cNvSpPr/>
          <p:nvPr/>
        </p:nvSpPr>
        <p:spPr>
          <a:xfrm>
            <a:off x="502920" y="3363849"/>
            <a:ext cx="475488" cy="330327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64" name="Text 62"/>
          <p:cNvSpPr/>
          <p:nvPr/>
        </p:nvSpPr>
        <p:spPr>
          <a:xfrm>
            <a:off x="525780" y="3368421"/>
            <a:ext cx="429768" cy="3211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>
                <a:solidFill>
                  <a:srgbClr val="543443"/>
                </a:solidFill>
              </a:rPr>
              <a:t>67</a:t>
            </a:r>
            <a:endParaRPr lang="en-US" sz="1600"/>
          </a:p>
        </p:txBody>
      </p:sp>
      <p:sp>
        <p:nvSpPr>
          <p:cNvPr id="65" name="Shape 63"/>
          <p:cNvSpPr/>
          <p:nvPr/>
        </p:nvSpPr>
        <p:spPr>
          <a:xfrm>
            <a:off x="978408" y="3363849"/>
            <a:ext cx="3881628" cy="330327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66" name="Text 64"/>
          <p:cNvSpPr/>
          <p:nvPr/>
        </p:nvSpPr>
        <p:spPr>
          <a:xfrm>
            <a:off x="1001268" y="3368421"/>
            <a:ext cx="3835908" cy="3211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>
                <a:solidFill>
                  <a:srgbClr val="543443"/>
                </a:solidFill>
              </a:rPr>
              <a:t>王秀萍</a:t>
            </a:r>
            <a:endParaRPr lang="en-US" sz="1600"/>
          </a:p>
        </p:txBody>
      </p:sp>
      <p:sp>
        <p:nvSpPr>
          <p:cNvPr id="67" name="Shape 65"/>
          <p:cNvSpPr/>
          <p:nvPr/>
        </p:nvSpPr>
        <p:spPr>
          <a:xfrm>
            <a:off x="4860036" y="3363849"/>
            <a:ext cx="621792" cy="330327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68" name="Text 66"/>
          <p:cNvSpPr/>
          <p:nvPr/>
        </p:nvSpPr>
        <p:spPr>
          <a:xfrm>
            <a:off x="4882896" y="3368421"/>
            <a:ext cx="576072" cy="3211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>
                <a:solidFill>
                  <a:srgbClr val="543443"/>
                </a:solidFill>
              </a:rPr>
              <a:t>齊德</a:t>
            </a:r>
            <a:endParaRPr lang="en-US" sz="1600"/>
          </a:p>
        </p:txBody>
      </p:sp>
      <p:sp>
        <p:nvSpPr>
          <p:cNvPr id="69" name="Shape 67"/>
          <p:cNvSpPr/>
          <p:nvPr/>
        </p:nvSpPr>
        <p:spPr>
          <a:xfrm>
            <a:off x="5481828" y="3363849"/>
            <a:ext cx="530352" cy="330327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70" name="Text 68"/>
          <p:cNvSpPr/>
          <p:nvPr/>
        </p:nvSpPr>
        <p:spPr>
          <a:xfrm>
            <a:off x="5504688" y="3368421"/>
            <a:ext cx="484632" cy="3211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7B3C5E"/>
                </a:solidFill>
              </a:rPr>
              <a:t>2</a:t>
            </a:r>
            <a:endParaRPr lang="en-US" sz="1600"/>
          </a:p>
        </p:txBody>
      </p:sp>
      <p:sp>
        <p:nvSpPr>
          <p:cNvPr id="71" name="Shape 69"/>
          <p:cNvSpPr/>
          <p:nvPr/>
        </p:nvSpPr>
        <p:spPr>
          <a:xfrm>
            <a:off x="502920" y="3694176"/>
            <a:ext cx="475488" cy="330327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72" name="Text 70"/>
          <p:cNvSpPr/>
          <p:nvPr/>
        </p:nvSpPr>
        <p:spPr>
          <a:xfrm>
            <a:off x="525780" y="3698748"/>
            <a:ext cx="429768" cy="3211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>
                <a:solidFill>
                  <a:srgbClr val="543443"/>
                </a:solidFill>
              </a:rPr>
              <a:t>68</a:t>
            </a:r>
            <a:endParaRPr lang="en-US" sz="1600"/>
          </a:p>
        </p:txBody>
      </p:sp>
      <p:sp>
        <p:nvSpPr>
          <p:cNvPr id="73" name="Shape 71"/>
          <p:cNvSpPr/>
          <p:nvPr/>
        </p:nvSpPr>
        <p:spPr>
          <a:xfrm>
            <a:off x="978408" y="3694176"/>
            <a:ext cx="3881628" cy="330327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74" name="Text 72"/>
          <p:cNvSpPr/>
          <p:nvPr/>
        </p:nvSpPr>
        <p:spPr>
          <a:xfrm>
            <a:off x="1001268" y="3698748"/>
            <a:ext cx="3835908" cy="3211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>
                <a:solidFill>
                  <a:srgbClr val="543443"/>
                </a:solidFill>
              </a:rPr>
              <a:t>潘月英</a:t>
            </a:r>
            <a:endParaRPr lang="en-US" sz="1600"/>
          </a:p>
        </p:txBody>
      </p:sp>
      <p:sp>
        <p:nvSpPr>
          <p:cNvPr id="75" name="Shape 73"/>
          <p:cNvSpPr/>
          <p:nvPr/>
        </p:nvSpPr>
        <p:spPr>
          <a:xfrm>
            <a:off x="4860036" y="3694176"/>
            <a:ext cx="621792" cy="330327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76" name="Text 74"/>
          <p:cNvSpPr/>
          <p:nvPr/>
        </p:nvSpPr>
        <p:spPr>
          <a:xfrm>
            <a:off x="4882896" y="3698748"/>
            <a:ext cx="576072" cy="3211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>
                <a:solidFill>
                  <a:srgbClr val="543443"/>
                </a:solidFill>
              </a:rPr>
              <a:t>齊德</a:t>
            </a:r>
            <a:endParaRPr lang="en-US" sz="1600"/>
          </a:p>
        </p:txBody>
      </p:sp>
      <p:sp>
        <p:nvSpPr>
          <p:cNvPr id="77" name="Shape 75"/>
          <p:cNvSpPr/>
          <p:nvPr/>
        </p:nvSpPr>
        <p:spPr>
          <a:xfrm>
            <a:off x="5481828" y="3694176"/>
            <a:ext cx="530352" cy="330327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78" name="Text 76"/>
          <p:cNvSpPr/>
          <p:nvPr/>
        </p:nvSpPr>
        <p:spPr>
          <a:xfrm>
            <a:off x="5504688" y="3698748"/>
            <a:ext cx="484632" cy="3211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7B3C5E"/>
                </a:solidFill>
              </a:rPr>
              <a:t>1</a:t>
            </a:r>
            <a:endParaRPr lang="en-US" sz="1600"/>
          </a:p>
        </p:txBody>
      </p:sp>
      <p:sp>
        <p:nvSpPr>
          <p:cNvPr id="79" name="Shape 77"/>
          <p:cNvSpPr/>
          <p:nvPr/>
        </p:nvSpPr>
        <p:spPr>
          <a:xfrm>
            <a:off x="502920" y="4024503"/>
            <a:ext cx="475488" cy="330327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80" name="Text 78"/>
          <p:cNvSpPr/>
          <p:nvPr/>
        </p:nvSpPr>
        <p:spPr>
          <a:xfrm>
            <a:off x="525780" y="4029075"/>
            <a:ext cx="429768" cy="3211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>
                <a:solidFill>
                  <a:srgbClr val="543443"/>
                </a:solidFill>
              </a:rPr>
              <a:t>69</a:t>
            </a:r>
            <a:endParaRPr lang="en-US" sz="1600"/>
          </a:p>
        </p:txBody>
      </p:sp>
      <p:sp>
        <p:nvSpPr>
          <p:cNvPr id="81" name="Shape 79"/>
          <p:cNvSpPr/>
          <p:nvPr/>
        </p:nvSpPr>
        <p:spPr>
          <a:xfrm>
            <a:off x="978408" y="4024503"/>
            <a:ext cx="3881628" cy="330327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82" name="Text 80"/>
          <p:cNvSpPr/>
          <p:nvPr/>
        </p:nvSpPr>
        <p:spPr>
          <a:xfrm>
            <a:off x="1001268" y="4029075"/>
            <a:ext cx="3835908" cy="3211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>
                <a:solidFill>
                  <a:srgbClr val="543443"/>
                </a:solidFill>
              </a:rPr>
              <a:t>鄭婷婷</a:t>
            </a:r>
            <a:endParaRPr lang="en-US" sz="1600"/>
          </a:p>
        </p:txBody>
      </p:sp>
      <p:sp>
        <p:nvSpPr>
          <p:cNvPr id="83" name="Shape 81"/>
          <p:cNvSpPr/>
          <p:nvPr/>
        </p:nvSpPr>
        <p:spPr>
          <a:xfrm>
            <a:off x="4860036" y="4024503"/>
            <a:ext cx="621792" cy="330327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84" name="Text 82"/>
          <p:cNvSpPr/>
          <p:nvPr/>
        </p:nvSpPr>
        <p:spPr>
          <a:xfrm>
            <a:off x="4882896" y="4029075"/>
            <a:ext cx="576072" cy="3211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>
                <a:solidFill>
                  <a:srgbClr val="543443"/>
                </a:solidFill>
              </a:rPr>
              <a:t>融德</a:t>
            </a:r>
            <a:endParaRPr lang="en-US" sz="1600"/>
          </a:p>
        </p:txBody>
      </p:sp>
      <p:sp>
        <p:nvSpPr>
          <p:cNvPr id="85" name="Shape 83"/>
          <p:cNvSpPr/>
          <p:nvPr/>
        </p:nvSpPr>
        <p:spPr>
          <a:xfrm>
            <a:off x="5481828" y="4024503"/>
            <a:ext cx="530352" cy="330327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86" name="Text 84"/>
          <p:cNvSpPr/>
          <p:nvPr/>
        </p:nvSpPr>
        <p:spPr>
          <a:xfrm>
            <a:off x="5504688" y="4029075"/>
            <a:ext cx="484632" cy="3211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7B3C5E"/>
                </a:solidFill>
              </a:rPr>
              <a:t>8</a:t>
            </a:r>
            <a:endParaRPr lang="en-US" sz="1600"/>
          </a:p>
        </p:txBody>
      </p:sp>
      <p:sp>
        <p:nvSpPr>
          <p:cNvPr id="87" name="Shape 85"/>
          <p:cNvSpPr/>
          <p:nvPr/>
        </p:nvSpPr>
        <p:spPr>
          <a:xfrm>
            <a:off x="502920" y="4354830"/>
            <a:ext cx="475488" cy="330327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88" name="Text 86"/>
          <p:cNvSpPr/>
          <p:nvPr/>
        </p:nvSpPr>
        <p:spPr>
          <a:xfrm>
            <a:off x="525780" y="4359402"/>
            <a:ext cx="429768" cy="3211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>
                <a:solidFill>
                  <a:srgbClr val="543443"/>
                </a:solidFill>
              </a:rPr>
              <a:t>70</a:t>
            </a:r>
            <a:endParaRPr lang="en-US" sz="1600"/>
          </a:p>
        </p:txBody>
      </p:sp>
      <p:sp>
        <p:nvSpPr>
          <p:cNvPr id="89" name="Shape 87"/>
          <p:cNvSpPr/>
          <p:nvPr/>
        </p:nvSpPr>
        <p:spPr>
          <a:xfrm>
            <a:off x="978408" y="4354830"/>
            <a:ext cx="3881628" cy="330327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90" name="Text 88"/>
          <p:cNvSpPr/>
          <p:nvPr/>
        </p:nvSpPr>
        <p:spPr>
          <a:xfrm>
            <a:off x="1001268" y="4359402"/>
            <a:ext cx="3835908" cy="3211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>
                <a:solidFill>
                  <a:srgbClr val="543443"/>
                </a:solidFill>
              </a:rPr>
              <a:t>王美鑽</a:t>
            </a:r>
            <a:endParaRPr lang="en-US" sz="1600"/>
          </a:p>
        </p:txBody>
      </p:sp>
      <p:sp>
        <p:nvSpPr>
          <p:cNvPr id="91" name="Shape 89"/>
          <p:cNvSpPr/>
          <p:nvPr/>
        </p:nvSpPr>
        <p:spPr>
          <a:xfrm>
            <a:off x="4860036" y="4354830"/>
            <a:ext cx="621792" cy="330327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92" name="Text 90"/>
          <p:cNvSpPr/>
          <p:nvPr/>
        </p:nvSpPr>
        <p:spPr>
          <a:xfrm>
            <a:off x="4882896" y="4359402"/>
            <a:ext cx="576072" cy="3211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>
                <a:solidFill>
                  <a:srgbClr val="543443"/>
                </a:solidFill>
              </a:rPr>
              <a:t>融德</a:t>
            </a:r>
            <a:endParaRPr lang="en-US" sz="1600"/>
          </a:p>
        </p:txBody>
      </p:sp>
      <p:sp>
        <p:nvSpPr>
          <p:cNvPr id="93" name="Shape 91"/>
          <p:cNvSpPr/>
          <p:nvPr/>
        </p:nvSpPr>
        <p:spPr>
          <a:xfrm>
            <a:off x="5481828" y="4354830"/>
            <a:ext cx="530352" cy="330327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94" name="Text 92"/>
          <p:cNvSpPr/>
          <p:nvPr/>
        </p:nvSpPr>
        <p:spPr>
          <a:xfrm>
            <a:off x="5504688" y="4359402"/>
            <a:ext cx="484632" cy="3211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7B3C5E"/>
                </a:solidFill>
              </a:rPr>
              <a:t>5</a:t>
            </a:r>
            <a:endParaRPr lang="en-US" sz="1600"/>
          </a:p>
        </p:txBody>
      </p:sp>
      <p:sp>
        <p:nvSpPr>
          <p:cNvPr id="95" name="Shape 93"/>
          <p:cNvSpPr/>
          <p:nvPr/>
        </p:nvSpPr>
        <p:spPr>
          <a:xfrm>
            <a:off x="502920" y="4685157"/>
            <a:ext cx="475488" cy="330327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96" name="Text 94"/>
          <p:cNvSpPr/>
          <p:nvPr/>
        </p:nvSpPr>
        <p:spPr>
          <a:xfrm>
            <a:off x="525780" y="4689729"/>
            <a:ext cx="429768" cy="3211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>
                <a:solidFill>
                  <a:srgbClr val="543443"/>
                </a:solidFill>
              </a:rPr>
              <a:t>71</a:t>
            </a:r>
            <a:endParaRPr lang="en-US" sz="1600"/>
          </a:p>
        </p:txBody>
      </p:sp>
      <p:sp>
        <p:nvSpPr>
          <p:cNvPr id="97" name="Shape 95"/>
          <p:cNvSpPr/>
          <p:nvPr/>
        </p:nvSpPr>
        <p:spPr>
          <a:xfrm>
            <a:off x="978408" y="4685157"/>
            <a:ext cx="3881628" cy="330327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98" name="Text 96"/>
          <p:cNvSpPr/>
          <p:nvPr/>
        </p:nvSpPr>
        <p:spPr>
          <a:xfrm>
            <a:off x="1001268" y="4689729"/>
            <a:ext cx="3835908" cy="3211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>
                <a:solidFill>
                  <a:srgbClr val="543443"/>
                </a:solidFill>
              </a:rPr>
              <a:t>林淇淇</a:t>
            </a:r>
            <a:endParaRPr lang="en-US" sz="1600"/>
          </a:p>
        </p:txBody>
      </p:sp>
      <p:sp>
        <p:nvSpPr>
          <p:cNvPr id="99" name="Shape 97"/>
          <p:cNvSpPr/>
          <p:nvPr/>
        </p:nvSpPr>
        <p:spPr>
          <a:xfrm>
            <a:off x="4860036" y="4685157"/>
            <a:ext cx="621792" cy="330327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00" name="Text 98"/>
          <p:cNvSpPr/>
          <p:nvPr/>
        </p:nvSpPr>
        <p:spPr>
          <a:xfrm>
            <a:off x="4882896" y="4689729"/>
            <a:ext cx="576072" cy="3211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>
                <a:solidFill>
                  <a:srgbClr val="543443"/>
                </a:solidFill>
              </a:rPr>
              <a:t>融德</a:t>
            </a:r>
            <a:endParaRPr lang="en-US" sz="1600"/>
          </a:p>
        </p:txBody>
      </p:sp>
      <p:sp>
        <p:nvSpPr>
          <p:cNvPr id="101" name="Shape 99"/>
          <p:cNvSpPr/>
          <p:nvPr/>
        </p:nvSpPr>
        <p:spPr>
          <a:xfrm>
            <a:off x="5481828" y="4685157"/>
            <a:ext cx="530352" cy="330327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02" name="Text 100"/>
          <p:cNvSpPr/>
          <p:nvPr/>
        </p:nvSpPr>
        <p:spPr>
          <a:xfrm>
            <a:off x="5504688" y="4689729"/>
            <a:ext cx="484632" cy="3211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7B3C5E"/>
                </a:solidFill>
              </a:rPr>
              <a:t>4</a:t>
            </a:r>
            <a:endParaRPr lang="en-US" sz="1600"/>
          </a:p>
        </p:txBody>
      </p:sp>
      <p:sp>
        <p:nvSpPr>
          <p:cNvPr id="103" name="Shape 101"/>
          <p:cNvSpPr/>
          <p:nvPr/>
        </p:nvSpPr>
        <p:spPr>
          <a:xfrm>
            <a:off x="502920" y="5015484"/>
            <a:ext cx="475488" cy="330327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04" name="Text 102"/>
          <p:cNvSpPr/>
          <p:nvPr/>
        </p:nvSpPr>
        <p:spPr>
          <a:xfrm>
            <a:off x="525780" y="5020056"/>
            <a:ext cx="429768" cy="3211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>
                <a:solidFill>
                  <a:srgbClr val="543443"/>
                </a:solidFill>
              </a:rPr>
              <a:t>72</a:t>
            </a:r>
            <a:endParaRPr lang="en-US" sz="1600"/>
          </a:p>
        </p:txBody>
      </p:sp>
      <p:sp>
        <p:nvSpPr>
          <p:cNvPr id="105" name="Shape 103"/>
          <p:cNvSpPr/>
          <p:nvPr/>
        </p:nvSpPr>
        <p:spPr>
          <a:xfrm>
            <a:off x="978408" y="5015484"/>
            <a:ext cx="3881628" cy="330327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06" name="Text 104"/>
          <p:cNvSpPr/>
          <p:nvPr/>
        </p:nvSpPr>
        <p:spPr>
          <a:xfrm>
            <a:off x="1001268" y="5020056"/>
            <a:ext cx="3835908" cy="3211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>
                <a:solidFill>
                  <a:srgbClr val="543443"/>
                </a:solidFill>
              </a:rPr>
              <a:t>葉意玲</a:t>
            </a:r>
            <a:endParaRPr lang="en-US" sz="1600"/>
          </a:p>
        </p:txBody>
      </p:sp>
      <p:sp>
        <p:nvSpPr>
          <p:cNvPr id="107" name="Shape 105"/>
          <p:cNvSpPr/>
          <p:nvPr/>
        </p:nvSpPr>
        <p:spPr>
          <a:xfrm>
            <a:off x="4860036" y="5015484"/>
            <a:ext cx="621792" cy="330327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08" name="Text 106"/>
          <p:cNvSpPr/>
          <p:nvPr/>
        </p:nvSpPr>
        <p:spPr>
          <a:xfrm>
            <a:off x="4882896" y="5020056"/>
            <a:ext cx="576072" cy="3211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>
                <a:solidFill>
                  <a:srgbClr val="543443"/>
                </a:solidFill>
              </a:rPr>
              <a:t>融德</a:t>
            </a:r>
            <a:endParaRPr lang="en-US" sz="1600"/>
          </a:p>
        </p:txBody>
      </p:sp>
      <p:sp>
        <p:nvSpPr>
          <p:cNvPr id="109" name="Shape 107"/>
          <p:cNvSpPr/>
          <p:nvPr/>
        </p:nvSpPr>
        <p:spPr>
          <a:xfrm>
            <a:off x="5481828" y="5015484"/>
            <a:ext cx="530352" cy="330327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10" name="Text 108"/>
          <p:cNvSpPr/>
          <p:nvPr/>
        </p:nvSpPr>
        <p:spPr>
          <a:xfrm>
            <a:off x="5504688" y="5020056"/>
            <a:ext cx="484632" cy="3211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7B3C5E"/>
                </a:solidFill>
              </a:rPr>
              <a:t>4</a:t>
            </a:r>
            <a:endParaRPr lang="en-US" sz="1600"/>
          </a:p>
        </p:txBody>
      </p:sp>
      <p:sp>
        <p:nvSpPr>
          <p:cNvPr id="111" name="Shape 109"/>
          <p:cNvSpPr/>
          <p:nvPr/>
        </p:nvSpPr>
        <p:spPr>
          <a:xfrm>
            <a:off x="502920" y="5345811"/>
            <a:ext cx="475488" cy="330327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12" name="Text 110"/>
          <p:cNvSpPr/>
          <p:nvPr/>
        </p:nvSpPr>
        <p:spPr>
          <a:xfrm>
            <a:off x="525780" y="5350383"/>
            <a:ext cx="429768" cy="3211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>
                <a:solidFill>
                  <a:srgbClr val="543443"/>
                </a:solidFill>
              </a:rPr>
              <a:t>73</a:t>
            </a:r>
            <a:endParaRPr lang="en-US" sz="1600"/>
          </a:p>
        </p:txBody>
      </p:sp>
      <p:sp>
        <p:nvSpPr>
          <p:cNvPr id="113" name="Shape 111"/>
          <p:cNvSpPr/>
          <p:nvPr/>
        </p:nvSpPr>
        <p:spPr>
          <a:xfrm>
            <a:off x="978408" y="5345811"/>
            <a:ext cx="3881628" cy="330327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14" name="Text 112"/>
          <p:cNvSpPr/>
          <p:nvPr/>
        </p:nvSpPr>
        <p:spPr>
          <a:xfrm>
            <a:off x="1001268" y="5350383"/>
            <a:ext cx="3835908" cy="3211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>
                <a:solidFill>
                  <a:srgbClr val="543443"/>
                </a:solidFill>
              </a:rPr>
              <a:t>陳淑君</a:t>
            </a:r>
            <a:endParaRPr lang="en-US" sz="1600"/>
          </a:p>
        </p:txBody>
      </p:sp>
      <p:sp>
        <p:nvSpPr>
          <p:cNvPr id="115" name="Shape 113"/>
          <p:cNvSpPr/>
          <p:nvPr/>
        </p:nvSpPr>
        <p:spPr>
          <a:xfrm>
            <a:off x="4860036" y="5345811"/>
            <a:ext cx="621792" cy="330327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16" name="Text 114"/>
          <p:cNvSpPr/>
          <p:nvPr/>
        </p:nvSpPr>
        <p:spPr>
          <a:xfrm>
            <a:off x="4882896" y="5350383"/>
            <a:ext cx="576072" cy="3211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>
                <a:solidFill>
                  <a:srgbClr val="543443"/>
                </a:solidFill>
              </a:rPr>
              <a:t>融德</a:t>
            </a:r>
            <a:endParaRPr lang="en-US" sz="1600"/>
          </a:p>
        </p:txBody>
      </p:sp>
      <p:sp>
        <p:nvSpPr>
          <p:cNvPr id="117" name="Shape 115"/>
          <p:cNvSpPr/>
          <p:nvPr/>
        </p:nvSpPr>
        <p:spPr>
          <a:xfrm>
            <a:off x="5481828" y="5345811"/>
            <a:ext cx="530352" cy="330327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18" name="Text 116"/>
          <p:cNvSpPr/>
          <p:nvPr/>
        </p:nvSpPr>
        <p:spPr>
          <a:xfrm>
            <a:off x="5504688" y="5350383"/>
            <a:ext cx="484632" cy="3211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7B3C5E"/>
                </a:solidFill>
              </a:rPr>
              <a:t>3</a:t>
            </a:r>
            <a:endParaRPr lang="en-US" sz="1600"/>
          </a:p>
        </p:txBody>
      </p:sp>
      <p:sp>
        <p:nvSpPr>
          <p:cNvPr id="119" name="Shape 117"/>
          <p:cNvSpPr/>
          <p:nvPr/>
        </p:nvSpPr>
        <p:spPr>
          <a:xfrm>
            <a:off x="502920" y="5676138"/>
            <a:ext cx="475488" cy="330327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20" name="Text 118"/>
          <p:cNvSpPr/>
          <p:nvPr/>
        </p:nvSpPr>
        <p:spPr>
          <a:xfrm>
            <a:off x="525780" y="5680710"/>
            <a:ext cx="429768" cy="3211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>
                <a:solidFill>
                  <a:srgbClr val="543443"/>
                </a:solidFill>
              </a:rPr>
              <a:t>74</a:t>
            </a:r>
            <a:endParaRPr lang="en-US" sz="1600"/>
          </a:p>
        </p:txBody>
      </p:sp>
      <p:sp>
        <p:nvSpPr>
          <p:cNvPr id="121" name="Shape 119"/>
          <p:cNvSpPr/>
          <p:nvPr/>
        </p:nvSpPr>
        <p:spPr>
          <a:xfrm>
            <a:off x="978408" y="5676138"/>
            <a:ext cx="3881628" cy="330327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22" name="Text 120"/>
          <p:cNvSpPr/>
          <p:nvPr/>
        </p:nvSpPr>
        <p:spPr>
          <a:xfrm>
            <a:off x="1001268" y="5680710"/>
            <a:ext cx="3835908" cy="3211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>
                <a:solidFill>
                  <a:srgbClr val="543443"/>
                </a:solidFill>
              </a:rPr>
              <a:t>李麗華</a:t>
            </a:r>
            <a:endParaRPr lang="en-US" sz="1600"/>
          </a:p>
        </p:txBody>
      </p:sp>
      <p:sp>
        <p:nvSpPr>
          <p:cNvPr id="123" name="Shape 121"/>
          <p:cNvSpPr/>
          <p:nvPr/>
        </p:nvSpPr>
        <p:spPr>
          <a:xfrm>
            <a:off x="4860036" y="5676138"/>
            <a:ext cx="621792" cy="330327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24" name="Text 122"/>
          <p:cNvSpPr/>
          <p:nvPr/>
        </p:nvSpPr>
        <p:spPr>
          <a:xfrm>
            <a:off x="4882896" y="5680710"/>
            <a:ext cx="576072" cy="3211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>
                <a:solidFill>
                  <a:srgbClr val="543443"/>
                </a:solidFill>
              </a:rPr>
              <a:t>融德</a:t>
            </a:r>
            <a:endParaRPr lang="en-US" sz="1600"/>
          </a:p>
        </p:txBody>
      </p:sp>
      <p:sp>
        <p:nvSpPr>
          <p:cNvPr id="125" name="Shape 123"/>
          <p:cNvSpPr/>
          <p:nvPr/>
        </p:nvSpPr>
        <p:spPr>
          <a:xfrm>
            <a:off x="5481828" y="5676138"/>
            <a:ext cx="530352" cy="330327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26" name="Text 124"/>
          <p:cNvSpPr/>
          <p:nvPr/>
        </p:nvSpPr>
        <p:spPr>
          <a:xfrm>
            <a:off x="5504688" y="5680710"/>
            <a:ext cx="484632" cy="3211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7B3C5E"/>
                </a:solidFill>
              </a:rPr>
              <a:t>3</a:t>
            </a:r>
            <a:endParaRPr lang="en-US" sz="1600"/>
          </a:p>
        </p:txBody>
      </p:sp>
      <p:sp>
        <p:nvSpPr>
          <p:cNvPr id="127" name="Shape 125"/>
          <p:cNvSpPr/>
          <p:nvPr/>
        </p:nvSpPr>
        <p:spPr>
          <a:xfrm>
            <a:off x="502920" y="6006465"/>
            <a:ext cx="475488" cy="330327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28" name="Text 126"/>
          <p:cNvSpPr/>
          <p:nvPr/>
        </p:nvSpPr>
        <p:spPr>
          <a:xfrm>
            <a:off x="525780" y="6011037"/>
            <a:ext cx="429768" cy="3211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>
                <a:solidFill>
                  <a:srgbClr val="543443"/>
                </a:solidFill>
              </a:rPr>
              <a:t>75</a:t>
            </a:r>
            <a:endParaRPr lang="en-US" sz="1600"/>
          </a:p>
        </p:txBody>
      </p:sp>
      <p:sp>
        <p:nvSpPr>
          <p:cNvPr id="129" name="Shape 127"/>
          <p:cNvSpPr/>
          <p:nvPr/>
        </p:nvSpPr>
        <p:spPr>
          <a:xfrm>
            <a:off x="978408" y="6006465"/>
            <a:ext cx="3881628" cy="330327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30" name="Text 128"/>
          <p:cNvSpPr/>
          <p:nvPr/>
        </p:nvSpPr>
        <p:spPr>
          <a:xfrm>
            <a:off x="1001268" y="6011037"/>
            <a:ext cx="3835908" cy="3211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>
                <a:solidFill>
                  <a:srgbClr val="543443"/>
                </a:solidFill>
              </a:rPr>
              <a:t>曾俊華</a:t>
            </a:r>
            <a:endParaRPr lang="en-US" sz="1600"/>
          </a:p>
        </p:txBody>
      </p:sp>
      <p:sp>
        <p:nvSpPr>
          <p:cNvPr id="131" name="Shape 129"/>
          <p:cNvSpPr/>
          <p:nvPr/>
        </p:nvSpPr>
        <p:spPr>
          <a:xfrm>
            <a:off x="4860036" y="6006465"/>
            <a:ext cx="621792" cy="330327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32" name="Text 130"/>
          <p:cNvSpPr/>
          <p:nvPr/>
        </p:nvSpPr>
        <p:spPr>
          <a:xfrm>
            <a:off x="4882896" y="6011037"/>
            <a:ext cx="576072" cy="3211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>
                <a:solidFill>
                  <a:srgbClr val="543443"/>
                </a:solidFill>
              </a:rPr>
              <a:t>融德</a:t>
            </a:r>
            <a:endParaRPr lang="en-US" sz="1600"/>
          </a:p>
        </p:txBody>
      </p:sp>
      <p:sp>
        <p:nvSpPr>
          <p:cNvPr id="133" name="Shape 131"/>
          <p:cNvSpPr/>
          <p:nvPr/>
        </p:nvSpPr>
        <p:spPr>
          <a:xfrm>
            <a:off x="5481828" y="6006465"/>
            <a:ext cx="530352" cy="330327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34" name="Text 132"/>
          <p:cNvSpPr/>
          <p:nvPr/>
        </p:nvSpPr>
        <p:spPr>
          <a:xfrm>
            <a:off x="5504688" y="6011037"/>
            <a:ext cx="484632" cy="3211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7B3C5E"/>
                </a:solidFill>
              </a:rPr>
              <a:t>2</a:t>
            </a:r>
            <a:endParaRPr lang="en-US" sz="1600"/>
          </a:p>
        </p:txBody>
      </p:sp>
      <p:sp>
        <p:nvSpPr>
          <p:cNvPr id="135" name="Shape 133"/>
          <p:cNvSpPr/>
          <p:nvPr/>
        </p:nvSpPr>
        <p:spPr>
          <a:xfrm>
            <a:off x="6176772" y="1051560"/>
            <a:ext cx="5509260" cy="5285232"/>
          </a:xfrm>
          <a:prstGeom prst="roundRect">
            <a:avLst/>
          </a:prstGeom>
          <a:solidFill>
            <a:srgbClr val="FFFCFA"/>
          </a:solidFill>
          <a:ln w="12700">
            <a:solidFill>
              <a:srgbClr val="D8B77D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36" name="Shape 134"/>
          <p:cNvSpPr/>
          <p:nvPr/>
        </p:nvSpPr>
        <p:spPr>
          <a:xfrm>
            <a:off x="6176772" y="1051560"/>
            <a:ext cx="475488" cy="352349"/>
          </a:xfrm>
          <a:prstGeom prst="rect">
            <a:avLst/>
          </a:prstGeom>
          <a:solidFill>
            <a:srgbClr val="92506F"/>
          </a:solidFill>
          <a:ln w="6350">
            <a:solidFill>
              <a:srgbClr val="E6C992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37" name="Text 135"/>
          <p:cNvSpPr/>
          <p:nvPr/>
        </p:nvSpPr>
        <p:spPr>
          <a:xfrm>
            <a:off x="6195060" y="1060704"/>
            <a:ext cx="438912" cy="3340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</a:rPr>
              <a:t>No</a:t>
            </a:r>
            <a:endParaRPr lang="en-US" sz="1600"/>
          </a:p>
        </p:txBody>
      </p:sp>
      <p:sp>
        <p:nvSpPr>
          <p:cNvPr id="138" name="Shape 136"/>
          <p:cNvSpPr/>
          <p:nvPr/>
        </p:nvSpPr>
        <p:spPr>
          <a:xfrm>
            <a:off x="6652260" y="1051560"/>
            <a:ext cx="3881628" cy="352349"/>
          </a:xfrm>
          <a:prstGeom prst="rect">
            <a:avLst/>
          </a:prstGeom>
          <a:solidFill>
            <a:srgbClr val="7B3C5E"/>
          </a:solidFill>
          <a:ln w="6350">
            <a:solidFill>
              <a:srgbClr val="E6C992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39" name="Text 137"/>
          <p:cNvSpPr/>
          <p:nvPr/>
        </p:nvSpPr>
        <p:spPr>
          <a:xfrm>
            <a:off x="6670548" y="1060704"/>
            <a:ext cx="3845052" cy="3340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</a:rPr>
              <a:t>負責人</a:t>
            </a:r>
            <a:endParaRPr lang="en-US" sz="1600"/>
          </a:p>
        </p:txBody>
      </p:sp>
      <p:sp>
        <p:nvSpPr>
          <p:cNvPr id="140" name="Shape 138"/>
          <p:cNvSpPr/>
          <p:nvPr/>
        </p:nvSpPr>
        <p:spPr>
          <a:xfrm>
            <a:off x="10533888" y="1051560"/>
            <a:ext cx="621792" cy="352349"/>
          </a:xfrm>
          <a:prstGeom prst="rect">
            <a:avLst/>
          </a:prstGeom>
          <a:solidFill>
            <a:srgbClr val="92506F"/>
          </a:solidFill>
          <a:ln w="6350">
            <a:solidFill>
              <a:srgbClr val="E6C992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41" name="Text 139"/>
          <p:cNvSpPr/>
          <p:nvPr/>
        </p:nvSpPr>
        <p:spPr>
          <a:xfrm>
            <a:off x="10552176" y="1060704"/>
            <a:ext cx="585216" cy="3340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</a:rPr>
              <a:t>屬壇</a:t>
            </a:r>
            <a:endParaRPr lang="en-US" sz="1600"/>
          </a:p>
        </p:txBody>
      </p:sp>
      <p:sp>
        <p:nvSpPr>
          <p:cNvPr id="142" name="Shape 140"/>
          <p:cNvSpPr/>
          <p:nvPr/>
        </p:nvSpPr>
        <p:spPr>
          <a:xfrm>
            <a:off x="11155680" y="1051560"/>
            <a:ext cx="530352" cy="352349"/>
          </a:xfrm>
          <a:prstGeom prst="rect">
            <a:avLst/>
          </a:prstGeom>
          <a:solidFill>
            <a:srgbClr val="92506F"/>
          </a:solidFill>
          <a:ln w="6350">
            <a:solidFill>
              <a:srgbClr val="E6C992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43" name="Text 141"/>
          <p:cNvSpPr/>
          <p:nvPr/>
        </p:nvSpPr>
        <p:spPr>
          <a:xfrm>
            <a:off x="11173968" y="1060704"/>
            <a:ext cx="493776" cy="3340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</a:rPr>
              <a:t>求道人數</a:t>
            </a:r>
            <a:endParaRPr lang="en-US" sz="1600"/>
          </a:p>
        </p:txBody>
      </p:sp>
      <p:sp>
        <p:nvSpPr>
          <p:cNvPr id="144" name="Shape 142"/>
          <p:cNvSpPr/>
          <p:nvPr/>
        </p:nvSpPr>
        <p:spPr>
          <a:xfrm>
            <a:off x="6176772" y="1403909"/>
            <a:ext cx="475488" cy="352349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45" name="Text 143"/>
          <p:cNvSpPr/>
          <p:nvPr/>
        </p:nvSpPr>
        <p:spPr>
          <a:xfrm>
            <a:off x="6199632" y="1408481"/>
            <a:ext cx="429768" cy="3432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>
                <a:solidFill>
                  <a:srgbClr val="543443"/>
                </a:solidFill>
              </a:rPr>
              <a:t>76</a:t>
            </a:r>
            <a:endParaRPr lang="en-US" sz="1600"/>
          </a:p>
        </p:txBody>
      </p:sp>
      <p:sp>
        <p:nvSpPr>
          <p:cNvPr id="146" name="Shape 144"/>
          <p:cNvSpPr/>
          <p:nvPr/>
        </p:nvSpPr>
        <p:spPr>
          <a:xfrm>
            <a:off x="6652260" y="1403909"/>
            <a:ext cx="3881628" cy="352349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47" name="Text 145"/>
          <p:cNvSpPr/>
          <p:nvPr/>
        </p:nvSpPr>
        <p:spPr>
          <a:xfrm>
            <a:off x="6675120" y="1408481"/>
            <a:ext cx="3835908" cy="3432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>
                <a:solidFill>
                  <a:srgbClr val="543443"/>
                </a:solidFill>
              </a:rPr>
              <a:t>王茀運</a:t>
            </a:r>
            <a:endParaRPr lang="en-US" sz="1600"/>
          </a:p>
        </p:txBody>
      </p:sp>
      <p:sp>
        <p:nvSpPr>
          <p:cNvPr id="148" name="Shape 146"/>
          <p:cNvSpPr/>
          <p:nvPr/>
        </p:nvSpPr>
        <p:spPr>
          <a:xfrm>
            <a:off x="10533888" y="1403909"/>
            <a:ext cx="621792" cy="352349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49" name="Text 147"/>
          <p:cNvSpPr/>
          <p:nvPr/>
        </p:nvSpPr>
        <p:spPr>
          <a:xfrm>
            <a:off x="10556748" y="1408481"/>
            <a:ext cx="576072" cy="3432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>
                <a:solidFill>
                  <a:srgbClr val="543443"/>
                </a:solidFill>
              </a:rPr>
              <a:t>融德</a:t>
            </a:r>
            <a:endParaRPr lang="en-US" sz="1600"/>
          </a:p>
        </p:txBody>
      </p:sp>
      <p:sp>
        <p:nvSpPr>
          <p:cNvPr id="150" name="Shape 148"/>
          <p:cNvSpPr/>
          <p:nvPr/>
        </p:nvSpPr>
        <p:spPr>
          <a:xfrm>
            <a:off x="11155680" y="1403909"/>
            <a:ext cx="530352" cy="352349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51" name="Text 149"/>
          <p:cNvSpPr/>
          <p:nvPr/>
        </p:nvSpPr>
        <p:spPr>
          <a:xfrm>
            <a:off x="11178540" y="1408481"/>
            <a:ext cx="484632" cy="3432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7B3C5E"/>
                </a:solidFill>
              </a:rPr>
              <a:t>2</a:t>
            </a:r>
            <a:endParaRPr lang="en-US" sz="1600"/>
          </a:p>
        </p:txBody>
      </p:sp>
      <p:sp>
        <p:nvSpPr>
          <p:cNvPr id="152" name="Shape 150"/>
          <p:cNvSpPr/>
          <p:nvPr/>
        </p:nvSpPr>
        <p:spPr>
          <a:xfrm>
            <a:off x="6176772" y="1756258"/>
            <a:ext cx="475488" cy="352349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53" name="Text 151"/>
          <p:cNvSpPr/>
          <p:nvPr/>
        </p:nvSpPr>
        <p:spPr>
          <a:xfrm>
            <a:off x="6199632" y="1760830"/>
            <a:ext cx="429768" cy="3432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>
                <a:solidFill>
                  <a:srgbClr val="543443"/>
                </a:solidFill>
              </a:rPr>
              <a:t>77</a:t>
            </a:r>
            <a:endParaRPr lang="en-US" sz="1600"/>
          </a:p>
        </p:txBody>
      </p:sp>
      <p:sp>
        <p:nvSpPr>
          <p:cNvPr id="154" name="Shape 152"/>
          <p:cNvSpPr/>
          <p:nvPr/>
        </p:nvSpPr>
        <p:spPr>
          <a:xfrm>
            <a:off x="6652260" y="1756258"/>
            <a:ext cx="3881628" cy="352349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55" name="Text 153"/>
          <p:cNvSpPr/>
          <p:nvPr/>
        </p:nvSpPr>
        <p:spPr>
          <a:xfrm>
            <a:off x="6675120" y="1760830"/>
            <a:ext cx="3835908" cy="3432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>
                <a:solidFill>
                  <a:srgbClr val="543443"/>
                </a:solidFill>
              </a:rPr>
              <a:t>李新娣</a:t>
            </a:r>
            <a:endParaRPr lang="en-US" sz="1600"/>
          </a:p>
        </p:txBody>
      </p:sp>
      <p:sp>
        <p:nvSpPr>
          <p:cNvPr id="156" name="Shape 154"/>
          <p:cNvSpPr/>
          <p:nvPr/>
        </p:nvSpPr>
        <p:spPr>
          <a:xfrm>
            <a:off x="10533888" y="1756258"/>
            <a:ext cx="621792" cy="352349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57" name="Text 155"/>
          <p:cNvSpPr/>
          <p:nvPr/>
        </p:nvSpPr>
        <p:spPr>
          <a:xfrm>
            <a:off x="10556748" y="1760830"/>
            <a:ext cx="576072" cy="3432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>
                <a:solidFill>
                  <a:srgbClr val="543443"/>
                </a:solidFill>
              </a:rPr>
              <a:t>融德</a:t>
            </a:r>
            <a:endParaRPr lang="en-US" sz="1600"/>
          </a:p>
        </p:txBody>
      </p:sp>
      <p:sp>
        <p:nvSpPr>
          <p:cNvPr id="158" name="Shape 156"/>
          <p:cNvSpPr/>
          <p:nvPr/>
        </p:nvSpPr>
        <p:spPr>
          <a:xfrm>
            <a:off x="11155680" y="1756258"/>
            <a:ext cx="530352" cy="352349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59" name="Text 157"/>
          <p:cNvSpPr/>
          <p:nvPr/>
        </p:nvSpPr>
        <p:spPr>
          <a:xfrm>
            <a:off x="11178540" y="1760830"/>
            <a:ext cx="484632" cy="3432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7B3C5E"/>
                </a:solidFill>
              </a:rPr>
              <a:t>1</a:t>
            </a:r>
            <a:endParaRPr lang="en-US" sz="1600"/>
          </a:p>
        </p:txBody>
      </p:sp>
      <p:sp>
        <p:nvSpPr>
          <p:cNvPr id="160" name="Shape 158"/>
          <p:cNvSpPr/>
          <p:nvPr/>
        </p:nvSpPr>
        <p:spPr>
          <a:xfrm>
            <a:off x="6176772" y="2108606"/>
            <a:ext cx="475488" cy="352349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61" name="Text 159"/>
          <p:cNvSpPr/>
          <p:nvPr/>
        </p:nvSpPr>
        <p:spPr>
          <a:xfrm>
            <a:off x="6199632" y="2113178"/>
            <a:ext cx="429768" cy="3432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>
                <a:solidFill>
                  <a:srgbClr val="543443"/>
                </a:solidFill>
              </a:rPr>
              <a:t>78</a:t>
            </a:r>
            <a:endParaRPr lang="en-US" sz="1600"/>
          </a:p>
        </p:txBody>
      </p:sp>
      <p:sp>
        <p:nvSpPr>
          <p:cNvPr id="162" name="Shape 160"/>
          <p:cNvSpPr/>
          <p:nvPr/>
        </p:nvSpPr>
        <p:spPr>
          <a:xfrm>
            <a:off x="6652260" y="2108606"/>
            <a:ext cx="3881628" cy="352349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63" name="Text 161"/>
          <p:cNvSpPr/>
          <p:nvPr/>
        </p:nvSpPr>
        <p:spPr>
          <a:xfrm>
            <a:off x="6675120" y="2113178"/>
            <a:ext cx="3835908" cy="3432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>
                <a:solidFill>
                  <a:srgbClr val="543443"/>
                </a:solidFill>
              </a:rPr>
              <a:t>蘇心潔</a:t>
            </a:r>
            <a:endParaRPr lang="en-US" sz="1600"/>
          </a:p>
        </p:txBody>
      </p:sp>
      <p:sp>
        <p:nvSpPr>
          <p:cNvPr id="164" name="Shape 162"/>
          <p:cNvSpPr/>
          <p:nvPr/>
        </p:nvSpPr>
        <p:spPr>
          <a:xfrm>
            <a:off x="10533888" y="2108606"/>
            <a:ext cx="621792" cy="352349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65" name="Text 163"/>
          <p:cNvSpPr/>
          <p:nvPr/>
        </p:nvSpPr>
        <p:spPr>
          <a:xfrm>
            <a:off x="10556748" y="2113178"/>
            <a:ext cx="576072" cy="3432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>
                <a:solidFill>
                  <a:srgbClr val="543443"/>
                </a:solidFill>
              </a:rPr>
              <a:t>和德</a:t>
            </a:r>
            <a:endParaRPr lang="en-US" sz="1600"/>
          </a:p>
        </p:txBody>
      </p:sp>
      <p:sp>
        <p:nvSpPr>
          <p:cNvPr id="166" name="Shape 164"/>
          <p:cNvSpPr/>
          <p:nvPr/>
        </p:nvSpPr>
        <p:spPr>
          <a:xfrm>
            <a:off x="11155680" y="2108606"/>
            <a:ext cx="530352" cy="352349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67" name="Text 165"/>
          <p:cNvSpPr/>
          <p:nvPr/>
        </p:nvSpPr>
        <p:spPr>
          <a:xfrm>
            <a:off x="11178540" y="2113178"/>
            <a:ext cx="484632" cy="3432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7B3C5E"/>
                </a:solidFill>
              </a:rPr>
              <a:t>1</a:t>
            </a:r>
            <a:endParaRPr lang="en-US" sz="1600"/>
          </a:p>
        </p:txBody>
      </p:sp>
      <p:sp>
        <p:nvSpPr>
          <p:cNvPr id="168" name="Shape 166"/>
          <p:cNvSpPr/>
          <p:nvPr/>
        </p:nvSpPr>
        <p:spPr>
          <a:xfrm>
            <a:off x="6176772" y="2460955"/>
            <a:ext cx="475488" cy="352349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69" name="Text 167"/>
          <p:cNvSpPr/>
          <p:nvPr/>
        </p:nvSpPr>
        <p:spPr>
          <a:xfrm>
            <a:off x="6199632" y="2465527"/>
            <a:ext cx="429768" cy="3432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>
                <a:solidFill>
                  <a:srgbClr val="543443"/>
                </a:solidFill>
              </a:rPr>
              <a:t>79</a:t>
            </a:r>
            <a:endParaRPr lang="en-US" sz="1600"/>
          </a:p>
        </p:txBody>
      </p:sp>
      <p:sp>
        <p:nvSpPr>
          <p:cNvPr id="170" name="Shape 168"/>
          <p:cNvSpPr/>
          <p:nvPr/>
        </p:nvSpPr>
        <p:spPr>
          <a:xfrm>
            <a:off x="6652260" y="2460955"/>
            <a:ext cx="3881628" cy="352349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71" name="Text 169"/>
          <p:cNvSpPr/>
          <p:nvPr/>
        </p:nvSpPr>
        <p:spPr>
          <a:xfrm>
            <a:off x="6675120" y="2465527"/>
            <a:ext cx="3835908" cy="3432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>
                <a:solidFill>
                  <a:srgbClr val="543443"/>
                </a:solidFill>
              </a:rPr>
              <a:t>SAUVAPHAP AI NOI</a:t>
            </a:r>
            <a:endParaRPr lang="en-US" sz="1600"/>
          </a:p>
        </p:txBody>
      </p:sp>
      <p:sp>
        <p:nvSpPr>
          <p:cNvPr id="172" name="Shape 170"/>
          <p:cNvSpPr/>
          <p:nvPr/>
        </p:nvSpPr>
        <p:spPr>
          <a:xfrm>
            <a:off x="10533888" y="2460955"/>
            <a:ext cx="621792" cy="352349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73" name="Text 171"/>
          <p:cNvSpPr/>
          <p:nvPr/>
        </p:nvSpPr>
        <p:spPr>
          <a:xfrm>
            <a:off x="10556748" y="2465527"/>
            <a:ext cx="576072" cy="3432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>
                <a:solidFill>
                  <a:srgbClr val="543443"/>
                </a:solidFill>
              </a:rPr>
              <a:t>和德</a:t>
            </a:r>
            <a:endParaRPr lang="en-US" sz="1600"/>
          </a:p>
        </p:txBody>
      </p:sp>
      <p:sp>
        <p:nvSpPr>
          <p:cNvPr id="174" name="Shape 172"/>
          <p:cNvSpPr/>
          <p:nvPr/>
        </p:nvSpPr>
        <p:spPr>
          <a:xfrm>
            <a:off x="11155680" y="2460955"/>
            <a:ext cx="530352" cy="352349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75" name="Text 173"/>
          <p:cNvSpPr/>
          <p:nvPr/>
        </p:nvSpPr>
        <p:spPr>
          <a:xfrm>
            <a:off x="11178540" y="2465527"/>
            <a:ext cx="484632" cy="3432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7B3C5E"/>
                </a:solidFill>
              </a:rPr>
              <a:t>1</a:t>
            </a:r>
            <a:endParaRPr lang="en-US" sz="1600"/>
          </a:p>
        </p:txBody>
      </p:sp>
      <p:sp>
        <p:nvSpPr>
          <p:cNvPr id="176" name="Shape 174"/>
          <p:cNvSpPr/>
          <p:nvPr/>
        </p:nvSpPr>
        <p:spPr>
          <a:xfrm>
            <a:off x="6176772" y="2813304"/>
            <a:ext cx="475488" cy="352349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77" name="Text 175"/>
          <p:cNvSpPr/>
          <p:nvPr/>
        </p:nvSpPr>
        <p:spPr>
          <a:xfrm>
            <a:off x="6199632" y="2817876"/>
            <a:ext cx="429768" cy="3432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>
                <a:solidFill>
                  <a:srgbClr val="543443"/>
                </a:solidFill>
              </a:rPr>
              <a:t>80</a:t>
            </a:r>
            <a:endParaRPr lang="en-US" sz="1600"/>
          </a:p>
        </p:txBody>
      </p:sp>
      <p:sp>
        <p:nvSpPr>
          <p:cNvPr id="178" name="Shape 176"/>
          <p:cNvSpPr/>
          <p:nvPr/>
        </p:nvSpPr>
        <p:spPr>
          <a:xfrm>
            <a:off x="6652260" y="2813304"/>
            <a:ext cx="3881628" cy="352349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79" name="Text 177"/>
          <p:cNvSpPr/>
          <p:nvPr/>
        </p:nvSpPr>
        <p:spPr>
          <a:xfrm>
            <a:off x="6675120" y="2817876"/>
            <a:ext cx="3835908" cy="3432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>
                <a:solidFill>
                  <a:srgbClr val="543443"/>
                </a:solidFill>
              </a:rPr>
              <a:t>黃愛玲</a:t>
            </a:r>
            <a:endParaRPr lang="en-US" sz="1600"/>
          </a:p>
        </p:txBody>
      </p:sp>
      <p:sp>
        <p:nvSpPr>
          <p:cNvPr id="180" name="Shape 178"/>
          <p:cNvSpPr/>
          <p:nvPr/>
        </p:nvSpPr>
        <p:spPr>
          <a:xfrm>
            <a:off x="10533888" y="2813304"/>
            <a:ext cx="621792" cy="352349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81" name="Text 179"/>
          <p:cNvSpPr/>
          <p:nvPr/>
        </p:nvSpPr>
        <p:spPr>
          <a:xfrm>
            <a:off x="10556748" y="2817876"/>
            <a:ext cx="576072" cy="3432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>
                <a:solidFill>
                  <a:srgbClr val="543443"/>
                </a:solidFill>
              </a:rPr>
              <a:t>和德</a:t>
            </a:r>
            <a:endParaRPr lang="en-US" sz="1600"/>
          </a:p>
        </p:txBody>
      </p:sp>
      <p:sp>
        <p:nvSpPr>
          <p:cNvPr id="182" name="Shape 180"/>
          <p:cNvSpPr/>
          <p:nvPr/>
        </p:nvSpPr>
        <p:spPr>
          <a:xfrm>
            <a:off x="11155680" y="2813304"/>
            <a:ext cx="530352" cy="352349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83" name="Text 181"/>
          <p:cNvSpPr/>
          <p:nvPr/>
        </p:nvSpPr>
        <p:spPr>
          <a:xfrm>
            <a:off x="11178540" y="2817876"/>
            <a:ext cx="484632" cy="3432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7B3C5E"/>
                </a:solidFill>
              </a:rPr>
              <a:t>1</a:t>
            </a:r>
            <a:endParaRPr lang="en-US" sz="1600"/>
          </a:p>
        </p:txBody>
      </p:sp>
      <p:sp>
        <p:nvSpPr>
          <p:cNvPr id="184" name="Shape 182"/>
          <p:cNvSpPr/>
          <p:nvPr/>
        </p:nvSpPr>
        <p:spPr>
          <a:xfrm>
            <a:off x="6176772" y="3165653"/>
            <a:ext cx="475488" cy="352349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85" name="Text 183"/>
          <p:cNvSpPr/>
          <p:nvPr/>
        </p:nvSpPr>
        <p:spPr>
          <a:xfrm>
            <a:off x="6199632" y="3170225"/>
            <a:ext cx="429768" cy="3432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>
                <a:solidFill>
                  <a:srgbClr val="543443"/>
                </a:solidFill>
              </a:rPr>
              <a:t>81</a:t>
            </a:r>
            <a:endParaRPr lang="en-US" sz="1600"/>
          </a:p>
        </p:txBody>
      </p:sp>
      <p:sp>
        <p:nvSpPr>
          <p:cNvPr id="186" name="Shape 184"/>
          <p:cNvSpPr/>
          <p:nvPr/>
        </p:nvSpPr>
        <p:spPr>
          <a:xfrm>
            <a:off x="6652260" y="3165653"/>
            <a:ext cx="3881628" cy="352349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87" name="Text 185"/>
          <p:cNvSpPr/>
          <p:nvPr/>
        </p:nvSpPr>
        <p:spPr>
          <a:xfrm>
            <a:off x="6675120" y="3170225"/>
            <a:ext cx="3835908" cy="3432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>
                <a:solidFill>
                  <a:srgbClr val="543443"/>
                </a:solidFill>
              </a:rPr>
              <a:t>顏詩玲</a:t>
            </a:r>
            <a:endParaRPr lang="en-US" sz="1600"/>
          </a:p>
        </p:txBody>
      </p:sp>
      <p:sp>
        <p:nvSpPr>
          <p:cNvPr id="188" name="Shape 186"/>
          <p:cNvSpPr/>
          <p:nvPr/>
        </p:nvSpPr>
        <p:spPr>
          <a:xfrm>
            <a:off x="10533888" y="3165653"/>
            <a:ext cx="621792" cy="352349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89" name="Text 187"/>
          <p:cNvSpPr/>
          <p:nvPr/>
        </p:nvSpPr>
        <p:spPr>
          <a:xfrm>
            <a:off x="10556748" y="3170225"/>
            <a:ext cx="576072" cy="3432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>
                <a:solidFill>
                  <a:srgbClr val="543443"/>
                </a:solidFill>
              </a:rPr>
              <a:t>和德</a:t>
            </a:r>
            <a:endParaRPr lang="en-US" sz="1600"/>
          </a:p>
        </p:txBody>
      </p:sp>
      <p:sp>
        <p:nvSpPr>
          <p:cNvPr id="190" name="Shape 188"/>
          <p:cNvSpPr/>
          <p:nvPr/>
        </p:nvSpPr>
        <p:spPr>
          <a:xfrm>
            <a:off x="11155680" y="3165653"/>
            <a:ext cx="530352" cy="352349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91" name="Text 189"/>
          <p:cNvSpPr/>
          <p:nvPr/>
        </p:nvSpPr>
        <p:spPr>
          <a:xfrm>
            <a:off x="11178540" y="3170225"/>
            <a:ext cx="484632" cy="3432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7B3C5E"/>
                </a:solidFill>
              </a:rPr>
              <a:t>1</a:t>
            </a:r>
            <a:endParaRPr lang="en-US" sz="1600"/>
          </a:p>
        </p:txBody>
      </p:sp>
      <p:sp>
        <p:nvSpPr>
          <p:cNvPr id="192" name="Shape 190"/>
          <p:cNvSpPr/>
          <p:nvPr/>
        </p:nvSpPr>
        <p:spPr>
          <a:xfrm>
            <a:off x="6176772" y="3518002"/>
            <a:ext cx="475488" cy="352349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93" name="Text 191"/>
          <p:cNvSpPr/>
          <p:nvPr/>
        </p:nvSpPr>
        <p:spPr>
          <a:xfrm>
            <a:off x="6199632" y="3522574"/>
            <a:ext cx="429768" cy="3432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>
                <a:solidFill>
                  <a:srgbClr val="543443"/>
                </a:solidFill>
              </a:rPr>
              <a:t>82</a:t>
            </a:r>
            <a:endParaRPr lang="en-US" sz="1600"/>
          </a:p>
        </p:txBody>
      </p:sp>
      <p:sp>
        <p:nvSpPr>
          <p:cNvPr id="194" name="Shape 192"/>
          <p:cNvSpPr/>
          <p:nvPr/>
        </p:nvSpPr>
        <p:spPr>
          <a:xfrm>
            <a:off x="6652260" y="3518002"/>
            <a:ext cx="3881628" cy="352349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95" name="Text 193"/>
          <p:cNvSpPr/>
          <p:nvPr/>
        </p:nvSpPr>
        <p:spPr>
          <a:xfrm>
            <a:off x="6675120" y="3522574"/>
            <a:ext cx="3835908" cy="3432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>
                <a:solidFill>
                  <a:srgbClr val="543443"/>
                </a:solidFill>
              </a:rPr>
              <a:t>李玉琳</a:t>
            </a:r>
            <a:endParaRPr lang="en-US" sz="1600"/>
          </a:p>
        </p:txBody>
      </p:sp>
      <p:sp>
        <p:nvSpPr>
          <p:cNvPr id="196" name="Shape 194"/>
          <p:cNvSpPr/>
          <p:nvPr/>
        </p:nvSpPr>
        <p:spPr>
          <a:xfrm>
            <a:off x="10533888" y="3518002"/>
            <a:ext cx="621792" cy="352349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97" name="Text 195"/>
          <p:cNvSpPr/>
          <p:nvPr/>
        </p:nvSpPr>
        <p:spPr>
          <a:xfrm>
            <a:off x="10556748" y="3522574"/>
            <a:ext cx="576072" cy="3432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>
                <a:solidFill>
                  <a:srgbClr val="543443"/>
                </a:solidFill>
              </a:rPr>
              <a:t>宣德</a:t>
            </a:r>
            <a:endParaRPr lang="en-US" sz="1600"/>
          </a:p>
        </p:txBody>
      </p:sp>
      <p:sp>
        <p:nvSpPr>
          <p:cNvPr id="198" name="Shape 196"/>
          <p:cNvSpPr/>
          <p:nvPr/>
        </p:nvSpPr>
        <p:spPr>
          <a:xfrm>
            <a:off x="11155680" y="3518002"/>
            <a:ext cx="530352" cy="352349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99" name="Text 197"/>
          <p:cNvSpPr/>
          <p:nvPr/>
        </p:nvSpPr>
        <p:spPr>
          <a:xfrm>
            <a:off x="11178540" y="3522574"/>
            <a:ext cx="484632" cy="3432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7B3C5E"/>
                </a:solidFill>
              </a:rPr>
              <a:t>8</a:t>
            </a:r>
            <a:endParaRPr lang="en-US" sz="1600"/>
          </a:p>
        </p:txBody>
      </p:sp>
      <p:sp>
        <p:nvSpPr>
          <p:cNvPr id="200" name="Shape 198"/>
          <p:cNvSpPr/>
          <p:nvPr/>
        </p:nvSpPr>
        <p:spPr>
          <a:xfrm>
            <a:off x="6176772" y="3870350"/>
            <a:ext cx="475488" cy="352349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01" name="Text 199"/>
          <p:cNvSpPr/>
          <p:nvPr/>
        </p:nvSpPr>
        <p:spPr>
          <a:xfrm>
            <a:off x="6199632" y="3874922"/>
            <a:ext cx="429768" cy="3432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>
                <a:solidFill>
                  <a:srgbClr val="543443"/>
                </a:solidFill>
              </a:rPr>
              <a:t>83</a:t>
            </a:r>
            <a:endParaRPr lang="en-US" sz="1600"/>
          </a:p>
        </p:txBody>
      </p:sp>
      <p:sp>
        <p:nvSpPr>
          <p:cNvPr id="202" name="Shape 200"/>
          <p:cNvSpPr/>
          <p:nvPr/>
        </p:nvSpPr>
        <p:spPr>
          <a:xfrm>
            <a:off x="6652260" y="3870350"/>
            <a:ext cx="3881628" cy="352349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03" name="Text 201"/>
          <p:cNvSpPr/>
          <p:nvPr/>
        </p:nvSpPr>
        <p:spPr>
          <a:xfrm>
            <a:off x="6675120" y="3874922"/>
            <a:ext cx="3835908" cy="3432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>
                <a:solidFill>
                  <a:srgbClr val="543443"/>
                </a:solidFill>
              </a:rPr>
              <a:t>顏政良</a:t>
            </a:r>
            <a:endParaRPr lang="en-US" sz="1600"/>
          </a:p>
        </p:txBody>
      </p:sp>
      <p:sp>
        <p:nvSpPr>
          <p:cNvPr id="204" name="Shape 202"/>
          <p:cNvSpPr/>
          <p:nvPr/>
        </p:nvSpPr>
        <p:spPr>
          <a:xfrm>
            <a:off x="10533888" y="3870350"/>
            <a:ext cx="621792" cy="352349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05" name="Text 203"/>
          <p:cNvSpPr/>
          <p:nvPr/>
        </p:nvSpPr>
        <p:spPr>
          <a:xfrm>
            <a:off x="10556748" y="3874922"/>
            <a:ext cx="576072" cy="3432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>
                <a:solidFill>
                  <a:srgbClr val="543443"/>
                </a:solidFill>
              </a:rPr>
              <a:t>宣德</a:t>
            </a:r>
            <a:endParaRPr lang="en-US" sz="1600"/>
          </a:p>
        </p:txBody>
      </p:sp>
      <p:sp>
        <p:nvSpPr>
          <p:cNvPr id="206" name="Shape 204"/>
          <p:cNvSpPr/>
          <p:nvPr/>
        </p:nvSpPr>
        <p:spPr>
          <a:xfrm>
            <a:off x="11155680" y="3870350"/>
            <a:ext cx="530352" cy="352349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07" name="Text 205"/>
          <p:cNvSpPr/>
          <p:nvPr/>
        </p:nvSpPr>
        <p:spPr>
          <a:xfrm>
            <a:off x="11178540" y="3874922"/>
            <a:ext cx="484632" cy="3432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7B3C5E"/>
                </a:solidFill>
              </a:rPr>
              <a:t>3</a:t>
            </a:r>
            <a:endParaRPr lang="en-US" sz="1600"/>
          </a:p>
        </p:txBody>
      </p:sp>
      <p:sp>
        <p:nvSpPr>
          <p:cNvPr id="208" name="Shape 206"/>
          <p:cNvSpPr/>
          <p:nvPr/>
        </p:nvSpPr>
        <p:spPr>
          <a:xfrm>
            <a:off x="6176772" y="4222699"/>
            <a:ext cx="475488" cy="352349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09" name="Text 207"/>
          <p:cNvSpPr/>
          <p:nvPr/>
        </p:nvSpPr>
        <p:spPr>
          <a:xfrm>
            <a:off x="6199632" y="4227271"/>
            <a:ext cx="429768" cy="3432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>
                <a:solidFill>
                  <a:srgbClr val="543443"/>
                </a:solidFill>
              </a:rPr>
              <a:t>84</a:t>
            </a:r>
            <a:endParaRPr lang="en-US" sz="1600"/>
          </a:p>
        </p:txBody>
      </p:sp>
      <p:sp>
        <p:nvSpPr>
          <p:cNvPr id="210" name="Shape 208"/>
          <p:cNvSpPr/>
          <p:nvPr/>
        </p:nvSpPr>
        <p:spPr>
          <a:xfrm>
            <a:off x="6652260" y="4222699"/>
            <a:ext cx="3881628" cy="352349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11" name="Text 209"/>
          <p:cNvSpPr/>
          <p:nvPr/>
        </p:nvSpPr>
        <p:spPr>
          <a:xfrm>
            <a:off x="6675120" y="4227271"/>
            <a:ext cx="3835908" cy="3432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>
                <a:solidFill>
                  <a:srgbClr val="543443"/>
                </a:solidFill>
              </a:rPr>
              <a:t>李玉欽</a:t>
            </a:r>
            <a:endParaRPr lang="en-US" sz="1600"/>
          </a:p>
        </p:txBody>
      </p:sp>
      <p:sp>
        <p:nvSpPr>
          <p:cNvPr id="212" name="Shape 210"/>
          <p:cNvSpPr/>
          <p:nvPr/>
        </p:nvSpPr>
        <p:spPr>
          <a:xfrm>
            <a:off x="10533888" y="4222699"/>
            <a:ext cx="621792" cy="352349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13" name="Text 211"/>
          <p:cNvSpPr/>
          <p:nvPr/>
        </p:nvSpPr>
        <p:spPr>
          <a:xfrm>
            <a:off x="10556748" y="4227271"/>
            <a:ext cx="576072" cy="3432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>
                <a:solidFill>
                  <a:srgbClr val="543443"/>
                </a:solidFill>
              </a:rPr>
              <a:t>宣德</a:t>
            </a:r>
            <a:endParaRPr lang="en-US" sz="1600"/>
          </a:p>
        </p:txBody>
      </p:sp>
      <p:sp>
        <p:nvSpPr>
          <p:cNvPr id="214" name="Shape 212"/>
          <p:cNvSpPr/>
          <p:nvPr/>
        </p:nvSpPr>
        <p:spPr>
          <a:xfrm>
            <a:off x="11155680" y="4222699"/>
            <a:ext cx="530352" cy="352349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15" name="Text 213"/>
          <p:cNvSpPr/>
          <p:nvPr/>
        </p:nvSpPr>
        <p:spPr>
          <a:xfrm>
            <a:off x="11178540" y="4227271"/>
            <a:ext cx="484632" cy="3432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7B3C5E"/>
                </a:solidFill>
              </a:rPr>
              <a:t>3</a:t>
            </a:r>
            <a:endParaRPr lang="en-US" sz="1600"/>
          </a:p>
        </p:txBody>
      </p:sp>
      <p:sp>
        <p:nvSpPr>
          <p:cNvPr id="216" name="Shape 214"/>
          <p:cNvSpPr/>
          <p:nvPr/>
        </p:nvSpPr>
        <p:spPr>
          <a:xfrm>
            <a:off x="6176772" y="4575048"/>
            <a:ext cx="475488" cy="352349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17" name="Text 215"/>
          <p:cNvSpPr/>
          <p:nvPr/>
        </p:nvSpPr>
        <p:spPr>
          <a:xfrm>
            <a:off x="6199632" y="4579620"/>
            <a:ext cx="429768" cy="3432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>
                <a:solidFill>
                  <a:srgbClr val="543443"/>
                </a:solidFill>
              </a:rPr>
              <a:t>85</a:t>
            </a:r>
            <a:endParaRPr lang="en-US" sz="1600"/>
          </a:p>
        </p:txBody>
      </p:sp>
      <p:sp>
        <p:nvSpPr>
          <p:cNvPr id="218" name="Shape 216"/>
          <p:cNvSpPr/>
          <p:nvPr/>
        </p:nvSpPr>
        <p:spPr>
          <a:xfrm>
            <a:off x="6652260" y="4575048"/>
            <a:ext cx="3881628" cy="352349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19" name="Text 217"/>
          <p:cNvSpPr/>
          <p:nvPr/>
        </p:nvSpPr>
        <p:spPr>
          <a:xfrm>
            <a:off x="6675120" y="4579620"/>
            <a:ext cx="3835908" cy="3432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>
                <a:solidFill>
                  <a:srgbClr val="543443"/>
                </a:solidFill>
              </a:rPr>
              <a:t>許梅貞</a:t>
            </a:r>
            <a:endParaRPr lang="en-US" sz="1600"/>
          </a:p>
        </p:txBody>
      </p:sp>
      <p:sp>
        <p:nvSpPr>
          <p:cNvPr id="220" name="Shape 218"/>
          <p:cNvSpPr/>
          <p:nvPr/>
        </p:nvSpPr>
        <p:spPr>
          <a:xfrm>
            <a:off x="10533888" y="4575048"/>
            <a:ext cx="621792" cy="352349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21" name="Text 219"/>
          <p:cNvSpPr/>
          <p:nvPr/>
        </p:nvSpPr>
        <p:spPr>
          <a:xfrm>
            <a:off x="10556748" y="4579620"/>
            <a:ext cx="576072" cy="3432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>
                <a:solidFill>
                  <a:srgbClr val="543443"/>
                </a:solidFill>
              </a:rPr>
              <a:t>邦德</a:t>
            </a:r>
            <a:endParaRPr lang="en-US" sz="1600"/>
          </a:p>
        </p:txBody>
      </p:sp>
      <p:sp>
        <p:nvSpPr>
          <p:cNvPr id="222" name="Shape 220"/>
          <p:cNvSpPr/>
          <p:nvPr/>
        </p:nvSpPr>
        <p:spPr>
          <a:xfrm>
            <a:off x="11155680" y="4575048"/>
            <a:ext cx="530352" cy="352349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23" name="Text 221"/>
          <p:cNvSpPr/>
          <p:nvPr/>
        </p:nvSpPr>
        <p:spPr>
          <a:xfrm>
            <a:off x="11178540" y="4579620"/>
            <a:ext cx="484632" cy="3432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7B3C5E"/>
                </a:solidFill>
              </a:rPr>
              <a:t>4</a:t>
            </a:r>
            <a:endParaRPr lang="en-US" sz="1600"/>
          </a:p>
        </p:txBody>
      </p:sp>
      <p:sp>
        <p:nvSpPr>
          <p:cNvPr id="224" name="Shape 222"/>
          <p:cNvSpPr/>
          <p:nvPr/>
        </p:nvSpPr>
        <p:spPr>
          <a:xfrm>
            <a:off x="6176772" y="4927397"/>
            <a:ext cx="475488" cy="352349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25" name="Text 223"/>
          <p:cNvSpPr/>
          <p:nvPr/>
        </p:nvSpPr>
        <p:spPr>
          <a:xfrm>
            <a:off x="6199632" y="4931969"/>
            <a:ext cx="429768" cy="3432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>
                <a:solidFill>
                  <a:srgbClr val="543443"/>
                </a:solidFill>
              </a:rPr>
              <a:t>86</a:t>
            </a:r>
            <a:endParaRPr lang="en-US" sz="1600"/>
          </a:p>
        </p:txBody>
      </p:sp>
      <p:sp>
        <p:nvSpPr>
          <p:cNvPr id="226" name="Shape 224"/>
          <p:cNvSpPr/>
          <p:nvPr/>
        </p:nvSpPr>
        <p:spPr>
          <a:xfrm>
            <a:off x="6652260" y="4927397"/>
            <a:ext cx="3881628" cy="352349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27" name="Text 225"/>
          <p:cNvSpPr/>
          <p:nvPr/>
        </p:nvSpPr>
        <p:spPr>
          <a:xfrm>
            <a:off x="6675120" y="4931969"/>
            <a:ext cx="3835908" cy="3432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>
                <a:solidFill>
                  <a:srgbClr val="543443"/>
                </a:solidFill>
              </a:rPr>
              <a:t>鄭良美</a:t>
            </a:r>
            <a:endParaRPr lang="en-US" sz="1600"/>
          </a:p>
        </p:txBody>
      </p:sp>
      <p:sp>
        <p:nvSpPr>
          <p:cNvPr id="228" name="Shape 226"/>
          <p:cNvSpPr/>
          <p:nvPr/>
        </p:nvSpPr>
        <p:spPr>
          <a:xfrm>
            <a:off x="10533888" y="4927397"/>
            <a:ext cx="621792" cy="352349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29" name="Text 227"/>
          <p:cNvSpPr/>
          <p:nvPr/>
        </p:nvSpPr>
        <p:spPr>
          <a:xfrm>
            <a:off x="10556748" y="4931969"/>
            <a:ext cx="576072" cy="3432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>
                <a:solidFill>
                  <a:srgbClr val="543443"/>
                </a:solidFill>
              </a:rPr>
              <a:t>邦德</a:t>
            </a:r>
            <a:endParaRPr lang="en-US" sz="1600"/>
          </a:p>
        </p:txBody>
      </p:sp>
      <p:sp>
        <p:nvSpPr>
          <p:cNvPr id="230" name="Shape 228"/>
          <p:cNvSpPr/>
          <p:nvPr/>
        </p:nvSpPr>
        <p:spPr>
          <a:xfrm>
            <a:off x="11155680" y="4927397"/>
            <a:ext cx="530352" cy="352349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31" name="Text 229"/>
          <p:cNvSpPr/>
          <p:nvPr/>
        </p:nvSpPr>
        <p:spPr>
          <a:xfrm>
            <a:off x="11178540" y="4931969"/>
            <a:ext cx="484632" cy="3432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7B3C5E"/>
                </a:solidFill>
              </a:rPr>
              <a:t>3</a:t>
            </a:r>
            <a:endParaRPr lang="en-US" sz="1600"/>
          </a:p>
        </p:txBody>
      </p:sp>
      <p:sp>
        <p:nvSpPr>
          <p:cNvPr id="232" name="Shape 230"/>
          <p:cNvSpPr/>
          <p:nvPr/>
        </p:nvSpPr>
        <p:spPr>
          <a:xfrm>
            <a:off x="6176772" y="5279746"/>
            <a:ext cx="475488" cy="352349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33" name="Text 231"/>
          <p:cNvSpPr/>
          <p:nvPr/>
        </p:nvSpPr>
        <p:spPr>
          <a:xfrm>
            <a:off x="6199632" y="5284318"/>
            <a:ext cx="429768" cy="3432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>
                <a:solidFill>
                  <a:srgbClr val="543443"/>
                </a:solidFill>
              </a:rPr>
              <a:t>87</a:t>
            </a:r>
            <a:endParaRPr lang="en-US" sz="1600"/>
          </a:p>
        </p:txBody>
      </p:sp>
      <p:sp>
        <p:nvSpPr>
          <p:cNvPr id="234" name="Shape 232"/>
          <p:cNvSpPr/>
          <p:nvPr/>
        </p:nvSpPr>
        <p:spPr>
          <a:xfrm>
            <a:off x="6652260" y="5279746"/>
            <a:ext cx="3881628" cy="352349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35" name="Text 233"/>
          <p:cNvSpPr/>
          <p:nvPr/>
        </p:nvSpPr>
        <p:spPr>
          <a:xfrm>
            <a:off x="6675120" y="5284318"/>
            <a:ext cx="3835908" cy="3432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>
                <a:solidFill>
                  <a:srgbClr val="543443"/>
                </a:solidFill>
              </a:rPr>
              <a:t>林崇嬌</a:t>
            </a:r>
            <a:endParaRPr lang="en-US" sz="1600"/>
          </a:p>
        </p:txBody>
      </p:sp>
      <p:sp>
        <p:nvSpPr>
          <p:cNvPr id="236" name="Shape 234"/>
          <p:cNvSpPr/>
          <p:nvPr/>
        </p:nvSpPr>
        <p:spPr>
          <a:xfrm>
            <a:off x="10533888" y="5279746"/>
            <a:ext cx="621792" cy="352349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37" name="Text 235"/>
          <p:cNvSpPr/>
          <p:nvPr/>
        </p:nvSpPr>
        <p:spPr>
          <a:xfrm>
            <a:off x="10556748" y="5284318"/>
            <a:ext cx="576072" cy="3432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>
                <a:solidFill>
                  <a:srgbClr val="543443"/>
                </a:solidFill>
              </a:rPr>
              <a:t>邦德</a:t>
            </a:r>
            <a:endParaRPr lang="en-US" sz="1600"/>
          </a:p>
        </p:txBody>
      </p:sp>
      <p:sp>
        <p:nvSpPr>
          <p:cNvPr id="238" name="Shape 236"/>
          <p:cNvSpPr/>
          <p:nvPr/>
        </p:nvSpPr>
        <p:spPr>
          <a:xfrm>
            <a:off x="11155680" y="5279746"/>
            <a:ext cx="530352" cy="352349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39" name="Text 237"/>
          <p:cNvSpPr/>
          <p:nvPr/>
        </p:nvSpPr>
        <p:spPr>
          <a:xfrm>
            <a:off x="11178540" y="5284318"/>
            <a:ext cx="484632" cy="3432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7B3C5E"/>
                </a:solidFill>
              </a:rPr>
              <a:t>2</a:t>
            </a:r>
            <a:endParaRPr lang="en-US" sz="1600"/>
          </a:p>
        </p:txBody>
      </p:sp>
      <p:sp>
        <p:nvSpPr>
          <p:cNvPr id="240" name="Shape 238"/>
          <p:cNvSpPr/>
          <p:nvPr/>
        </p:nvSpPr>
        <p:spPr>
          <a:xfrm>
            <a:off x="6176772" y="5632094"/>
            <a:ext cx="475488" cy="352349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41" name="Text 239"/>
          <p:cNvSpPr/>
          <p:nvPr/>
        </p:nvSpPr>
        <p:spPr>
          <a:xfrm>
            <a:off x="6199632" y="5636666"/>
            <a:ext cx="429768" cy="3432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>
                <a:solidFill>
                  <a:srgbClr val="543443"/>
                </a:solidFill>
              </a:rPr>
              <a:t>88</a:t>
            </a:r>
            <a:endParaRPr lang="en-US" sz="1600"/>
          </a:p>
        </p:txBody>
      </p:sp>
      <p:sp>
        <p:nvSpPr>
          <p:cNvPr id="242" name="Shape 240"/>
          <p:cNvSpPr/>
          <p:nvPr/>
        </p:nvSpPr>
        <p:spPr>
          <a:xfrm>
            <a:off x="6652260" y="5632094"/>
            <a:ext cx="3881628" cy="352349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43" name="Text 241"/>
          <p:cNvSpPr/>
          <p:nvPr/>
        </p:nvSpPr>
        <p:spPr>
          <a:xfrm>
            <a:off x="6675120" y="5636666"/>
            <a:ext cx="3835908" cy="3432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>
                <a:solidFill>
                  <a:srgbClr val="543443"/>
                </a:solidFill>
              </a:rPr>
              <a:t>陳玉珍</a:t>
            </a:r>
            <a:endParaRPr lang="en-US" sz="1600"/>
          </a:p>
        </p:txBody>
      </p:sp>
      <p:sp>
        <p:nvSpPr>
          <p:cNvPr id="244" name="Shape 242"/>
          <p:cNvSpPr/>
          <p:nvPr/>
        </p:nvSpPr>
        <p:spPr>
          <a:xfrm>
            <a:off x="10533888" y="5632094"/>
            <a:ext cx="621792" cy="352349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45" name="Text 243"/>
          <p:cNvSpPr/>
          <p:nvPr/>
        </p:nvSpPr>
        <p:spPr>
          <a:xfrm>
            <a:off x="10556748" y="5636666"/>
            <a:ext cx="576072" cy="3432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>
                <a:solidFill>
                  <a:srgbClr val="543443"/>
                </a:solidFill>
              </a:rPr>
              <a:t>邦德</a:t>
            </a:r>
            <a:endParaRPr lang="en-US" sz="1600"/>
          </a:p>
        </p:txBody>
      </p:sp>
      <p:sp>
        <p:nvSpPr>
          <p:cNvPr id="246" name="Shape 244"/>
          <p:cNvSpPr/>
          <p:nvPr/>
        </p:nvSpPr>
        <p:spPr>
          <a:xfrm>
            <a:off x="11155680" y="5632094"/>
            <a:ext cx="530352" cy="352349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47" name="Text 245"/>
          <p:cNvSpPr/>
          <p:nvPr/>
        </p:nvSpPr>
        <p:spPr>
          <a:xfrm>
            <a:off x="11178540" y="5636666"/>
            <a:ext cx="484632" cy="3432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7B3C5E"/>
                </a:solidFill>
              </a:rPr>
              <a:t>1</a:t>
            </a:r>
            <a:endParaRPr lang="en-US" sz="1600"/>
          </a:p>
        </p:txBody>
      </p:sp>
      <p:sp>
        <p:nvSpPr>
          <p:cNvPr id="248" name="Shape 246"/>
          <p:cNvSpPr/>
          <p:nvPr/>
        </p:nvSpPr>
        <p:spPr>
          <a:xfrm>
            <a:off x="6176772" y="5984443"/>
            <a:ext cx="475488" cy="352349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49" name="Text 247"/>
          <p:cNvSpPr/>
          <p:nvPr/>
        </p:nvSpPr>
        <p:spPr>
          <a:xfrm>
            <a:off x="6199632" y="5989015"/>
            <a:ext cx="429768" cy="3432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>
                <a:solidFill>
                  <a:srgbClr val="543443"/>
                </a:solidFill>
              </a:rPr>
              <a:t>89</a:t>
            </a:r>
            <a:endParaRPr lang="en-US" sz="1600"/>
          </a:p>
        </p:txBody>
      </p:sp>
      <p:sp>
        <p:nvSpPr>
          <p:cNvPr id="250" name="Shape 248"/>
          <p:cNvSpPr/>
          <p:nvPr/>
        </p:nvSpPr>
        <p:spPr>
          <a:xfrm>
            <a:off x="6652260" y="5984443"/>
            <a:ext cx="3881628" cy="352349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51" name="Text 249"/>
          <p:cNvSpPr/>
          <p:nvPr/>
        </p:nvSpPr>
        <p:spPr>
          <a:xfrm>
            <a:off x="6675120" y="5989015"/>
            <a:ext cx="3835908" cy="3432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>
                <a:solidFill>
                  <a:srgbClr val="543443"/>
                </a:solidFill>
              </a:rPr>
              <a:t>盧昌燕</a:t>
            </a:r>
            <a:endParaRPr lang="en-US" sz="1600"/>
          </a:p>
        </p:txBody>
      </p:sp>
      <p:sp>
        <p:nvSpPr>
          <p:cNvPr id="252" name="Shape 250"/>
          <p:cNvSpPr/>
          <p:nvPr/>
        </p:nvSpPr>
        <p:spPr>
          <a:xfrm>
            <a:off x="10533888" y="5984443"/>
            <a:ext cx="621792" cy="352349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53" name="Text 251"/>
          <p:cNvSpPr/>
          <p:nvPr/>
        </p:nvSpPr>
        <p:spPr>
          <a:xfrm>
            <a:off x="10556748" y="5989015"/>
            <a:ext cx="576072" cy="3432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>
                <a:solidFill>
                  <a:srgbClr val="543443"/>
                </a:solidFill>
              </a:rPr>
              <a:t>邦德</a:t>
            </a:r>
            <a:endParaRPr lang="en-US" sz="1600"/>
          </a:p>
        </p:txBody>
      </p:sp>
      <p:sp>
        <p:nvSpPr>
          <p:cNvPr id="254" name="Shape 252"/>
          <p:cNvSpPr/>
          <p:nvPr/>
        </p:nvSpPr>
        <p:spPr>
          <a:xfrm>
            <a:off x="11155680" y="5984443"/>
            <a:ext cx="530352" cy="352349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55" name="Text 253"/>
          <p:cNvSpPr/>
          <p:nvPr/>
        </p:nvSpPr>
        <p:spPr>
          <a:xfrm>
            <a:off x="11178540" y="5989015"/>
            <a:ext cx="484632" cy="3432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7B3C5E"/>
                </a:solidFill>
              </a:rPr>
              <a:t>1</a:t>
            </a:r>
            <a:endParaRPr lang="en-US" sz="1600"/>
          </a:p>
        </p:txBody>
      </p:sp>
      <p:sp>
        <p:nvSpPr>
          <p:cNvPr id="256" name="Text 254"/>
          <p:cNvSpPr/>
          <p:nvPr/>
        </p:nvSpPr>
        <p:spPr>
          <a:xfrm>
            <a:off x="11338560" y="6510528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E7284"/>
                </a:solidFill>
              </a:rPr>
              <a:t>10</a:t>
            </a:r>
            <a:endParaRPr lang="en-US" sz="900" dirty="0"/>
          </a:p>
        </p:txBody>
      </p:sp>
      <p:sp>
        <p:nvSpPr>
          <p:cNvPr id="259" name="Eyebrow">
            <a:extLst>
              <a:ext uri="{FF2B5EF4-FFF2-40B4-BE49-F238E27FC236}">
                <a16:creationId xmlns:a16="http://schemas.microsoft.com/office/drawing/2014/main" id="{DCD27630-84B3-2CBD-64A5-89122B7253AB}"/>
              </a:ext>
            </a:extLst>
          </p:cNvPr>
          <p:cNvSpPr/>
          <p:nvPr/>
        </p:nvSpPr>
        <p:spPr>
          <a:xfrm>
            <a:off x="7315200" y="228600"/>
            <a:ext cx="4343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zh-TW" altLang="en-US" sz="1600" spc="200" dirty="0">
                <a:solidFill>
                  <a:srgbClr val="F7E8D2"/>
                </a:solidFill>
                <a:latin typeface="Noto Sans CJK TC"/>
                <a:ea typeface="Noto Sans CJK TC"/>
              </a:rPr>
              <a:t>2026年 · 巴生道務中心</a:t>
            </a:r>
            <a:endParaRPr lang="en-US" sz="16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9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pic>
        <p:nvPicPr>
          <p:cNvPr id="297" name="Lotus Watermark"/>
          <p:cNvPicPr>
            <a:picLocks noChangeAspect="1"/>
          </p:cNvPicPr>
          <p:nvPr/>
        </p:nvPicPr>
        <p:blipFill>
          <a:blip r:embed="rId3">
            <a:alphaModFix amt="14000"/>
          </a:blip>
          <a:srcRect t="7771" b="777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7B3C5E"/>
          </a:solidFill>
          <a:ln w="12700">
            <a:solidFill>
              <a:srgbClr val="7B3C5E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" name="Shape 1"/>
          <p:cNvSpPr/>
          <p:nvPr/>
        </p:nvSpPr>
        <p:spPr>
          <a:xfrm>
            <a:off x="0" y="777240"/>
            <a:ext cx="12191695" cy="73152"/>
          </a:xfrm>
          <a:prstGeom prst="rect">
            <a:avLst/>
          </a:prstGeom>
          <a:solidFill>
            <a:srgbClr val="D8B06A"/>
          </a:solidFill>
          <a:ln w="12700">
            <a:solidFill>
              <a:srgbClr val="D8B06A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4" name="Text 2"/>
          <p:cNvSpPr/>
          <p:nvPr/>
        </p:nvSpPr>
        <p:spPr>
          <a:xfrm>
            <a:off x="502920" y="164592"/>
            <a:ext cx="8732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547" b="1" dirty="0">
                <a:solidFill>
                  <a:srgbClr val="FFFFFF"/>
                </a:solidFill>
              </a:rPr>
              <a:t>渡1至9</a:t>
            </a:r>
            <a:r>
              <a:rPr lang="zh-CN" altLang="en-US" sz="2547" b="1" dirty="0">
                <a:solidFill>
                  <a:srgbClr val="FFFFFF"/>
                </a:solidFill>
              </a:rPr>
              <a:t>位求道人</a:t>
            </a:r>
            <a:r>
              <a:rPr lang="en-US" sz="2547" b="1" dirty="0">
                <a:solidFill>
                  <a:srgbClr val="FFFFFF"/>
                </a:solidFill>
              </a:rPr>
              <a:t>｜南三組（1/2）</a:t>
            </a:r>
            <a:endParaRPr lang="en-US" sz="2547" dirty="0"/>
          </a:p>
        </p:txBody>
      </p:sp>
      <p:sp>
        <p:nvSpPr>
          <p:cNvPr id="6" name="Shape 4"/>
          <p:cNvSpPr/>
          <p:nvPr/>
        </p:nvSpPr>
        <p:spPr>
          <a:xfrm>
            <a:off x="502920" y="1051560"/>
            <a:ext cx="5509260" cy="5285232"/>
          </a:xfrm>
          <a:prstGeom prst="roundRect">
            <a:avLst/>
          </a:prstGeom>
          <a:solidFill>
            <a:srgbClr val="FFFCFA"/>
          </a:solidFill>
          <a:ln w="12700">
            <a:solidFill>
              <a:srgbClr val="D8B77D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7" name="Shape 5"/>
          <p:cNvSpPr/>
          <p:nvPr/>
        </p:nvSpPr>
        <p:spPr>
          <a:xfrm>
            <a:off x="502920" y="1051560"/>
            <a:ext cx="475488" cy="293624"/>
          </a:xfrm>
          <a:prstGeom prst="rect">
            <a:avLst/>
          </a:prstGeom>
          <a:solidFill>
            <a:srgbClr val="92506F"/>
          </a:solidFill>
          <a:ln w="6350">
            <a:solidFill>
              <a:srgbClr val="E6C992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8" name="Text 6"/>
          <p:cNvSpPr/>
          <p:nvPr/>
        </p:nvSpPr>
        <p:spPr>
          <a:xfrm>
            <a:off x="521208" y="1060704"/>
            <a:ext cx="438912" cy="275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</a:rPr>
              <a:t>No</a:t>
            </a:r>
            <a:endParaRPr lang="en-US" sz="1600"/>
          </a:p>
        </p:txBody>
      </p:sp>
      <p:sp>
        <p:nvSpPr>
          <p:cNvPr id="9" name="Shape 7"/>
          <p:cNvSpPr/>
          <p:nvPr/>
        </p:nvSpPr>
        <p:spPr>
          <a:xfrm>
            <a:off x="978408" y="1051560"/>
            <a:ext cx="3881628" cy="293624"/>
          </a:xfrm>
          <a:prstGeom prst="rect">
            <a:avLst/>
          </a:prstGeom>
          <a:solidFill>
            <a:srgbClr val="7B3C5E"/>
          </a:solidFill>
          <a:ln w="6350">
            <a:solidFill>
              <a:srgbClr val="E6C992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0" name="Text 8"/>
          <p:cNvSpPr/>
          <p:nvPr/>
        </p:nvSpPr>
        <p:spPr>
          <a:xfrm>
            <a:off x="996696" y="1060704"/>
            <a:ext cx="3845052" cy="275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</a:rPr>
              <a:t>負責人</a:t>
            </a:r>
            <a:endParaRPr lang="en-US" sz="1600"/>
          </a:p>
        </p:txBody>
      </p:sp>
      <p:sp>
        <p:nvSpPr>
          <p:cNvPr id="11" name="Shape 9"/>
          <p:cNvSpPr/>
          <p:nvPr/>
        </p:nvSpPr>
        <p:spPr>
          <a:xfrm>
            <a:off x="4860036" y="1051560"/>
            <a:ext cx="621792" cy="293624"/>
          </a:xfrm>
          <a:prstGeom prst="rect">
            <a:avLst/>
          </a:prstGeom>
          <a:solidFill>
            <a:srgbClr val="92506F"/>
          </a:solidFill>
          <a:ln w="6350">
            <a:solidFill>
              <a:srgbClr val="E6C992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2" name="Text 10"/>
          <p:cNvSpPr/>
          <p:nvPr/>
        </p:nvSpPr>
        <p:spPr>
          <a:xfrm>
            <a:off x="4878324" y="1060704"/>
            <a:ext cx="585216" cy="275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</a:rPr>
              <a:t>屬壇</a:t>
            </a:r>
            <a:endParaRPr lang="en-US" sz="1600"/>
          </a:p>
        </p:txBody>
      </p:sp>
      <p:sp>
        <p:nvSpPr>
          <p:cNvPr id="13" name="Shape 11"/>
          <p:cNvSpPr/>
          <p:nvPr/>
        </p:nvSpPr>
        <p:spPr>
          <a:xfrm>
            <a:off x="5481828" y="1051560"/>
            <a:ext cx="530352" cy="293624"/>
          </a:xfrm>
          <a:prstGeom prst="rect">
            <a:avLst/>
          </a:prstGeom>
          <a:solidFill>
            <a:srgbClr val="92506F"/>
          </a:solidFill>
          <a:ln w="6350">
            <a:solidFill>
              <a:srgbClr val="E6C992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4" name="Text 12"/>
          <p:cNvSpPr/>
          <p:nvPr/>
        </p:nvSpPr>
        <p:spPr>
          <a:xfrm>
            <a:off x="5500116" y="1060704"/>
            <a:ext cx="493776" cy="275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</a:rPr>
              <a:t>求道人數</a:t>
            </a:r>
            <a:endParaRPr lang="en-US" sz="1600"/>
          </a:p>
        </p:txBody>
      </p:sp>
      <p:sp>
        <p:nvSpPr>
          <p:cNvPr id="15" name="Shape 13"/>
          <p:cNvSpPr/>
          <p:nvPr/>
        </p:nvSpPr>
        <p:spPr>
          <a:xfrm>
            <a:off x="502920" y="1345184"/>
            <a:ext cx="475488" cy="293624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6" name="Text 14"/>
          <p:cNvSpPr/>
          <p:nvPr/>
        </p:nvSpPr>
        <p:spPr>
          <a:xfrm>
            <a:off x="525780" y="1349756"/>
            <a:ext cx="429768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>
                <a:solidFill>
                  <a:srgbClr val="543443"/>
                </a:solidFill>
              </a:rPr>
              <a:t>1</a:t>
            </a:r>
            <a:endParaRPr lang="en-US" sz="1600"/>
          </a:p>
        </p:txBody>
      </p:sp>
      <p:sp>
        <p:nvSpPr>
          <p:cNvPr id="17" name="Shape 15"/>
          <p:cNvSpPr/>
          <p:nvPr/>
        </p:nvSpPr>
        <p:spPr>
          <a:xfrm>
            <a:off x="978408" y="1345184"/>
            <a:ext cx="3881628" cy="293624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8" name="Text 16"/>
          <p:cNvSpPr/>
          <p:nvPr/>
        </p:nvSpPr>
        <p:spPr>
          <a:xfrm>
            <a:off x="1001268" y="1349756"/>
            <a:ext cx="3835908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>
                <a:solidFill>
                  <a:srgbClr val="543443"/>
                </a:solidFill>
              </a:rPr>
              <a:t>SUHUMARY A/P LETCHUMANAN</a:t>
            </a:r>
            <a:endParaRPr lang="en-US" sz="1600"/>
          </a:p>
        </p:txBody>
      </p:sp>
      <p:sp>
        <p:nvSpPr>
          <p:cNvPr id="19" name="Shape 17"/>
          <p:cNvSpPr/>
          <p:nvPr/>
        </p:nvSpPr>
        <p:spPr>
          <a:xfrm>
            <a:off x="4860036" y="1345184"/>
            <a:ext cx="621792" cy="293624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0" name="Text 18"/>
          <p:cNvSpPr/>
          <p:nvPr/>
        </p:nvSpPr>
        <p:spPr>
          <a:xfrm>
            <a:off x="4882896" y="1349756"/>
            <a:ext cx="576072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>
                <a:solidFill>
                  <a:srgbClr val="543443"/>
                </a:solidFill>
              </a:rPr>
              <a:t>康德</a:t>
            </a:r>
            <a:endParaRPr lang="en-US" sz="1600"/>
          </a:p>
        </p:txBody>
      </p:sp>
      <p:sp>
        <p:nvSpPr>
          <p:cNvPr id="21" name="Shape 19"/>
          <p:cNvSpPr/>
          <p:nvPr/>
        </p:nvSpPr>
        <p:spPr>
          <a:xfrm>
            <a:off x="5481828" y="1345184"/>
            <a:ext cx="530352" cy="293624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2" name="Text 20"/>
          <p:cNvSpPr/>
          <p:nvPr/>
        </p:nvSpPr>
        <p:spPr>
          <a:xfrm>
            <a:off x="5504688" y="1349756"/>
            <a:ext cx="484632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7B3C5E"/>
                </a:solidFill>
              </a:rPr>
              <a:t>3</a:t>
            </a:r>
            <a:endParaRPr lang="en-US" sz="1600"/>
          </a:p>
        </p:txBody>
      </p:sp>
      <p:sp>
        <p:nvSpPr>
          <p:cNvPr id="23" name="Shape 21"/>
          <p:cNvSpPr/>
          <p:nvPr/>
        </p:nvSpPr>
        <p:spPr>
          <a:xfrm>
            <a:off x="502920" y="1638808"/>
            <a:ext cx="475488" cy="293624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4" name="Text 22"/>
          <p:cNvSpPr/>
          <p:nvPr/>
        </p:nvSpPr>
        <p:spPr>
          <a:xfrm>
            <a:off x="525780" y="1643380"/>
            <a:ext cx="429768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>
                <a:solidFill>
                  <a:srgbClr val="543443"/>
                </a:solidFill>
              </a:rPr>
              <a:t>2</a:t>
            </a:r>
            <a:endParaRPr lang="en-US" sz="1600"/>
          </a:p>
        </p:txBody>
      </p:sp>
      <p:sp>
        <p:nvSpPr>
          <p:cNvPr id="25" name="Shape 23"/>
          <p:cNvSpPr/>
          <p:nvPr/>
        </p:nvSpPr>
        <p:spPr>
          <a:xfrm>
            <a:off x="978408" y="1638808"/>
            <a:ext cx="3881628" cy="293624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6" name="Text 24"/>
          <p:cNvSpPr/>
          <p:nvPr/>
        </p:nvSpPr>
        <p:spPr>
          <a:xfrm>
            <a:off x="1001268" y="1643380"/>
            <a:ext cx="3835908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>
                <a:solidFill>
                  <a:srgbClr val="543443"/>
                </a:solidFill>
              </a:rPr>
              <a:t>曾靜嫻</a:t>
            </a:r>
            <a:endParaRPr lang="en-US" sz="1600"/>
          </a:p>
        </p:txBody>
      </p:sp>
      <p:sp>
        <p:nvSpPr>
          <p:cNvPr id="27" name="Shape 25"/>
          <p:cNvSpPr/>
          <p:nvPr/>
        </p:nvSpPr>
        <p:spPr>
          <a:xfrm>
            <a:off x="4860036" y="1638808"/>
            <a:ext cx="621792" cy="293624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8" name="Text 26"/>
          <p:cNvSpPr/>
          <p:nvPr/>
        </p:nvSpPr>
        <p:spPr>
          <a:xfrm>
            <a:off x="4882896" y="1643380"/>
            <a:ext cx="576072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>
                <a:solidFill>
                  <a:srgbClr val="543443"/>
                </a:solidFill>
              </a:rPr>
              <a:t>康德</a:t>
            </a:r>
            <a:endParaRPr lang="en-US" sz="1600"/>
          </a:p>
        </p:txBody>
      </p:sp>
      <p:sp>
        <p:nvSpPr>
          <p:cNvPr id="29" name="Shape 27"/>
          <p:cNvSpPr/>
          <p:nvPr/>
        </p:nvSpPr>
        <p:spPr>
          <a:xfrm>
            <a:off x="5481828" y="1638808"/>
            <a:ext cx="530352" cy="293624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0" name="Text 28"/>
          <p:cNvSpPr/>
          <p:nvPr/>
        </p:nvSpPr>
        <p:spPr>
          <a:xfrm>
            <a:off x="5504688" y="1643380"/>
            <a:ext cx="484632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7B3C5E"/>
                </a:solidFill>
              </a:rPr>
              <a:t>1</a:t>
            </a:r>
            <a:endParaRPr lang="en-US" sz="1600"/>
          </a:p>
        </p:txBody>
      </p:sp>
      <p:sp>
        <p:nvSpPr>
          <p:cNvPr id="31" name="Shape 29"/>
          <p:cNvSpPr/>
          <p:nvPr/>
        </p:nvSpPr>
        <p:spPr>
          <a:xfrm>
            <a:off x="502920" y="1932432"/>
            <a:ext cx="475488" cy="293624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2" name="Text 30"/>
          <p:cNvSpPr/>
          <p:nvPr/>
        </p:nvSpPr>
        <p:spPr>
          <a:xfrm>
            <a:off x="525780" y="1937004"/>
            <a:ext cx="429768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>
                <a:solidFill>
                  <a:srgbClr val="543443"/>
                </a:solidFill>
              </a:rPr>
              <a:t>3</a:t>
            </a:r>
            <a:endParaRPr lang="en-US" sz="1600"/>
          </a:p>
        </p:txBody>
      </p:sp>
      <p:sp>
        <p:nvSpPr>
          <p:cNvPr id="33" name="Shape 31"/>
          <p:cNvSpPr/>
          <p:nvPr/>
        </p:nvSpPr>
        <p:spPr>
          <a:xfrm>
            <a:off x="978408" y="1932432"/>
            <a:ext cx="3881628" cy="293624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4" name="Text 32"/>
          <p:cNvSpPr/>
          <p:nvPr/>
        </p:nvSpPr>
        <p:spPr>
          <a:xfrm>
            <a:off x="1001268" y="1937004"/>
            <a:ext cx="3835908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>
                <a:solidFill>
                  <a:srgbClr val="543443"/>
                </a:solidFill>
              </a:rPr>
              <a:t>蘇文新</a:t>
            </a:r>
            <a:endParaRPr lang="en-US" sz="1600"/>
          </a:p>
        </p:txBody>
      </p:sp>
      <p:sp>
        <p:nvSpPr>
          <p:cNvPr id="35" name="Shape 33"/>
          <p:cNvSpPr/>
          <p:nvPr/>
        </p:nvSpPr>
        <p:spPr>
          <a:xfrm>
            <a:off x="4860036" y="1932432"/>
            <a:ext cx="621792" cy="293624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6" name="Text 34"/>
          <p:cNvSpPr/>
          <p:nvPr/>
        </p:nvSpPr>
        <p:spPr>
          <a:xfrm>
            <a:off x="4882896" y="1937004"/>
            <a:ext cx="576072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>
                <a:solidFill>
                  <a:srgbClr val="543443"/>
                </a:solidFill>
              </a:rPr>
              <a:t>至德</a:t>
            </a:r>
            <a:endParaRPr lang="en-US" sz="1600"/>
          </a:p>
        </p:txBody>
      </p:sp>
      <p:sp>
        <p:nvSpPr>
          <p:cNvPr id="37" name="Shape 35"/>
          <p:cNvSpPr/>
          <p:nvPr/>
        </p:nvSpPr>
        <p:spPr>
          <a:xfrm>
            <a:off x="5481828" y="1932432"/>
            <a:ext cx="530352" cy="293624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8" name="Text 36"/>
          <p:cNvSpPr/>
          <p:nvPr/>
        </p:nvSpPr>
        <p:spPr>
          <a:xfrm>
            <a:off x="5504688" y="1937004"/>
            <a:ext cx="484632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7B3C5E"/>
                </a:solidFill>
              </a:rPr>
              <a:t>8</a:t>
            </a:r>
            <a:endParaRPr lang="en-US" sz="1600"/>
          </a:p>
        </p:txBody>
      </p:sp>
      <p:sp>
        <p:nvSpPr>
          <p:cNvPr id="39" name="Shape 37"/>
          <p:cNvSpPr/>
          <p:nvPr/>
        </p:nvSpPr>
        <p:spPr>
          <a:xfrm>
            <a:off x="502920" y="2226056"/>
            <a:ext cx="475488" cy="293624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40" name="Text 38"/>
          <p:cNvSpPr/>
          <p:nvPr/>
        </p:nvSpPr>
        <p:spPr>
          <a:xfrm>
            <a:off x="525780" y="2230628"/>
            <a:ext cx="429768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>
                <a:solidFill>
                  <a:srgbClr val="543443"/>
                </a:solidFill>
              </a:rPr>
              <a:t>4</a:t>
            </a:r>
            <a:endParaRPr lang="en-US" sz="1600"/>
          </a:p>
        </p:txBody>
      </p:sp>
      <p:sp>
        <p:nvSpPr>
          <p:cNvPr id="41" name="Shape 39"/>
          <p:cNvSpPr/>
          <p:nvPr/>
        </p:nvSpPr>
        <p:spPr>
          <a:xfrm>
            <a:off x="978408" y="2226056"/>
            <a:ext cx="3881628" cy="293624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42" name="Text 40"/>
          <p:cNvSpPr/>
          <p:nvPr/>
        </p:nvSpPr>
        <p:spPr>
          <a:xfrm>
            <a:off x="1001268" y="2230628"/>
            <a:ext cx="3835908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>
                <a:solidFill>
                  <a:srgbClr val="543443"/>
                </a:solidFill>
              </a:rPr>
              <a:t>劉玉真</a:t>
            </a:r>
            <a:endParaRPr lang="en-US" sz="1600"/>
          </a:p>
        </p:txBody>
      </p:sp>
      <p:sp>
        <p:nvSpPr>
          <p:cNvPr id="43" name="Shape 41"/>
          <p:cNvSpPr/>
          <p:nvPr/>
        </p:nvSpPr>
        <p:spPr>
          <a:xfrm>
            <a:off x="4860036" y="2226056"/>
            <a:ext cx="621792" cy="293624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44" name="Text 42"/>
          <p:cNvSpPr/>
          <p:nvPr/>
        </p:nvSpPr>
        <p:spPr>
          <a:xfrm>
            <a:off x="4882896" y="2230628"/>
            <a:ext cx="576072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>
                <a:solidFill>
                  <a:srgbClr val="543443"/>
                </a:solidFill>
              </a:rPr>
              <a:t>至德</a:t>
            </a:r>
            <a:endParaRPr lang="en-US" sz="1600"/>
          </a:p>
        </p:txBody>
      </p:sp>
      <p:sp>
        <p:nvSpPr>
          <p:cNvPr id="45" name="Shape 43"/>
          <p:cNvSpPr/>
          <p:nvPr/>
        </p:nvSpPr>
        <p:spPr>
          <a:xfrm>
            <a:off x="5481828" y="2226056"/>
            <a:ext cx="530352" cy="293624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46" name="Text 44"/>
          <p:cNvSpPr/>
          <p:nvPr/>
        </p:nvSpPr>
        <p:spPr>
          <a:xfrm>
            <a:off x="5504688" y="2230628"/>
            <a:ext cx="484632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7B3C5E"/>
                </a:solidFill>
              </a:rPr>
              <a:t>1</a:t>
            </a:r>
            <a:endParaRPr lang="en-US" sz="1600"/>
          </a:p>
        </p:txBody>
      </p:sp>
      <p:sp>
        <p:nvSpPr>
          <p:cNvPr id="47" name="Shape 45"/>
          <p:cNvSpPr/>
          <p:nvPr/>
        </p:nvSpPr>
        <p:spPr>
          <a:xfrm>
            <a:off x="502920" y="2519680"/>
            <a:ext cx="475488" cy="293624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48" name="Text 46"/>
          <p:cNvSpPr/>
          <p:nvPr/>
        </p:nvSpPr>
        <p:spPr>
          <a:xfrm>
            <a:off x="525780" y="2524252"/>
            <a:ext cx="429768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>
                <a:solidFill>
                  <a:srgbClr val="543443"/>
                </a:solidFill>
              </a:rPr>
              <a:t>5</a:t>
            </a:r>
            <a:endParaRPr lang="en-US" sz="1600"/>
          </a:p>
        </p:txBody>
      </p:sp>
      <p:sp>
        <p:nvSpPr>
          <p:cNvPr id="49" name="Shape 47"/>
          <p:cNvSpPr/>
          <p:nvPr/>
        </p:nvSpPr>
        <p:spPr>
          <a:xfrm>
            <a:off x="978408" y="2519680"/>
            <a:ext cx="3881628" cy="293624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50" name="Text 48"/>
          <p:cNvSpPr/>
          <p:nvPr/>
        </p:nvSpPr>
        <p:spPr>
          <a:xfrm>
            <a:off x="1001268" y="2524252"/>
            <a:ext cx="3835908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>
                <a:solidFill>
                  <a:srgbClr val="543443"/>
                </a:solidFill>
              </a:rPr>
              <a:t>馮玉萍</a:t>
            </a:r>
            <a:endParaRPr lang="en-US" sz="1600"/>
          </a:p>
        </p:txBody>
      </p:sp>
      <p:sp>
        <p:nvSpPr>
          <p:cNvPr id="51" name="Shape 49"/>
          <p:cNvSpPr/>
          <p:nvPr/>
        </p:nvSpPr>
        <p:spPr>
          <a:xfrm>
            <a:off x="4860036" y="2519680"/>
            <a:ext cx="621792" cy="293624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52" name="Text 50"/>
          <p:cNvSpPr/>
          <p:nvPr/>
        </p:nvSpPr>
        <p:spPr>
          <a:xfrm>
            <a:off x="4882896" y="2524252"/>
            <a:ext cx="576072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>
                <a:solidFill>
                  <a:srgbClr val="543443"/>
                </a:solidFill>
              </a:rPr>
              <a:t>至德</a:t>
            </a:r>
            <a:endParaRPr lang="en-US" sz="1600"/>
          </a:p>
        </p:txBody>
      </p:sp>
      <p:sp>
        <p:nvSpPr>
          <p:cNvPr id="53" name="Shape 51"/>
          <p:cNvSpPr/>
          <p:nvPr/>
        </p:nvSpPr>
        <p:spPr>
          <a:xfrm>
            <a:off x="5481828" y="2519680"/>
            <a:ext cx="530352" cy="293624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54" name="Text 52"/>
          <p:cNvSpPr/>
          <p:nvPr/>
        </p:nvSpPr>
        <p:spPr>
          <a:xfrm>
            <a:off x="5504688" y="2524252"/>
            <a:ext cx="484632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7B3C5E"/>
                </a:solidFill>
              </a:rPr>
              <a:t>1</a:t>
            </a:r>
            <a:endParaRPr lang="en-US" sz="1600"/>
          </a:p>
        </p:txBody>
      </p:sp>
      <p:sp>
        <p:nvSpPr>
          <p:cNvPr id="55" name="Shape 53"/>
          <p:cNvSpPr/>
          <p:nvPr/>
        </p:nvSpPr>
        <p:spPr>
          <a:xfrm>
            <a:off x="502920" y="2813304"/>
            <a:ext cx="475488" cy="293624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56" name="Text 54"/>
          <p:cNvSpPr/>
          <p:nvPr/>
        </p:nvSpPr>
        <p:spPr>
          <a:xfrm>
            <a:off x="525780" y="2817876"/>
            <a:ext cx="429768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>
                <a:solidFill>
                  <a:srgbClr val="543443"/>
                </a:solidFill>
              </a:rPr>
              <a:t>6</a:t>
            </a:r>
            <a:endParaRPr lang="en-US" sz="1600"/>
          </a:p>
        </p:txBody>
      </p:sp>
      <p:sp>
        <p:nvSpPr>
          <p:cNvPr id="57" name="Shape 55"/>
          <p:cNvSpPr/>
          <p:nvPr/>
        </p:nvSpPr>
        <p:spPr>
          <a:xfrm>
            <a:off x="978408" y="2813304"/>
            <a:ext cx="3881628" cy="293624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58" name="Text 56"/>
          <p:cNvSpPr/>
          <p:nvPr/>
        </p:nvSpPr>
        <p:spPr>
          <a:xfrm>
            <a:off x="1001268" y="2817876"/>
            <a:ext cx="3835908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>
                <a:solidFill>
                  <a:srgbClr val="543443"/>
                </a:solidFill>
              </a:rPr>
              <a:t>許淑慧</a:t>
            </a:r>
            <a:endParaRPr lang="en-US" sz="1600"/>
          </a:p>
        </p:txBody>
      </p:sp>
      <p:sp>
        <p:nvSpPr>
          <p:cNvPr id="59" name="Shape 57"/>
          <p:cNvSpPr/>
          <p:nvPr/>
        </p:nvSpPr>
        <p:spPr>
          <a:xfrm>
            <a:off x="4860036" y="2813304"/>
            <a:ext cx="621792" cy="293624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60" name="Text 58"/>
          <p:cNvSpPr/>
          <p:nvPr/>
        </p:nvSpPr>
        <p:spPr>
          <a:xfrm>
            <a:off x="4882896" y="2817876"/>
            <a:ext cx="576072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>
                <a:solidFill>
                  <a:srgbClr val="543443"/>
                </a:solidFill>
              </a:rPr>
              <a:t>至德</a:t>
            </a:r>
            <a:endParaRPr lang="en-US" sz="1600"/>
          </a:p>
        </p:txBody>
      </p:sp>
      <p:sp>
        <p:nvSpPr>
          <p:cNvPr id="61" name="Shape 59"/>
          <p:cNvSpPr/>
          <p:nvPr/>
        </p:nvSpPr>
        <p:spPr>
          <a:xfrm>
            <a:off x="5481828" y="2813304"/>
            <a:ext cx="530352" cy="293624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62" name="Text 60"/>
          <p:cNvSpPr/>
          <p:nvPr/>
        </p:nvSpPr>
        <p:spPr>
          <a:xfrm>
            <a:off x="5504688" y="2817876"/>
            <a:ext cx="484632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7B3C5E"/>
                </a:solidFill>
              </a:rPr>
              <a:t>1</a:t>
            </a:r>
            <a:endParaRPr lang="en-US" sz="1600"/>
          </a:p>
        </p:txBody>
      </p:sp>
      <p:sp>
        <p:nvSpPr>
          <p:cNvPr id="63" name="Shape 61"/>
          <p:cNvSpPr/>
          <p:nvPr/>
        </p:nvSpPr>
        <p:spPr>
          <a:xfrm>
            <a:off x="502920" y="3106928"/>
            <a:ext cx="475488" cy="293624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64" name="Text 62"/>
          <p:cNvSpPr/>
          <p:nvPr/>
        </p:nvSpPr>
        <p:spPr>
          <a:xfrm>
            <a:off x="525780" y="3111500"/>
            <a:ext cx="429768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>
                <a:solidFill>
                  <a:srgbClr val="543443"/>
                </a:solidFill>
              </a:rPr>
              <a:t>7</a:t>
            </a:r>
            <a:endParaRPr lang="en-US" sz="1600"/>
          </a:p>
        </p:txBody>
      </p:sp>
      <p:sp>
        <p:nvSpPr>
          <p:cNvPr id="65" name="Shape 63"/>
          <p:cNvSpPr/>
          <p:nvPr/>
        </p:nvSpPr>
        <p:spPr>
          <a:xfrm>
            <a:off x="978408" y="3106928"/>
            <a:ext cx="3881628" cy="293624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66" name="Text 64"/>
          <p:cNvSpPr/>
          <p:nvPr/>
        </p:nvSpPr>
        <p:spPr>
          <a:xfrm>
            <a:off x="1001268" y="3111500"/>
            <a:ext cx="3835908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>
                <a:solidFill>
                  <a:srgbClr val="543443"/>
                </a:solidFill>
              </a:rPr>
              <a:t>馬佳惠</a:t>
            </a:r>
            <a:endParaRPr lang="en-US" sz="1600"/>
          </a:p>
        </p:txBody>
      </p:sp>
      <p:sp>
        <p:nvSpPr>
          <p:cNvPr id="67" name="Shape 65"/>
          <p:cNvSpPr/>
          <p:nvPr/>
        </p:nvSpPr>
        <p:spPr>
          <a:xfrm>
            <a:off x="4860036" y="3106928"/>
            <a:ext cx="621792" cy="293624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68" name="Text 66"/>
          <p:cNvSpPr/>
          <p:nvPr/>
        </p:nvSpPr>
        <p:spPr>
          <a:xfrm>
            <a:off x="4882896" y="3111500"/>
            <a:ext cx="576072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>
                <a:solidFill>
                  <a:srgbClr val="543443"/>
                </a:solidFill>
              </a:rPr>
              <a:t>至德</a:t>
            </a:r>
            <a:endParaRPr lang="en-US" sz="1600"/>
          </a:p>
        </p:txBody>
      </p:sp>
      <p:sp>
        <p:nvSpPr>
          <p:cNvPr id="69" name="Shape 67"/>
          <p:cNvSpPr/>
          <p:nvPr/>
        </p:nvSpPr>
        <p:spPr>
          <a:xfrm>
            <a:off x="5481828" y="3106928"/>
            <a:ext cx="530352" cy="293624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70" name="Text 68"/>
          <p:cNvSpPr/>
          <p:nvPr/>
        </p:nvSpPr>
        <p:spPr>
          <a:xfrm>
            <a:off x="5504688" y="3111500"/>
            <a:ext cx="484632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7B3C5E"/>
                </a:solidFill>
              </a:rPr>
              <a:t>1</a:t>
            </a:r>
            <a:endParaRPr lang="en-US" sz="1600"/>
          </a:p>
        </p:txBody>
      </p:sp>
      <p:sp>
        <p:nvSpPr>
          <p:cNvPr id="71" name="Shape 69"/>
          <p:cNvSpPr/>
          <p:nvPr/>
        </p:nvSpPr>
        <p:spPr>
          <a:xfrm>
            <a:off x="502920" y="3400552"/>
            <a:ext cx="475488" cy="293624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72" name="Text 70"/>
          <p:cNvSpPr/>
          <p:nvPr/>
        </p:nvSpPr>
        <p:spPr>
          <a:xfrm>
            <a:off x="525780" y="3405124"/>
            <a:ext cx="429768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>
                <a:solidFill>
                  <a:srgbClr val="543443"/>
                </a:solidFill>
              </a:rPr>
              <a:t>8</a:t>
            </a:r>
            <a:endParaRPr lang="en-US" sz="1600"/>
          </a:p>
        </p:txBody>
      </p:sp>
      <p:sp>
        <p:nvSpPr>
          <p:cNvPr id="73" name="Shape 71"/>
          <p:cNvSpPr/>
          <p:nvPr/>
        </p:nvSpPr>
        <p:spPr>
          <a:xfrm>
            <a:off x="978408" y="3400552"/>
            <a:ext cx="3881628" cy="293624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74" name="Text 72"/>
          <p:cNvSpPr/>
          <p:nvPr/>
        </p:nvSpPr>
        <p:spPr>
          <a:xfrm>
            <a:off x="1001268" y="3405124"/>
            <a:ext cx="3835908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>
                <a:solidFill>
                  <a:srgbClr val="543443"/>
                </a:solidFill>
              </a:rPr>
              <a:t>楊鳳金</a:t>
            </a:r>
            <a:endParaRPr lang="en-US" sz="1600"/>
          </a:p>
        </p:txBody>
      </p:sp>
      <p:sp>
        <p:nvSpPr>
          <p:cNvPr id="75" name="Shape 73"/>
          <p:cNvSpPr/>
          <p:nvPr/>
        </p:nvSpPr>
        <p:spPr>
          <a:xfrm>
            <a:off x="4860036" y="3400552"/>
            <a:ext cx="621792" cy="293624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76" name="Text 74"/>
          <p:cNvSpPr/>
          <p:nvPr/>
        </p:nvSpPr>
        <p:spPr>
          <a:xfrm>
            <a:off x="4882896" y="3405124"/>
            <a:ext cx="576072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>
                <a:solidFill>
                  <a:srgbClr val="543443"/>
                </a:solidFill>
              </a:rPr>
              <a:t>林德</a:t>
            </a:r>
            <a:endParaRPr lang="en-US" sz="1600"/>
          </a:p>
        </p:txBody>
      </p:sp>
      <p:sp>
        <p:nvSpPr>
          <p:cNvPr id="77" name="Shape 75"/>
          <p:cNvSpPr/>
          <p:nvPr/>
        </p:nvSpPr>
        <p:spPr>
          <a:xfrm>
            <a:off x="5481828" y="3400552"/>
            <a:ext cx="530352" cy="293624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78" name="Text 76"/>
          <p:cNvSpPr/>
          <p:nvPr/>
        </p:nvSpPr>
        <p:spPr>
          <a:xfrm>
            <a:off x="5504688" y="3405124"/>
            <a:ext cx="484632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7B3C5E"/>
                </a:solidFill>
              </a:rPr>
              <a:t>6</a:t>
            </a:r>
            <a:endParaRPr lang="en-US" sz="1600"/>
          </a:p>
        </p:txBody>
      </p:sp>
      <p:sp>
        <p:nvSpPr>
          <p:cNvPr id="79" name="Shape 77"/>
          <p:cNvSpPr/>
          <p:nvPr/>
        </p:nvSpPr>
        <p:spPr>
          <a:xfrm>
            <a:off x="502920" y="3694176"/>
            <a:ext cx="475488" cy="293624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80" name="Text 78"/>
          <p:cNvSpPr/>
          <p:nvPr/>
        </p:nvSpPr>
        <p:spPr>
          <a:xfrm>
            <a:off x="525780" y="3698748"/>
            <a:ext cx="429768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>
                <a:solidFill>
                  <a:srgbClr val="543443"/>
                </a:solidFill>
              </a:rPr>
              <a:t>9</a:t>
            </a:r>
            <a:endParaRPr lang="en-US" sz="1600"/>
          </a:p>
        </p:txBody>
      </p:sp>
      <p:sp>
        <p:nvSpPr>
          <p:cNvPr id="81" name="Shape 79"/>
          <p:cNvSpPr/>
          <p:nvPr/>
        </p:nvSpPr>
        <p:spPr>
          <a:xfrm>
            <a:off x="978408" y="3694176"/>
            <a:ext cx="3881628" cy="293624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82" name="Text 80"/>
          <p:cNvSpPr/>
          <p:nvPr/>
        </p:nvSpPr>
        <p:spPr>
          <a:xfrm>
            <a:off x="1001268" y="3698748"/>
            <a:ext cx="3835908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>
                <a:solidFill>
                  <a:srgbClr val="543443"/>
                </a:solidFill>
              </a:rPr>
              <a:t>VEEMALLA A/P RAMASAMY</a:t>
            </a:r>
            <a:endParaRPr lang="en-US" sz="1600"/>
          </a:p>
        </p:txBody>
      </p:sp>
      <p:sp>
        <p:nvSpPr>
          <p:cNvPr id="83" name="Shape 81"/>
          <p:cNvSpPr/>
          <p:nvPr/>
        </p:nvSpPr>
        <p:spPr>
          <a:xfrm>
            <a:off x="4860036" y="3694176"/>
            <a:ext cx="621792" cy="293624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84" name="Text 82"/>
          <p:cNvSpPr/>
          <p:nvPr/>
        </p:nvSpPr>
        <p:spPr>
          <a:xfrm>
            <a:off x="4882896" y="3698748"/>
            <a:ext cx="576072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>
                <a:solidFill>
                  <a:srgbClr val="543443"/>
                </a:solidFill>
              </a:rPr>
              <a:t>林德</a:t>
            </a:r>
            <a:endParaRPr lang="en-US" sz="1600"/>
          </a:p>
        </p:txBody>
      </p:sp>
      <p:sp>
        <p:nvSpPr>
          <p:cNvPr id="85" name="Shape 83"/>
          <p:cNvSpPr/>
          <p:nvPr/>
        </p:nvSpPr>
        <p:spPr>
          <a:xfrm>
            <a:off x="5481828" y="3694176"/>
            <a:ext cx="530352" cy="293624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86" name="Text 84"/>
          <p:cNvSpPr/>
          <p:nvPr/>
        </p:nvSpPr>
        <p:spPr>
          <a:xfrm>
            <a:off x="5504688" y="3698748"/>
            <a:ext cx="484632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7B3C5E"/>
                </a:solidFill>
              </a:rPr>
              <a:t>4</a:t>
            </a:r>
            <a:endParaRPr lang="en-US" sz="1600"/>
          </a:p>
        </p:txBody>
      </p:sp>
      <p:sp>
        <p:nvSpPr>
          <p:cNvPr id="87" name="Shape 85"/>
          <p:cNvSpPr/>
          <p:nvPr/>
        </p:nvSpPr>
        <p:spPr>
          <a:xfrm>
            <a:off x="502920" y="3987800"/>
            <a:ext cx="475488" cy="293624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88" name="Text 86"/>
          <p:cNvSpPr/>
          <p:nvPr/>
        </p:nvSpPr>
        <p:spPr>
          <a:xfrm>
            <a:off x="525780" y="3992372"/>
            <a:ext cx="429768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>
                <a:solidFill>
                  <a:srgbClr val="543443"/>
                </a:solidFill>
              </a:rPr>
              <a:t>10</a:t>
            </a:r>
            <a:endParaRPr lang="en-US" sz="1600"/>
          </a:p>
        </p:txBody>
      </p:sp>
      <p:sp>
        <p:nvSpPr>
          <p:cNvPr id="89" name="Shape 87"/>
          <p:cNvSpPr/>
          <p:nvPr/>
        </p:nvSpPr>
        <p:spPr>
          <a:xfrm>
            <a:off x="978408" y="3987800"/>
            <a:ext cx="3881628" cy="293624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90" name="Text 88"/>
          <p:cNvSpPr/>
          <p:nvPr/>
        </p:nvSpPr>
        <p:spPr>
          <a:xfrm>
            <a:off x="1001268" y="3992372"/>
            <a:ext cx="3835908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>
                <a:solidFill>
                  <a:srgbClr val="543443"/>
                </a:solidFill>
              </a:rPr>
              <a:t>蕭鳳萍</a:t>
            </a:r>
            <a:endParaRPr lang="en-US" sz="1600"/>
          </a:p>
        </p:txBody>
      </p:sp>
      <p:sp>
        <p:nvSpPr>
          <p:cNvPr id="91" name="Shape 89"/>
          <p:cNvSpPr/>
          <p:nvPr/>
        </p:nvSpPr>
        <p:spPr>
          <a:xfrm>
            <a:off x="4860036" y="3987800"/>
            <a:ext cx="621792" cy="293624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92" name="Text 90"/>
          <p:cNvSpPr/>
          <p:nvPr/>
        </p:nvSpPr>
        <p:spPr>
          <a:xfrm>
            <a:off x="4882896" y="3992372"/>
            <a:ext cx="576072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>
                <a:solidFill>
                  <a:srgbClr val="543443"/>
                </a:solidFill>
              </a:rPr>
              <a:t>林德</a:t>
            </a:r>
            <a:endParaRPr lang="en-US" sz="1600"/>
          </a:p>
        </p:txBody>
      </p:sp>
      <p:sp>
        <p:nvSpPr>
          <p:cNvPr id="93" name="Shape 91"/>
          <p:cNvSpPr/>
          <p:nvPr/>
        </p:nvSpPr>
        <p:spPr>
          <a:xfrm>
            <a:off x="5481828" y="3987800"/>
            <a:ext cx="530352" cy="293624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94" name="Text 92"/>
          <p:cNvSpPr/>
          <p:nvPr/>
        </p:nvSpPr>
        <p:spPr>
          <a:xfrm>
            <a:off x="5504688" y="3992372"/>
            <a:ext cx="484632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7B3C5E"/>
                </a:solidFill>
              </a:rPr>
              <a:t>1</a:t>
            </a:r>
            <a:endParaRPr lang="en-US" sz="1600"/>
          </a:p>
        </p:txBody>
      </p:sp>
      <p:sp>
        <p:nvSpPr>
          <p:cNvPr id="95" name="Shape 93"/>
          <p:cNvSpPr/>
          <p:nvPr/>
        </p:nvSpPr>
        <p:spPr>
          <a:xfrm>
            <a:off x="502920" y="4281424"/>
            <a:ext cx="475488" cy="293624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96" name="Text 94"/>
          <p:cNvSpPr/>
          <p:nvPr/>
        </p:nvSpPr>
        <p:spPr>
          <a:xfrm>
            <a:off x="525780" y="4285996"/>
            <a:ext cx="429768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>
                <a:solidFill>
                  <a:srgbClr val="543443"/>
                </a:solidFill>
              </a:rPr>
              <a:t>11</a:t>
            </a:r>
            <a:endParaRPr lang="en-US" sz="1600"/>
          </a:p>
        </p:txBody>
      </p:sp>
      <p:sp>
        <p:nvSpPr>
          <p:cNvPr id="97" name="Shape 95"/>
          <p:cNvSpPr/>
          <p:nvPr/>
        </p:nvSpPr>
        <p:spPr>
          <a:xfrm>
            <a:off x="978408" y="4281424"/>
            <a:ext cx="3881628" cy="293624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98" name="Text 96"/>
          <p:cNvSpPr/>
          <p:nvPr/>
        </p:nvSpPr>
        <p:spPr>
          <a:xfrm>
            <a:off x="1001268" y="4285996"/>
            <a:ext cx="3835908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>
                <a:solidFill>
                  <a:srgbClr val="543443"/>
                </a:solidFill>
              </a:rPr>
              <a:t>黃丁何</a:t>
            </a:r>
            <a:endParaRPr lang="en-US" sz="1600"/>
          </a:p>
        </p:txBody>
      </p:sp>
      <p:sp>
        <p:nvSpPr>
          <p:cNvPr id="99" name="Shape 97"/>
          <p:cNvSpPr/>
          <p:nvPr/>
        </p:nvSpPr>
        <p:spPr>
          <a:xfrm>
            <a:off x="4860036" y="4281424"/>
            <a:ext cx="621792" cy="293624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00" name="Text 98"/>
          <p:cNvSpPr/>
          <p:nvPr/>
        </p:nvSpPr>
        <p:spPr>
          <a:xfrm>
            <a:off x="4882896" y="4285996"/>
            <a:ext cx="576072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>
                <a:solidFill>
                  <a:srgbClr val="543443"/>
                </a:solidFill>
              </a:rPr>
              <a:t>林德</a:t>
            </a:r>
            <a:endParaRPr lang="en-US" sz="1600"/>
          </a:p>
        </p:txBody>
      </p:sp>
      <p:sp>
        <p:nvSpPr>
          <p:cNvPr id="101" name="Shape 99"/>
          <p:cNvSpPr/>
          <p:nvPr/>
        </p:nvSpPr>
        <p:spPr>
          <a:xfrm>
            <a:off x="5481828" y="4281424"/>
            <a:ext cx="530352" cy="293624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02" name="Text 100"/>
          <p:cNvSpPr/>
          <p:nvPr/>
        </p:nvSpPr>
        <p:spPr>
          <a:xfrm>
            <a:off x="5504688" y="4285996"/>
            <a:ext cx="484632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7B3C5E"/>
                </a:solidFill>
              </a:rPr>
              <a:t>1</a:t>
            </a:r>
            <a:endParaRPr lang="en-US" sz="1600"/>
          </a:p>
        </p:txBody>
      </p:sp>
      <p:sp>
        <p:nvSpPr>
          <p:cNvPr id="103" name="Shape 101"/>
          <p:cNvSpPr/>
          <p:nvPr/>
        </p:nvSpPr>
        <p:spPr>
          <a:xfrm>
            <a:off x="502920" y="4575048"/>
            <a:ext cx="475488" cy="293624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04" name="Text 102"/>
          <p:cNvSpPr/>
          <p:nvPr/>
        </p:nvSpPr>
        <p:spPr>
          <a:xfrm>
            <a:off x="525780" y="4579620"/>
            <a:ext cx="429768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>
                <a:solidFill>
                  <a:srgbClr val="543443"/>
                </a:solidFill>
              </a:rPr>
              <a:t>12</a:t>
            </a:r>
            <a:endParaRPr lang="en-US" sz="1600"/>
          </a:p>
        </p:txBody>
      </p:sp>
      <p:sp>
        <p:nvSpPr>
          <p:cNvPr id="105" name="Shape 103"/>
          <p:cNvSpPr/>
          <p:nvPr/>
        </p:nvSpPr>
        <p:spPr>
          <a:xfrm>
            <a:off x="978408" y="4575048"/>
            <a:ext cx="3881628" cy="293624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06" name="Text 104"/>
          <p:cNvSpPr/>
          <p:nvPr/>
        </p:nvSpPr>
        <p:spPr>
          <a:xfrm>
            <a:off x="1001268" y="4579620"/>
            <a:ext cx="3835908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>
                <a:solidFill>
                  <a:srgbClr val="543443"/>
                </a:solidFill>
              </a:rPr>
              <a:t>嚴世豪</a:t>
            </a:r>
            <a:endParaRPr lang="en-US" sz="1600"/>
          </a:p>
        </p:txBody>
      </p:sp>
      <p:sp>
        <p:nvSpPr>
          <p:cNvPr id="107" name="Shape 105"/>
          <p:cNvSpPr/>
          <p:nvPr/>
        </p:nvSpPr>
        <p:spPr>
          <a:xfrm>
            <a:off x="4860036" y="4575048"/>
            <a:ext cx="621792" cy="293624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08" name="Text 106"/>
          <p:cNvSpPr/>
          <p:nvPr/>
        </p:nvSpPr>
        <p:spPr>
          <a:xfrm>
            <a:off x="4882896" y="4579620"/>
            <a:ext cx="576072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>
                <a:solidFill>
                  <a:srgbClr val="543443"/>
                </a:solidFill>
              </a:rPr>
              <a:t>林德</a:t>
            </a:r>
            <a:endParaRPr lang="en-US" sz="1600"/>
          </a:p>
        </p:txBody>
      </p:sp>
      <p:sp>
        <p:nvSpPr>
          <p:cNvPr id="109" name="Shape 107"/>
          <p:cNvSpPr/>
          <p:nvPr/>
        </p:nvSpPr>
        <p:spPr>
          <a:xfrm>
            <a:off x="5481828" y="4575048"/>
            <a:ext cx="530352" cy="293624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10" name="Text 108"/>
          <p:cNvSpPr/>
          <p:nvPr/>
        </p:nvSpPr>
        <p:spPr>
          <a:xfrm>
            <a:off x="5504688" y="4579620"/>
            <a:ext cx="484632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7B3C5E"/>
                </a:solidFill>
              </a:rPr>
              <a:t>1</a:t>
            </a:r>
            <a:endParaRPr lang="en-US" sz="1600"/>
          </a:p>
        </p:txBody>
      </p:sp>
      <p:sp>
        <p:nvSpPr>
          <p:cNvPr id="111" name="Shape 109"/>
          <p:cNvSpPr/>
          <p:nvPr/>
        </p:nvSpPr>
        <p:spPr>
          <a:xfrm>
            <a:off x="502920" y="4868672"/>
            <a:ext cx="475488" cy="293624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12" name="Text 110"/>
          <p:cNvSpPr/>
          <p:nvPr/>
        </p:nvSpPr>
        <p:spPr>
          <a:xfrm>
            <a:off x="525780" y="4873244"/>
            <a:ext cx="429768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>
                <a:solidFill>
                  <a:srgbClr val="543443"/>
                </a:solidFill>
              </a:rPr>
              <a:t>13</a:t>
            </a:r>
            <a:endParaRPr lang="en-US" sz="1600"/>
          </a:p>
        </p:txBody>
      </p:sp>
      <p:sp>
        <p:nvSpPr>
          <p:cNvPr id="113" name="Shape 111"/>
          <p:cNvSpPr/>
          <p:nvPr/>
        </p:nvSpPr>
        <p:spPr>
          <a:xfrm>
            <a:off x="978408" y="4868672"/>
            <a:ext cx="3881628" cy="293624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14" name="Text 112"/>
          <p:cNvSpPr/>
          <p:nvPr/>
        </p:nvSpPr>
        <p:spPr>
          <a:xfrm>
            <a:off x="1001268" y="4873244"/>
            <a:ext cx="3835908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>
                <a:solidFill>
                  <a:srgbClr val="543443"/>
                </a:solidFill>
              </a:rPr>
              <a:t>RAJANDRAN A/L KARUPPAN</a:t>
            </a:r>
            <a:endParaRPr lang="en-US" sz="1600"/>
          </a:p>
        </p:txBody>
      </p:sp>
      <p:sp>
        <p:nvSpPr>
          <p:cNvPr id="115" name="Shape 113"/>
          <p:cNvSpPr/>
          <p:nvPr/>
        </p:nvSpPr>
        <p:spPr>
          <a:xfrm>
            <a:off x="4860036" y="4868672"/>
            <a:ext cx="621792" cy="293624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16" name="Text 114"/>
          <p:cNvSpPr/>
          <p:nvPr/>
        </p:nvSpPr>
        <p:spPr>
          <a:xfrm>
            <a:off x="4882896" y="4873244"/>
            <a:ext cx="576072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>
                <a:solidFill>
                  <a:srgbClr val="543443"/>
                </a:solidFill>
              </a:rPr>
              <a:t>林德</a:t>
            </a:r>
            <a:endParaRPr lang="en-US" sz="1600"/>
          </a:p>
        </p:txBody>
      </p:sp>
      <p:sp>
        <p:nvSpPr>
          <p:cNvPr id="117" name="Shape 115"/>
          <p:cNvSpPr/>
          <p:nvPr/>
        </p:nvSpPr>
        <p:spPr>
          <a:xfrm>
            <a:off x="5481828" y="4868672"/>
            <a:ext cx="530352" cy="293624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18" name="Text 116"/>
          <p:cNvSpPr/>
          <p:nvPr/>
        </p:nvSpPr>
        <p:spPr>
          <a:xfrm>
            <a:off x="5504688" y="4873244"/>
            <a:ext cx="484632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7B3C5E"/>
                </a:solidFill>
              </a:rPr>
              <a:t>1</a:t>
            </a:r>
            <a:endParaRPr lang="en-US" sz="1600"/>
          </a:p>
        </p:txBody>
      </p:sp>
      <p:sp>
        <p:nvSpPr>
          <p:cNvPr id="119" name="Shape 117"/>
          <p:cNvSpPr/>
          <p:nvPr/>
        </p:nvSpPr>
        <p:spPr>
          <a:xfrm>
            <a:off x="502920" y="5162296"/>
            <a:ext cx="475488" cy="293624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20" name="Text 118"/>
          <p:cNvSpPr/>
          <p:nvPr/>
        </p:nvSpPr>
        <p:spPr>
          <a:xfrm>
            <a:off x="525780" y="5166868"/>
            <a:ext cx="429768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>
                <a:solidFill>
                  <a:srgbClr val="543443"/>
                </a:solidFill>
              </a:rPr>
              <a:t>14</a:t>
            </a:r>
            <a:endParaRPr lang="en-US" sz="1600"/>
          </a:p>
        </p:txBody>
      </p:sp>
      <p:sp>
        <p:nvSpPr>
          <p:cNvPr id="121" name="Shape 119"/>
          <p:cNvSpPr/>
          <p:nvPr/>
        </p:nvSpPr>
        <p:spPr>
          <a:xfrm>
            <a:off x="978408" y="5162296"/>
            <a:ext cx="3881628" cy="293624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22" name="Text 120"/>
          <p:cNvSpPr/>
          <p:nvPr/>
        </p:nvSpPr>
        <p:spPr>
          <a:xfrm>
            <a:off x="1001268" y="5166868"/>
            <a:ext cx="3835908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>
                <a:solidFill>
                  <a:srgbClr val="543443"/>
                </a:solidFill>
              </a:rPr>
              <a:t>劉詩璇</a:t>
            </a:r>
            <a:endParaRPr lang="en-US" sz="1600"/>
          </a:p>
        </p:txBody>
      </p:sp>
      <p:sp>
        <p:nvSpPr>
          <p:cNvPr id="123" name="Shape 121"/>
          <p:cNvSpPr/>
          <p:nvPr/>
        </p:nvSpPr>
        <p:spPr>
          <a:xfrm>
            <a:off x="4860036" y="5162296"/>
            <a:ext cx="621792" cy="293624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24" name="Text 122"/>
          <p:cNvSpPr/>
          <p:nvPr/>
        </p:nvSpPr>
        <p:spPr>
          <a:xfrm>
            <a:off x="4882896" y="5166868"/>
            <a:ext cx="576072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>
                <a:solidFill>
                  <a:srgbClr val="543443"/>
                </a:solidFill>
              </a:rPr>
              <a:t>暘德</a:t>
            </a:r>
            <a:endParaRPr lang="en-US" sz="1600"/>
          </a:p>
        </p:txBody>
      </p:sp>
      <p:sp>
        <p:nvSpPr>
          <p:cNvPr id="125" name="Shape 123"/>
          <p:cNvSpPr/>
          <p:nvPr/>
        </p:nvSpPr>
        <p:spPr>
          <a:xfrm>
            <a:off x="5481828" y="5162296"/>
            <a:ext cx="530352" cy="293624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26" name="Text 124"/>
          <p:cNvSpPr/>
          <p:nvPr/>
        </p:nvSpPr>
        <p:spPr>
          <a:xfrm>
            <a:off x="5504688" y="5166868"/>
            <a:ext cx="484632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7B3C5E"/>
                </a:solidFill>
              </a:rPr>
              <a:t>2</a:t>
            </a:r>
            <a:endParaRPr lang="en-US" sz="1600"/>
          </a:p>
        </p:txBody>
      </p:sp>
      <p:sp>
        <p:nvSpPr>
          <p:cNvPr id="127" name="Shape 125"/>
          <p:cNvSpPr/>
          <p:nvPr/>
        </p:nvSpPr>
        <p:spPr>
          <a:xfrm>
            <a:off x="502920" y="5455920"/>
            <a:ext cx="475488" cy="293624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28" name="Text 126"/>
          <p:cNvSpPr/>
          <p:nvPr/>
        </p:nvSpPr>
        <p:spPr>
          <a:xfrm>
            <a:off x="525780" y="5460492"/>
            <a:ext cx="429768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>
                <a:solidFill>
                  <a:srgbClr val="543443"/>
                </a:solidFill>
              </a:rPr>
              <a:t>15</a:t>
            </a:r>
            <a:endParaRPr lang="en-US" sz="1600"/>
          </a:p>
        </p:txBody>
      </p:sp>
      <p:sp>
        <p:nvSpPr>
          <p:cNvPr id="129" name="Shape 127"/>
          <p:cNvSpPr/>
          <p:nvPr/>
        </p:nvSpPr>
        <p:spPr>
          <a:xfrm>
            <a:off x="978408" y="5455920"/>
            <a:ext cx="3881628" cy="293624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30" name="Text 128"/>
          <p:cNvSpPr/>
          <p:nvPr/>
        </p:nvSpPr>
        <p:spPr>
          <a:xfrm>
            <a:off x="1001268" y="5460492"/>
            <a:ext cx="3835908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>
                <a:solidFill>
                  <a:srgbClr val="543443"/>
                </a:solidFill>
              </a:rPr>
              <a:t>陳薏琳</a:t>
            </a:r>
            <a:endParaRPr lang="en-US" sz="1600"/>
          </a:p>
        </p:txBody>
      </p:sp>
      <p:sp>
        <p:nvSpPr>
          <p:cNvPr id="131" name="Shape 129"/>
          <p:cNvSpPr/>
          <p:nvPr/>
        </p:nvSpPr>
        <p:spPr>
          <a:xfrm>
            <a:off x="4860036" y="5455920"/>
            <a:ext cx="621792" cy="293624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32" name="Text 130"/>
          <p:cNvSpPr/>
          <p:nvPr/>
        </p:nvSpPr>
        <p:spPr>
          <a:xfrm>
            <a:off x="4882896" y="5460492"/>
            <a:ext cx="576072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>
                <a:solidFill>
                  <a:srgbClr val="543443"/>
                </a:solidFill>
              </a:rPr>
              <a:t>暘德</a:t>
            </a:r>
            <a:endParaRPr lang="en-US" sz="1600"/>
          </a:p>
        </p:txBody>
      </p:sp>
      <p:sp>
        <p:nvSpPr>
          <p:cNvPr id="133" name="Shape 131"/>
          <p:cNvSpPr/>
          <p:nvPr/>
        </p:nvSpPr>
        <p:spPr>
          <a:xfrm>
            <a:off x="5481828" y="5455920"/>
            <a:ext cx="530352" cy="293624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34" name="Text 132"/>
          <p:cNvSpPr/>
          <p:nvPr/>
        </p:nvSpPr>
        <p:spPr>
          <a:xfrm>
            <a:off x="5504688" y="5460492"/>
            <a:ext cx="484632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7B3C5E"/>
                </a:solidFill>
              </a:rPr>
              <a:t>1</a:t>
            </a:r>
            <a:endParaRPr lang="en-US" sz="1600"/>
          </a:p>
        </p:txBody>
      </p:sp>
      <p:sp>
        <p:nvSpPr>
          <p:cNvPr id="135" name="Shape 133"/>
          <p:cNvSpPr/>
          <p:nvPr/>
        </p:nvSpPr>
        <p:spPr>
          <a:xfrm>
            <a:off x="502920" y="5749544"/>
            <a:ext cx="475488" cy="293624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36" name="Text 134"/>
          <p:cNvSpPr/>
          <p:nvPr/>
        </p:nvSpPr>
        <p:spPr>
          <a:xfrm>
            <a:off x="525780" y="5754116"/>
            <a:ext cx="429768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>
                <a:solidFill>
                  <a:srgbClr val="543443"/>
                </a:solidFill>
              </a:rPr>
              <a:t>16</a:t>
            </a:r>
            <a:endParaRPr lang="en-US" sz="1600"/>
          </a:p>
        </p:txBody>
      </p:sp>
      <p:sp>
        <p:nvSpPr>
          <p:cNvPr id="137" name="Shape 135"/>
          <p:cNvSpPr/>
          <p:nvPr/>
        </p:nvSpPr>
        <p:spPr>
          <a:xfrm>
            <a:off x="978408" y="5749544"/>
            <a:ext cx="3881628" cy="293624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38" name="Text 136"/>
          <p:cNvSpPr/>
          <p:nvPr/>
        </p:nvSpPr>
        <p:spPr>
          <a:xfrm>
            <a:off x="1001268" y="5754116"/>
            <a:ext cx="3835908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>
                <a:solidFill>
                  <a:srgbClr val="543443"/>
                </a:solidFill>
              </a:rPr>
              <a:t>李雁媚</a:t>
            </a:r>
            <a:endParaRPr lang="en-US" sz="1600"/>
          </a:p>
        </p:txBody>
      </p:sp>
      <p:sp>
        <p:nvSpPr>
          <p:cNvPr id="139" name="Shape 137"/>
          <p:cNvSpPr/>
          <p:nvPr/>
        </p:nvSpPr>
        <p:spPr>
          <a:xfrm>
            <a:off x="4860036" y="5749544"/>
            <a:ext cx="621792" cy="293624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40" name="Text 138"/>
          <p:cNvSpPr/>
          <p:nvPr/>
        </p:nvSpPr>
        <p:spPr>
          <a:xfrm>
            <a:off x="4882896" y="5754116"/>
            <a:ext cx="576072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>
                <a:solidFill>
                  <a:srgbClr val="543443"/>
                </a:solidFill>
              </a:rPr>
              <a:t>暘德</a:t>
            </a:r>
            <a:endParaRPr lang="en-US" sz="1600"/>
          </a:p>
        </p:txBody>
      </p:sp>
      <p:sp>
        <p:nvSpPr>
          <p:cNvPr id="141" name="Shape 139"/>
          <p:cNvSpPr/>
          <p:nvPr/>
        </p:nvSpPr>
        <p:spPr>
          <a:xfrm>
            <a:off x="5481828" y="5749544"/>
            <a:ext cx="530352" cy="293624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42" name="Text 140"/>
          <p:cNvSpPr/>
          <p:nvPr/>
        </p:nvSpPr>
        <p:spPr>
          <a:xfrm>
            <a:off x="5504688" y="5754116"/>
            <a:ext cx="484632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7B3C5E"/>
                </a:solidFill>
              </a:rPr>
              <a:t>1</a:t>
            </a:r>
            <a:endParaRPr lang="en-US" sz="1600"/>
          </a:p>
        </p:txBody>
      </p:sp>
      <p:sp>
        <p:nvSpPr>
          <p:cNvPr id="143" name="Shape 141"/>
          <p:cNvSpPr/>
          <p:nvPr/>
        </p:nvSpPr>
        <p:spPr>
          <a:xfrm>
            <a:off x="502920" y="6043168"/>
            <a:ext cx="475488" cy="293624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44" name="Text 142"/>
          <p:cNvSpPr/>
          <p:nvPr/>
        </p:nvSpPr>
        <p:spPr>
          <a:xfrm>
            <a:off x="525780" y="6047740"/>
            <a:ext cx="429768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>
                <a:solidFill>
                  <a:srgbClr val="543443"/>
                </a:solidFill>
              </a:rPr>
              <a:t>17</a:t>
            </a:r>
            <a:endParaRPr lang="en-US" sz="1600"/>
          </a:p>
        </p:txBody>
      </p:sp>
      <p:sp>
        <p:nvSpPr>
          <p:cNvPr id="145" name="Shape 143"/>
          <p:cNvSpPr/>
          <p:nvPr/>
        </p:nvSpPr>
        <p:spPr>
          <a:xfrm>
            <a:off x="978408" y="6043168"/>
            <a:ext cx="3881628" cy="293624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46" name="Text 144"/>
          <p:cNvSpPr/>
          <p:nvPr/>
        </p:nvSpPr>
        <p:spPr>
          <a:xfrm>
            <a:off x="1001268" y="6047740"/>
            <a:ext cx="3835908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>
                <a:solidFill>
                  <a:srgbClr val="543443"/>
                </a:solidFill>
              </a:rPr>
              <a:t>鍾珍堯</a:t>
            </a:r>
            <a:endParaRPr lang="en-US" sz="1600"/>
          </a:p>
        </p:txBody>
      </p:sp>
      <p:sp>
        <p:nvSpPr>
          <p:cNvPr id="147" name="Shape 145"/>
          <p:cNvSpPr/>
          <p:nvPr/>
        </p:nvSpPr>
        <p:spPr>
          <a:xfrm>
            <a:off x="4860036" y="6043168"/>
            <a:ext cx="621792" cy="293624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48" name="Text 146"/>
          <p:cNvSpPr/>
          <p:nvPr/>
        </p:nvSpPr>
        <p:spPr>
          <a:xfrm>
            <a:off x="4882896" y="6047740"/>
            <a:ext cx="576072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>
                <a:solidFill>
                  <a:srgbClr val="543443"/>
                </a:solidFill>
              </a:rPr>
              <a:t>暘德</a:t>
            </a:r>
            <a:endParaRPr lang="en-US" sz="1600"/>
          </a:p>
        </p:txBody>
      </p:sp>
      <p:sp>
        <p:nvSpPr>
          <p:cNvPr id="149" name="Shape 147"/>
          <p:cNvSpPr/>
          <p:nvPr/>
        </p:nvSpPr>
        <p:spPr>
          <a:xfrm>
            <a:off x="5481828" y="6043168"/>
            <a:ext cx="530352" cy="293624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50" name="Text 148"/>
          <p:cNvSpPr/>
          <p:nvPr/>
        </p:nvSpPr>
        <p:spPr>
          <a:xfrm>
            <a:off x="5504688" y="6047740"/>
            <a:ext cx="484632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7B3C5E"/>
                </a:solidFill>
              </a:rPr>
              <a:t>1</a:t>
            </a:r>
            <a:endParaRPr lang="en-US" sz="1600"/>
          </a:p>
        </p:txBody>
      </p:sp>
      <p:sp>
        <p:nvSpPr>
          <p:cNvPr id="151" name="Shape 149"/>
          <p:cNvSpPr/>
          <p:nvPr/>
        </p:nvSpPr>
        <p:spPr>
          <a:xfrm>
            <a:off x="6176772" y="1051560"/>
            <a:ext cx="5509260" cy="5285232"/>
          </a:xfrm>
          <a:prstGeom prst="roundRect">
            <a:avLst/>
          </a:prstGeom>
          <a:solidFill>
            <a:srgbClr val="FFFCFA"/>
          </a:solidFill>
          <a:ln w="12700">
            <a:solidFill>
              <a:srgbClr val="D8B77D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52" name="Shape 150"/>
          <p:cNvSpPr/>
          <p:nvPr/>
        </p:nvSpPr>
        <p:spPr>
          <a:xfrm>
            <a:off x="6176772" y="1051560"/>
            <a:ext cx="475488" cy="293624"/>
          </a:xfrm>
          <a:prstGeom prst="rect">
            <a:avLst/>
          </a:prstGeom>
          <a:solidFill>
            <a:srgbClr val="92506F"/>
          </a:solidFill>
          <a:ln w="6350">
            <a:solidFill>
              <a:srgbClr val="E6C992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53" name="Text 151"/>
          <p:cNvSpPr/>
          <p:nvPr/>
        </p:nvSpPr>
        <p:spPr>
          <a:xfrm>
            <a:off x="6195060" y="1060704"/>
            <a:ext cx="438912" cy="275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</a:rPr>
              <a:t>No</a:t>
            </a:r>
            <a:endParaRPr lang="en-US" sz="1600"/>
          </a:p>
        </p:txBody>
      </p:sp>
      <p:sp>
        <p:nvSpPr>
          <p:cNvPr id="154" name="Shape 152"/>
          <p:cNvSpPr/>
          <p:nvPr/>
        </p:nvSpPr>
        <p:spPr>
          <a:xfrm>
            <a:off x="6652260" y="1051560"/>
            <a:ext cx="3881628" cy="293624"/>
          </a:xfrm>
          <a:prstGeom prst="rect">
            <a:avLst/>
          </a:prstGeom>
          <a:solidFill>
            <a:srgbClr val="7B3C5E"/>
          </a:solidFill>
          <a:ln w="6350">
            <a:solidFill>
              <a:srgbClr val="E6C992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55" name="Text 153"/>
          <p:cNvSpPr/>
          <p:nvPr/>
        </p:nvSpPr>
        <p:spPr>
          <a:xfrm>
            <a:off x="6670548" y="1060704"/>
            <a:ext cx="3845052" cy="275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</a:rPr>
              <a:t>負責人</a:t>
            </a:r>
            <a:endParaRPr lang="en-US" sz="1600"/>
          </a:p>
        </p:txBody>
      </p:sp>
      <p:sp>
        <p:nvSpPr>
          <p:cNvPr id="156" name="Shape 154"/>
          <p:cNvSpPr/>
          <p:nvPr/>
        </p:nvSpPr>
        <p:spPr>
          <a:xfrm>
            <a:off x="10533888" y="1051560"/>
            <a:ext cx="621792" cy="293624"/>
          </a:xfrm>
          <a:prstGeom prst="rect">
            <a:avLst/>
          </a:prstGeom>
          <a:solidFill>
            <a:srgbClr val="92506F"/>
          </a:solidFill>
          <a:ln w="6350">
            <a:solidFill>
              <a:srgbClr val="E6C992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57" name="Text 155"/>
          <p:cNvSpPr/>
          <p:nvPr/>
        </p:nvSpPr>
        <p:spPr>
          <a:xfrm>
            <a:off x="10552176" y="1060704"/>
            <a:ext cx="585216" cy="275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</a:rPr>
              <a:t>屬壇</a:t>
            </a:r>
            <a:endParaRPr lang="en-US" sz="1600"/>
          </a:p>
        </p:txBody>
      </p:sp>
      <p:sp>
        <p:nvSpPr>
          <p:cNvPr id="158" name="Shape 156"/>
          <p:cNvSpPr/>
          <p:nvPr/>
        </p:nvSpPr>
        <p:spPr>
          <a:xfrm>
            <a:off x="11155680" y="1051560"/>
            <a:ext cx="530352" cy="293624"/>
          </a:xfrm>
          <a:prstGeom prst="rect">
            <a:avLst/>
          </a:prstGeom>
          <a:solidFill>
            <a:srgbClr val="92506F"/>
          </a:solidFill>
          <a:ln w="6350">
            <a:solidFill>
              <a:srgbClr val="E6C992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59" name="Text 157"/>
          <p:cNvSpPr/>
          <p:nvPr/>
        </p:nvSpPr>
        <p:spPr>
          <a:xfrm>
            <a:off x="11173968" y="1060704"/>
            <a:ext cx="493776" cy="275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</a:rPr>
              <a:t>求道人數</a:t>
            </a:r>
            <a:endParaRPr lang="en-US" sz="1600"/>
          </a:p>
        </p:txBody>
      </p:sp>
      <p:sp>
        <p:nvSpPr>
          <p:cNvPr id="160" name="Shape 158"/>
          <p:cNvSpPr/>
          <p:nvPr/>
        </p:nvSpPr>
        <p:spPr>
          <a:xfrm>
            <a:off x="6176772" y="1345184"/>
            <a:ext cx="475488" cy="293624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61" name="Text 159"/>
          <p:cNvSpPr/>
          <p:nvPr/>
        </p:nvSpPr>
        <p:spPr>
          <a:xfrm>
            <a:off x="6199632" y="1349756"/>
            <a:ext cx="429768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>
                <a:solidFill>
                  <a:srgbClr val="543443"/>
                </a:solidFill>
              </a:rPr>
              <a:t>18</a:t>
            </a:r>
            <a:endParaRPr lang="en-US" sz="1600"/>
          </a:p>
        </p:txBody>
      </p:sp>
      <p:sp>
        <p:nvSpPr>
          <p:cNvPr id="162" name="Shape 160"/>
          <p:cNvSpPr/>
          <p:nvPr/>
        </p:nvSpPr>
        <p:spPr>
          <a:xfrm>
            <a:off x="6652260" y="1345184"/>
            <a:ext cx="3881628" cy="293624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63" name="Text 161"/>
          <p:cNvSpPr/>
          <p:nvPr/>
        </p:nvSpPr>
        <p:spPr>
          <a:xfrm>
            <a:off x="6675120" y="1349756"/>
            <a:ext cx="3835908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>
                <a:solidFill>
                  <a:srgbClr val="543443"/>
                </a:solidFill>
              </a:rPr>
              <a:t>涂碧雲</a:t>
            </a:r>
            <a:endParaRPr lang="en-US" sz="1600"/>
          </a:p>
        </p:txBody>
      </p:sp>
      <p:sp>
        <p:nvSpPr>
          <p:cNvPr id="164" name="Shape 162"/>
          <p:cNvSpPr/>
          <p:nvPr/>
        </p:nvSpPr>
        <p:spPr>
          <a:xfrm>
            <a:off x="10533888" y="1345184"/>
            <a:ext cx="621792" cy="293624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65" name="Text 163"/>
          <p:cNvSpPr/>
          <p:nvPr/>
        </p:nvSpPr>
        <p:spPr>
          <a:xfrm>
            <a:off x="10556748" y="1349756"/>
            <a:ext cx="576072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>
                <a:solidFill>
                  <a:srgbClr val="543443"/>
                </a:solidFill>
              </a:rPr>
              <a:t>福德</a:t>
            </a:r>
            <a:endParaRPr lang="en-US" sz="1600"/>
          </a:p>
        </p:txBody>
      </p:sp>
      <p:sp>
        <p:nvSpPr>
          <p:cNvPr id="166" name="Shape 164"/>
          <p:cNvSpPr/>
          <p:nvPr/>
        </p:nvSpPr>
        <p:spPr>
          <a:xfrm>
            <a:off x="11155680" y="1345184"/>
            <a:ext cx="530352" cy="293624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67" name="Text 165"/>
          <p:cNvSpPr/>
          <p:nvPr/>
        </p:nvSpPr>
        <p:spPr>
          <a:xfrm>
            <a:off x="11178540" y="1349756"/>
            <a:ext cx="484632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7B3C5E"/>
                </a:solidFill>
              </a:rPr>
              <a:t>8</a:t>
            </a:r>
            <a:endParaRPr lang="en-US" sz="1600"/>
          </a:p>
        </p:txBody>
      </p:sp>
      <p:sp>
        <p:nvSpPr>
          <p:cNvPr id="168" name="Shape 166"/>
          <p:cNvSpPr/>
          <p:nvPr/>
        </p:nvSpPr>
        <p:spPr>
          <a:xfrm>
            <a:off x="6176772" y="1638808"/>
            <a:ext cx="475488" cy="293624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69" name="Text 167"/>
          <p:cNvSpPr/>
          <p:nvPr/>
        </p:nvSpPr>
        <p:spPr>
          <a:xfrm>
            <a:off x="6199632" y="1643380"/>
            <a:ext cx="429768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>
                <a:solidFill>
                  <a:srgbClr val="543443"/>
                </a:solidFill>
              </a:rPr>
              <a:t>19</a:t>
            </a:r>
            <a:endParaRPr lang="en-US" sz="1600"/>
          </a:p>
        </p:txBody>
      </p:sp>
      <p:sp>
        <p:nvSpPr>
          <p:cNvPr id="170" name="Shape 168"/>
          <p:cNvSpPr/>
          <p:nvPr/>
        </p:nvSpPr>
        <p:spPr>
          <a:xfrm>
            <a:off x="6652260" y="1638808"/>
            <a:ext cx="3881628" cy="293624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71" name="Text 169"/>
          <p:cNvSpPr/>
          <p:nvPr/>
        </p:nvSpPr>
        <p:spPr>
          <a:xfrm>
            <a:off x="6675120" y="1643380"/>
            <a:ext cx="3835908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>
                <a:solidFill>
                  <a:srgbClr val="543443"/>
                </a:solidFill>
              </a:rPr>
              <a:t>李振泰</a:t>
            </a:r>
            <a:endParaRPr lang="en-US" sz="1600"/>
          </a:p>
        </p:txBody>
      </p:sp>
      <p:sp>
        <p:nvSpPr>
          <p:cNvPr id="172" name="Shape 170"/>
          <p:cNvSpPr/>
          <p:nvPr/>
        </p:nvSpPr>
        <p:spPr>
          <a:xfrm>
            <a:off x="10533888" y="1638808"/>
            <a:ext cx="621792" cy="293624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73" name="Text 171"/>
          <p:cNvSpPr/>
          <p:nvPr/>
        </p:nvSpPr>
        <p:spPr>
          <a:xfrm>
            <a:off x="10556748" y="1643380"/>
            <a:ext cx="576072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>
                <a:solidFill>
                  <a:srgbClr val="543443"/>
                </a:solidFill>
              </a:rPr>
              <a:t>福德</a:t>
            </a:r>
            <a:endParaRPr lang="en-US" sz="1600"/>
          </a:p>
        </p:txBody>
      </p:sp>
      <p:sp>
        <p:nvSpPr>
          <p:cNvPr id="174" name="Shape 172"/>
          <p:cNvSpPr/>
          <p:nvPr/>
        </p:nvSpPr>
        <p:spPr>
          <a:xfrm>
            <a:off x="11155680" y="1638808"/>
            <a:ext cx="530352" cy="293624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75" name="Text 173"/>
          <p:cNvSpPr/>
          <p:nvPr/>
        </p:nvSpPr>
        <p:spPr>
          <a:xfrm>
            <a:off x="11178540" y="1643380"/>
            <a:ext cx="484632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7B3C5E"/>
                </a:solidFill>
              </a:rPr>
              <a:t>2</a:t>
            </a:r>
            <a:endParaRPr lang="en-US" sz="1600"/>
          </a:p>
        </p:txBody>
      </p:sp>
      <p:sp>
        <p:nvSpPr>
          <p:cNvPr id="176" name="Shape 174"/>
          <p:cNvSpPr/>
          <p:nvPr/>
        </p:nvSpPr>
        <p:spPr>
          <a:xfrm>
            <a:off x="6176772" y="1932432"/>
            <a:ext cx="475488" cy="293624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77" name="Text 175"/>
          <p:cNvSpPr/>
          <p:nvPr/>
        </p:nvSpPr>
        <p:spPr>
          <a:xfrm>
            <a:off x="6199632" y="1937004"/>
            <a:ext cx="429768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>
                <a:solidFill>
                  <a:srgbClr val="543443"/>
                </a:solidFill>
              </a:rPr>
              <a:t>20</a:t>
            </a:r>
            <a:endParaRPr lang="en-US" sz="1600"/>
          </a:p>
        </p:txBody>
      </p:sp>
      <p:sp>
        <p:nvSpPr>
          <p:cNvPr id="178" name="Shape 176"/>
          <p:cNvSpPr/>
          <p:nvPr/>
        </p:nvSpPr>
        <p:spPr>
          <a:xfrm>
            <a:off x="6652260" y="1932432"/>
            <a:ext cx="3881628" cy="293624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79" name="Text 177"/>
          <p:cNvSpPr/>
          <p:nvPr/>
        </p:nvSpPr>
        <p:spPr>
          <a:xfrm>
            <a:off x="6675120" y="1937004"/>
            <a:ext cx="3835908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>
                <a:solidFill>
                  <a:srgbClr val="543443"/>
                </a:solidFill>
              </a:rPr>
              <a:t>林美珍</a:t>
            </a:r>
            <a:endParaRPr lang="en-US" sz="1600"/>
          </a:p>
        </p:txBody>
      </p:sp>
      <p:sp>
        <p:nvSpPr>
          <p:cNvPr id="180" name="Shape 178"/>
          <p:cNvSpPr/>
          <p:nvPr/>
        </p:nvSpPr>
        <p:spPr>
          <a:xfrm>
            <a:off x="10533888" y="1932432"/>
            <a:ext cx="621792" cy="293624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81" name="Text 179"/>
          <p:cNvSpPr/>
          <p:nvPr/>
        </p:nvSpPr>
        <p:spPr>
          <a:xfrm>
            <a:off x="10556748" y="1937004"/>
            <a:ext cx="576072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>
                <a:solidFill>
                  <a:srgbClr val="543443"/>
                </a:solidFill>
              </a:rPr>
              <a:t>福德</a:t>
            </a:r>
            <a:endParaRPr lang="en-US" sz="1600"/>
          </a:p>
        </p:txBody>
      </p:sp>
      <p:sp>
        <p:nvSpPr>
          <p:cNvPr id="182" name="Shape 180"/>
          <p:cNvSpPr/>
          <p:nvPr/>
        </p:nvSpPr>
        <p:spPr>
          <a:xfrm>
            <a:off x="11155680" y="1932432"/>
            <a:ext cx="530352" cy="293624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83" name="Text 181"/>
          <p:cNvSpPr/>
          <p:nvPr/>
        </p:nvSpPr>
        <p:spPr>
          <a:xfrm>
            <a:off x="11178540" y="1937004"/>
            <a:ext cx="484632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7B3C5E"/>
                </a:solidFill>
              </a:rPr>
              <a:t>2</a:t>
            </a:r>
            <a:endParaRPr lang="en-US" sz="1600"/>
          </a:p>
        </p:txBody>
      </p:sp>
      <p:sp>
        <p:nvSpPr>
          <p:cNvPr id="184" name="Shape 182"/>
          <p:cNvSpPr/>
          <p:nvPr/>
        </p:nvSpPr>
        <p:spPr>
          <a:xfrm>
            <a:off x="6176772" y="2226056"/>
            <a:ext cx="475488" cy="293624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85" name="Text 183"/>
          <p:cNvSpPr/>
          <p:nvPr/>
        </p:nvSpPr>
        <p:spPr>
          <a:xfrm>
            <a:off x="6199632" y="2230628"/>
            <a:ext cx="429768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>
                <a:solidFill>
                  <a:srgbClr val="543443"/>
                </a:solidFill>
              </a:rPr>
              <a:t>21</a:t>
            </a:r>
            <a:endParaRPr lang="en-US" sz="1600"/>
          </a:p>
        </p:txBody>
      </p:sp>
      <p:sp>
        <p:nvSpPr>
          <p:cNvPr id="186" name="Shape 184"/>
          <p:cNvSpPr/>
          <p:nvPr/>
        </p:nvSpPr>
        <p:spPr>
          <a:xfrm>
            <a:off x="6652260" y="2226056"/>
            <a:ext cx="3881628" cy="293624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87" name="Text 185"/>
          <p:cNvSpPr/>
          <p:nvPr/>
        </p:nvSpPr>
        <p:spPr>
          <a:xfrm>
            <a:off x="6675120" y="2230628"/>
            <a:ext cx="3835908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>
                <a:solidFill>
                  <a:srgbClr val="543443"/>
                </a:solidFill>
              </a:rPr>
              <a:t>柯秋霞</a:t>
            </a:r>
            <a:endParaRPr lang="en-US" sz="1600"/>
          </a:p>
        </p:txBody>
      </p:sp>
      <p:sp>
        <p:nvSpPr>
          <p:cNvPr id="188" name="Shape 186"/>
          <p:cNvSpPr/>
          <p:nvPr/>
        </p:nvSpPr>
        <p:spPr>
          <a:xfrm>
            <a:off x="10533888" y="2226056"/>
            <a:ext cx="621792" cy="293624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89" name="Text 187"/>
          <p:cNvSpPr/>
          <p:nvPr/>
        </p:nvSpPr>
        <p:spPr>
          <a:xfrm>
            <a:off x="10556748" y="2230628"/>
            <a:ext cx="576072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>
                <a:solidFill>
                  <a:srgbClr val="543443"/>
                </a:solidFill>
              </a:rPr>
              <a:t>碩德</a:t>
            </a:r>
            <a:endParaRPr lang="en-US" sz="1600"/>
          </a:p>
        </p:txBody>
      </p:sp>
      <p:sp>
        <p:nvSpPr>
          <p:cNvPr id="190" name="Shape 188"/>
          <p:cNvSpPr/>
          <p:nvPr/>
        </p:nvSpPr>
        <p:spPr>
          <a:xfrm>
            <a:off x="11155680" y="2226056"/>
            <a:ext cx="530352" cy="293624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91" name="Text 189"/>
          <p:cNvSpPr/>
          <p:nvPr/>
        </p:nvSpPr>
        <p:spPr>
          <a:xfrm>
            <a:off x="11178540" y="2230628"/>
            <a:ext cx="484632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7B3C5E"/>
                </a:solidFill>
              </a:rPr>
              <a:t>3</a:t>
            </a:r>
            <a:endParaRPr lang="en-US" sz="1600"/>
          </a:p>
        </p:txBody>
      </p:sp>
      <p:sp>
        <p:nvSpPr>
          <p:cNvPr id="192" name="Shape 190"/>
          <p:cNvSpPr/>
          <p:nvPr/>
        </p:nvSpPr>
        <p:spPr>
          <a:xfrm>
            <a:off x="6176772" y="2519680"/>
            <a:ext cx="475488" cy="293624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93" name="Text 191"/>
          <p:cNvSpPr/>
          <p:nvPr/>
        </p:nvSpPr>
        <p:spPr>
          <a:xfrm>
            <a:off x="6199632" y="2524252"/>
            <a:ext cx="429768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>
                <a:solidFill>
                  <a:srgbClr val="543443"/>
                </a:solidFill>
              </a:rPr>
              <a:t>22</a:t>
            </a:r>
            <a:endParaRPr lang="en-US" sz="1600"/>
          </a:p>
        </p:txBody>
      </p:sp>
      <p:sp>
        <p:nvSpPr>
          <p:cNvPr id="194" name="Shape 192"/>
          <p:cNvSpPr/>
          <p:nvPr/>
        </p:nvSpPr>
        <p:spPr>
          <a:xfrm>
            <a:off x="6652260" y="2519680"/>
            <a:ext cx="3881628" cy="293624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95" name="Text 193"/>
          <p:cNvSpPr/>
          <p:nvPr/>
        </p:nvSpPr>
        <p:spPr>
          <a:xfrm>
            <a:off x="6675120" y="2524252"/>
            <a:ext cx="3835908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>
                <a:solidFill>
                  <a:srgbClr val="543443"/>
                </a:solidFill>
              </a:rPr>
              <a:t>郭曉彤</a:t>
            </a:r>
            <a:endParaRPr lang="en-US" sz="1600"/>
          </a:p>
        </p:txBody>
      </p:sp>
      <p:sp>
        <p:nvSpPr>
          <p:cNvPr id="196" name="Shape 194"/>
          <p:cNvSpPr/>
          <p:nvPr/>
        </p:nvSpPr>
        <p:spPr>
          <a:xfrm>
            <a:off x="10533888" y="2519680"/>
            <a:ext cx="621792" cy="293624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97" name="Text 195"/>
          <p:cNvSpPr/>
          <p:nvPr/>
        </p:nvSpPr>
        <p:spPr>
          <a:xfrm>
            <a:off x="10556748" y="2524252"/>
            <a:ext cx="576072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>
                <a:solidFill>
                  <a:srgbClr val="543443"/>
                </a:solidFill>
              </a:rPr>
              <a:t>碩德</a:t>
            </a:r>
            <a:endParaRPr lang="en-US" sz="1600"/>
          </a:p>
        </p:txBody>
      </p:sp>
      <p:sp>
        <p:nvSpPr>
          <p:cNvPr id="198" name="Shape 196"/>
          <p:cNvSpPr/>
          <p:nvPr/>
        </p:nvSpPr>
        <p:spPr>
          <a:xfrm>
            <a:off x="11155680" y="2519680"/>
            <a:ext cx="530352" cy="293624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99" name="Text 197"/>
          <p:cNvSpPr/>
          <p:nvPr/>
        </p:nvSpPr>
        <p:spPr>
          <a:xfrm>
            <a:off x="11178540" y="2524252"/>
            <a:ext cx="484632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7B3C5E"/>
                </a:solidFill>
              </a:rPr>
              <a:t>1</a:t>
            </a:r>
            <a:endParaRPr lang="en-US" sz="1600"/>
          </a:p>
        </p:txBody>
      </p:sp>
      <p:sp>
        <p:nvSpPr>
          <p:cNvPr id="200" name="Shape 198"/>
          <p:cNvSpPr/>
          <p:nvPr/>
        </p:nvSpPr>
        <p:spPr>
          <a:xfrm>
            <a:off x="6176772" y="2813304"/>
            <a:ext cx="475488" cy="293624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01" name="Text 199"/>
          <p:cNvSpPr/>
          <p:nvPr/>
        </p:nvSpPr>
        <p:spPr>
          <a:xfrm>
            <a:off x="6199632" y="2817876"/>
            <a:ext cx="429768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>
                <a:solidFill>
                  <a:srgbClr val="543443"/>
                </a:solidFill>
              </a:rPr>
              <a:t>23</a:t>
            </a:r>
            <a:endParaRPr lang="en-US" sz="1600"/>
          </a:p>
        </p:txBody>
      </p:sp>
      <p:sp>
        <p:nvSpPr>
          <p:cNvPr id="202" name="Shape 200"/>
          <p:cNvSpPr/>
          <p:nvPr/>
        </p:nvSpPr>
        <p:spPr>
          <a:xfrm>
            <a:off x="6652260" y="2813304"/>
            <a:ext cx="3881628" cy="293624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03" name="Text 201"/>
          <p:cNvSpPr/>
          <p:nvPr/>
        </p:nvSpPr>
        <p:spPr>
          <a:xfrm>
            <a:off x="6675120" y="2817876"/>
            <a:ext cx="3835908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>
                <a:solidFill>
                  <a:srgbClr val="543443"/>
                </a:solidFill>
              </a:rPr>
              <a:t>陳麗雲</a:t>
            </a:r>
            <a:endParaRPr lang="en-US" sz="1600"/>
          </a:p>
        </p:txBody>
      </p:sp>
      <p:sp>
        <p:nvSpPr>
          <p:cNvPr id="204" name="Shape 202"/>
          <p:cNvSpPr/>
          <p:nvPr/>
        </p:nvSpPr>
        <p:spPr>
          <a:xfrm>
            <a:off x="10533888" y="2813304"/>
            <a:ext cx="621792" cy="293624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05" name="Text 203"/>
          <p:cNvSpPr/>
          <p:nvPr/>
        </p:nvSpPr>
        <p:spPr>
          <a:xfrm>
            <a:off x="10556748" y="2817876"/>
            <a:ext cx="576072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>
                <a:solidFill>
                  <a:srgbClr val="543443"/>
                </a:solidFill>
              </a:rPr>
              <a:t>碩德</a:t>
            </a:r>
            <a:endParaRPr lang="en-US" sz="1600"/>
          </a:p>
        </p:txBody>
      </p:sp>
      <p:sp>
        <p:nvSpPr>
          <p:cNvPr id="206" name="Shape 204"/>
          <p:cNvSpPr/>
          <p:nvPr/>
        </p:nvSpPr>
        <p:spPr>
          <a:xfrm>
            <a:off x="11155680" y="2813304"/>
            <a:ext cx="530352" cy="293624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07" name="Text 205"/>
          <p:cNvSpPr/>
          <p:nvPr/>
        </p:nvSpPr>
        <p:spPr>
          <a:xfrm>
            <a:off x="11178540" y="2817876"/>
            <a:ext cx="484632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7B3C5E"/>
                </a:solidFill>
              </a:rPr>
              <a:t>1</a:t>
            </a:r>
            <a:endParaRPr lang="en-US" sz="1600"/>
          </a:p>
        </p:txBody>
      </p:sp>
      <p:sp>
        <p:nvSpPr>
          <p:cNvPr id="208" name="Shape 206"/>
          <p:cNvSpPr/>
          <p:nvPr/>
        </p:nvSpPr>
        <p:spPr>
          <a:xfrm>
            <a:off x="6176772" y="3106928"/>
            <a:ext cx="475488" cy="293624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09" name="Text 207"/>
          <p:cNvSpPr/>
          <p:nvPr/>
        </p:nvSpPr>
        <p:spPr>
          <a:xfrm>
            <a:off x="6199632" y="3111500"/>
            <a:ext cx="429768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>
                <a:solidFill>
                  <a:srgbClr val="543443"/>
                </a:solidFill>
              </a:rPr>
              <a:t>24</a:t>
            </a:r>
            <a:endParaRPr lang="en-US" sz="1600"/>
          </a:p>
        </p:txBody>
      </p:sp>
      <p:sp>
        <p:nvSpPr>
          <p:cNvPr id="210" name="Shape 208"/>
          <p:cNvSpPr/>
          <p:nvPr/>
        </p:nvSpPr>
        <p:spPr>
          <a:xfrm>
            <a:off x="6652260" y="3106928"/>
            <a:ext cx="3881628" cy="293624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11" name="Text 209"/>
          <p:cNvSpPr/>
          <p:nvPr/>
        </p:nvSpPr>
        <p:spPr>
          <a:xfrm>
            <a:off x="6675120" y="3111500"/>
            <a:ext cx="3835908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>
                <a:solidFill>
                  <a:srgbClr val="543443"/>
                </a:solidFill>
              </a:rPr>
              <a:t>黃詠薇</a:t>
            </a:r>
            <a:endParaRPr lang="en-US" sz="1600"/>
          </a:p>
        </p:txBody>
      </p:sp>
      <p:sp>
        <p:nvSpPr>
          <p:cNvPr id="212" name="Shape 210"/>
          <p:cNvSpPr/>
          <p:nvPr/>
        </p:nvSpPr>
        <p:spPr>
          <a:xfrm>
            <a:off x="10533888" y="3106928"/>
            <a:ext cx="621792" cy="293624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13" name="Text 211"/>
          <p:cNvSpPr/>
          <p:nvPr/>
        </p:nvSpPr>
        <p:spPr>
          <a:xfrm>
            <a:off x="10556748" y="3111500"/>
            <a:ext cx="576072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>
                <a:solidFill>
                  <a:srgbClr val="543443"/>
                </a:solidFill>
              </a:rPr>
              <a:t>碩德</a:t>
            </a:r>
            <a:endParaRPr lang="en-US" sz="1600"/>
          </a:p>
        </p:txBody>
      </p:sp>
      <p:sp>
        <p:nvSpPr>
          <p:cNvPr id="214" name="Shape 212"/>
          <p:cNvSpPr/>
          <p:nvPr/>
        </p:nvSpPr>
        <p:spPr>
          <a:xfrm>
            <a:off x="11155680" y="3106928"/>
            <a:ext cx="530352" cy="293624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15" name="Text 213"/>
          <p:cNvSpPr/>
          <p:nvPr/>
        </p:nvSpPr>
        <p:spPr>
          <a:xfrm>
            <a:off x="11178540" y="3111500"/>
            <a:ext cx="484632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7B3C5E"/>
                </a:solidFill>
              </a:rPr>
              <a:t>1</a:t>
            </a:r>
            <a:endParaRPr lang="en-US" sz="1600"/>
          </a:p>
        </p:txBody>
      </p:sp>
      <p:sp>
        <p:nvSpPr>
          <p:cNvPr id="216" name="Shape 214"/>
          <p:cNvSpPr/>
          <p:nvPr/>
        </p:nvSpPr>
        <p:spPr>
          <a:xfrm>
            <a:off x="6176772" y="3400552"/>
            <a:ext cx="475488" cy="293624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17" name="Text 215"/>
          <p:cNvSpPr/>
          <p:nvPr/>
        </p:nvSpPr>
        <p:spPr>
          <a:xfrm>
            <a:off x="6199632" y="3405124"/>
            <a:ext cx="429768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>
                <a:solidFill>
                  <a:srgbClr val="543443"/>
                </a:solidFill>
              </a:rPr>
              <a:t>25</a:t>
            </a:r>
            <a:endParaRPr lang="en-US" sz="1600"/>
          </a:p>
        </p:txBody>
      </p:sp>
      <p:sp>
        <p:nvSpPr>
          <p:cNvPr id="218" name="Shape 216"/>
          <p:cNvSpPr/>
          <p:nvPr/>
        </p:nvSpPr>
        <p:spPr>
          <a:xfrm>
            <a:off x="6652260" y="3400552"/>
            <a:ext cx="3881628" cy="293624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19" name="Text 217"/>
          <p:cNvSpPr/>
          <p:nvPr/>
        </p:nvSpPr>
        <p:spPr>
          <a:xfrm>
            <a:off x="6675120" y="3405124"/>
            <a:ext cx="3835908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>
                <a:solidFill>
                  <a:srgbClr val="543443"/>
                </a:solidFill>
              </a:rPr>
              <a:t>李世音</a:t>
            </a:r>
            <a:endParaRPr lang="en-US" sz="1600"/>
          </a:p>
        </p:txBody>
      </p:sp>
      <p:sp>
        <p:nvSpPr>
          <p:cNvPr id="220" name="Shape 218"/>
          <p:cNvSpPr/>
          <p:nvPr/>
        </p:nvSpPr>
        <p:spPr>
          <a:xfrm>
            <a:off x="10533888" y="3400552"/>
            <a:ext cx="621792" cy="293624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21" name="Text 219"/>
          <p:cNvSpPr/>
          <p:nvPr/>
        </p:nvSpPr>
        <p:spPr>
          <a:xfrm>
            <a:off x="10556748" y="3405124"/>
            <a:ext cx="576072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>
                <a:solidFill>
                  <a:srgbClr val="543443"/>
                </a:solidFill>
              </a:rPr>
              <a:t>祿德</a:t>
            </a:r>
            <a:endParaRPr lang="en-US" sz="1600"/>
          </a:p>
        </p:txBody>
      </p:sp>
      <p:sp>
        <p:nvSpPr>
          <p:cNvPr id="222" name="Shape 220"/>
          <p:cNvSpPr/>
          <p:nvPr/>
        </p:nvSpPr>
        <p:spPr>
          <a:xfrm>
            <a:off x="11155680" y="3400552"/>
            <a:ext cx="530352" cy="293624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23" name="Text 221"/>
          <p:cNvSpPr/>
          <p:nvPr/>
        </p:nvSpPr>
        <p:spPr>
          <a:xfrm>
            <a:off x="11178540" y="3405124"/>
            <a:ext cx="484632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7B3C5E"/>
                </a:solidFill>
              </a:rPr>
              <a:t>4</a:t>
            </a:r>
            <a:endParaRPr lang="en-US" sz="1600"/>
          </a:p>
        </p:txBody>
      </p:sp>
      <p:sp>
        <p:nvSpPr>
          <p:cNvPr id="224" name="Shape 222"/>
          <p:cNvSpPr/>
          <p:nvPr/>
        </p:nvSpPr>
        <p:spPr>
          <a:xfrm>
            <a:off x="6176772" y="3694176"/>
            <a:ext cx="475488" cy="293624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25" name="Text 223"/>
          <p:cNvSpPr/>
          <p:nvPr/>
        </p:nvSpPr>
        <p:spPr>
          <a:xfrm>
            <a:off x="6199632" y="3698748"/>
            <a:ext cx="429768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>
                <a:solidFill>
                  <a:srgbClr val="543443"/>
                </a:solidFill>
              </a:rPr>
              <a:t>26</a:t>
            </a:r>
            <a:endParaRPr lang="en-US" sz="1600"/>
          </a:p>
        </p:txBody>
      </p:sp>
      <p:sp>
        <p:nvSpPr>
          <p:cNvPr id="226" name="Shape 224"/>
          <p:cNvSpPr/>
          <p:nvPr/>
        </p:nvSpPr>
        <p:spPr>
          <a:xfrm>
            <a:off x="6652260" y="3694176"/>
            <a:ext cx="3881628" cy="293624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27" name="Text 225"/>
          <p:cNvSpPr/>
          <p:nvPr/>
        </p:nvSpPr>
        <p:spPr>
          <a:xfrm>
            <a:off x="6675120" y="3698748"/>
            <a:ext cx="3835908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>
                <a:solidFill>
                  <a:srgbClr val="543443"/>
                </a:solidFill>
              </a:rPr>
              <a:t>陳玉芬</a:t>
            </a:r>
            <a:endParaRPr lang="en-US" sz="1600"/>
          </a:p>
        </p:txBody>
      </p:sp>
      <p:sp>
        <p:nvSpPr>
          <p:cNvPr id="228" name="Shape 226"/>
          <p:cNvSpPr/>
          <p:nvPr/>
        </p:nvSpPr>
        <p:spPr>
          <a:xfrm>
            <a:off x="10533888" y="3694176"/>
            <a:ext cx="621792" cy="293624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29" name="Text 227"/>
          <p:cNvSpPr/>
          <p:nvPr/>
        </p:nvSpPr>
        <p:spPr>
          <a:xfrm>
            <a:off x="10556748" y="3698748"/>
            <a:ext cx="576072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>
                <a:solidFill>
                  <a:srgbClr val="543443"/>
                </a:solidFill>
              </a:rPr>
              <a:t>祿德</a:t>
            </a:r>
            <a:endParaRPr lang="en-US" sz="1600"/>
          </a:p>
        </p:txBody>
      </p:sp>
      <p:sp>
        <p:nvSpPr>
          <p:cNvPr id="230" name="Shape 228"/>
          <p:cNvSpPr/>
          <p:nvPr/>
        </p:nvSpPr>
        <p:spPr>
          <a:xfrm>
            <a:off x="11155680" y="3694176"/>
            <a:ext cx="530352" cy="293624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31" name="Text 229"/>
          <p:cNvSpPr/>
          <p:nvPr/>
        </p:nvSpPr>
        <p:spPr>
          <a:xfrm>
            <a:off x="11178540" y="3698748"/>
            <a:ext cx="484632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7B3C5E"/>
                </a:solidFill>
              </a:rPr>
              <a:t>1</a:t>
            </a:r>
            <a:endParaRPr lang="en-US" sz="1600"/>
          </a:p>
        </p:txBody>
      </p:sp>
      <p:sp>
        <p:nvSpPr>
          <p:cNvPr id="232" name="Shape 230"/>
          <p:cNvSpPr/>
          <p:nvPr/>
        </p:nvSpPr>
        <p:spPr>
          <a:xfrm>
            <a:off x="6176772" y="3987800"/>
            <a:ext cx="475488" cy="293624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33" name="Text 231"/>
          <p:cNvSpPr/>
          <p:nvPr/>
        </p:nvSpPr>
        <p:spPr>
          <a:xfrm>
            <a:off x="6199632" y="3992372"/>
            <a:ext cx="429768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>
                <a:solidFill>
                  <a:srgbClr val="543443"/>
                </a:solidFill>
              </a:rPr>
              <a:t>27</a:t>
            </a:r>
            <a:endParaRPr lang="en-US" sz="1600"/>
          </a:p>
        </p:txBody>
      </p:sp>
      <p:sp>
        <p:nvSpPr>
          <p:cNvPr id="234" name="Shape 232"/>
          <p:cNvSpPr/>
          <p:nvPr/>
        </p:nvSpPr>
        <p:spPr>
          <a:xfrm>
            <a:off x="6652260" y="3987800"/>
            <a:ext cx="3881628" cy="293624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35" name="Text 233"/>
          <p:cNvSpPr/>
          <p:nvPr/>
        </p:nvSpPr>
        <p:spPr>
          <a:xfrm>
            <a:off x="6675120" y="3992372"/>
            <a:ext cx="3835908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>
                <a:solidFill>
                  <a:srgbClr val="543443"/>
                </a:solidFill>
              </a:rPr>
              <a:t>邱燕妮</a:t>
            </a:r>
            <a:endParaRPr lang="en-US" sz="1600"/>
          </a:p>
        </p:txBody>
      </p:sp>
      <p:sp>
        <p:nvSpPr>
          <p:cNvPr id="236" name="Shape 234"/>
          <p:cNvSpPr/>
          <p:nvPr/>
        </p:nvSpPr>
        <p:spPr>
          <a:xfrm>
            <a:off x="10533888" y="3987800"/>
            <a:ext cx="621792" cy="293624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37" name="Text 235"/>
          <p:cNvSpPr/>
          <p:nvPr/>
        </p:nvSpPr>
        <p:spPr>
          <a:xfrm>
            <a:off x="10556748" y="3992372"/>
            <a:ext cx="576072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>
                <a:solidFill>
                  <a:srgbClr val="543443"/>
                </a:solidFill>
              </a:rPr>
              <a:t>喜德</a:t>
            </a:r>
            <a:endParaRPr lang="en-US" sz="1600"/>
          </a:p>
        </p:txBody>
      </p:sp>
      <p:sp>
        <p:nvSpPr>
          <p:cNvPr id="238" name="Shape 236"/>
          <p:cNvSpPr/>
          <p:nvPr/>
        </p:nvSpPr>
        <p:spPr>
          <a:xfrm>
            <a:off x="11155680" y="3987800"/>
            <a:ext cx="530352" cy="293624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39" name="Text 237"/>
          <p:cNvSpPr/>
          <p:nvPr/>
        </p:nvSpPr>
        <p:spPr>
          <a:xfrm>
            <a:off x="11178540" y="3992372"/>
            <a:ext cx="484632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7B3C5E"/>
                </a:solidFill>
              </a:rPr>
              <a:t>2</a:t>
            </a:r>
            <a:endParaRPr lang="en-US" sz="1600"/>
          </a:p>
        </p:txBody>
      </p:sp>
      <p:sp>
        <p:nvSpPr>
          <p:cNvPr id="240" name="Shape 238"/>
          <p:cNvSpPr/>
          <p:nvPr/>
        </p:nvSpPr>
        <p:spPr>
          <a:xfrm>
            <a:off x="6176772" y="4281424"/>
            <a:ext cx="475488" cy="293624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41" name="Text 239"/>
          <p:cNvSpPr/>
          <p:nvPr/>
        </p:nvSpPr>
        <p:spPr>
          <a:xfrm>
            <a:off x="6199632" y="4285996"/>
            <a:ext cx="429768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>
                <a:solidFill>
                  <a:srgbClr val="543443"/>
                </a:solidFill>
              </a:rPr>
              <a:t>28</a:t>
            </a:r>
            <a:endParaRPr lang="en-US" sz="1600"/>
          </a:p>
        </p:txBody>
      </p:sp>
      <p:sp>
        <p:nvSpPr>
          <p:cNvPr id="242" name="Shape 240"/>
          <p:cNvSpPr/>
          <p:nvPr/>
        </p:nvSpPr>
        <p:spPr>
          <a:xfrm>
            <a:off x="6652260" y="4281424"/>
            <a:ext cx="3881628" cy="293624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43" name="Text 241"/>
          <p:cNvSpPr/>
          <p:nvPr/>
        </p:nvSpPr>
        <p:spPr>
          <a:xfrm>
            <a:off x="6675120" y="4285996"/>
            <a:ext cx="3835908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>
                <a:solidFill>
                  <a:srgbClr val="543443"/>
                </a:solidFill>
              </a:rPr>
              <a:t>潘汶桐</a:t>
            </a:r>
            <a:endParaRPr lang="en-US" sz="1600"/>
          </a:p>
        </p:txBody>
      </p:sp>
      <p:sp>
        <p:nvSpPr>
          <p:cNvPr id="244" name="Shape 242"/>
          <p:cNvSpPr/>
          <p:nvPr/>
        </p:nvSpPr>
        <p:spPr>
          <a:xfrm>
            <a:off x="10533888" y="4281424"/>
            <a:ext cx="621792" cy="293624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45" name="Text 243"/>
          <p:cNvSpPr/>
          <p:nvPr/>
        </p:nvSpPr>
        <p:spPr>
          <a:xfrm>
            <a:off x="10556748" y="4285996"/>
            <a:ext cx="576072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>
                <a:solidFill>
                  <a:srgbClr val="543443"/>
                </a:solidFill>
              </a:rPr>
              <a:t>喜德</a:t>
            </a:r>
            <a:endParaRPr lang="en-US" sz="1600"/>
          </a:p>
        </p:txBody>
      </p:sp>
      <p:sp>
        <p:nvSpPr>
          <p:cNvPr id="246" name="Shape 244"/>
          <p:cNvSpPr/>
          <p:nvPr/>
        </p:nvSpPr>
        <p:spPr>
          <a:xfrm>
            <a:off x="11155680" y="4281424"/>
            <a:ext cx="530352" cy="293624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47" name="Text 245"/>
          <p:cNvSpPr/>
          <p:nvPr/>
        </p:nvSpPr>
        <p:spPr>
          <a:xfrm>
            <a:off x="11178540" y="4285996"/>
            <a:ext cx="484632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7B3C5E"/>
                </a:solidFill>
              </a:rPr>
              <a:t>2</a:t>
            </a:r>
            <a:endParaRPr lang="en-US" sz="1600"/>
          </a:p>
        </p:txBody>
      </p:sp>
      <p:sp>
        <p:nvSpPr>
          <p:cNvPr id="248" name="Shape 246"/>
          <p:cNvSpPr/>
          <p:nvPr/>
        </p:nvSpPr>
        <p:spPr>
          <a:xfrm>
            <a:off x="6176772" y="4575048"/>
            <a:ext cx="475488" cy="293624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49" name="Text 247"/>
          <p:cNvSpPr/>
          <p:nvPr/>
        </p:nvSpPr>
        <p:spPr>
          <a:xfrm>
            <a:off x="6199632" y="4579620"/>
            <a:ext cx="429768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>
                <a:solidFill>
                  <a:srgbClr val="543443"/>
                </a:solidFill>
              </a:rPr>
              <a:t>29</a:t>
            </a:r>
            <a:endParaRPr lang="en-US" sz="1600"/>
          </a:p>
        </p:txBody>
      </p:sp>
      <p:sp>
        <p:nvSpPr>
          <p:cNvPr id="250" name="Shape 248"/>
          <p:cNvSpPr/>
          <p:nvPr/>
        </p:nvSpPr>
        <p:spPr>
          <a:xfrm>
            <a:off x="6652260" y="4575048"/>
            <a:ext cx="3881628" cy="293624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51" name="Text 249"/>
          <p:cNvSpPr/>
          <p:nvPr/>
        </p:nvSpPr>
        <p:spPr>
          <a:xfrm>
            <a:off x="6675120" y="4579620"/>
            <a:ext cx="3835908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>
                <a:solidFill>
                  <a:srgbClr val="543443"/>
                </a:solidFill>
              </a:rPr>
              <a:t>江巧燕</a:t>
            </a:r>
            <a:endParaRPr lang="en-US" sz="1600"/>
          </a:p>
        </p:txBody>
      </p:sp>
      <p:sp>
        <p:nvSpPr>
          <p:cNvPr id="252" name="Shape 250"/>
          <p:cNvSpPr/>
          <p:nvPr/>
        </p:nvSpPr>
        <p:spPr>
          <a:xfrm>
            <a:off x="10533888" y="4575048"/>
            <a:ext cx="621792" cy="293624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53" name="Text 251"/>
          <p:cNvSpPr/>
          <p:nvPr/>
        </p:nvSpPr>
        <p:spPr>
          <a:xfrm>
            <a:off x="10556748" y="4579620"/>
            <a:ext cx="576072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>
                <a:solidFill>
                  <a:srgbClr val="543443"/>
                </a:solidFill>
              </a:rPr>
              <a:t>喜德</a:t>
            </a:r>
            <a:endParaRPr lang="en-US" sz="1600"/>
          </a:p>
        </p:txBody>
      </p:sp>
      <p:sp>
        <p:nvSpPr>
          <p:cNvPr id="254" name="Shape 252"/>
          <p:cNvSpPr/>
          <p:nvPr/>
        </p:nvSpPr>
        <p:spPr>
          <a:xfrm>
            <a:off x="11155680" y="4575048"/>
            <a:ext cx="530352" cy="293624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55" name="Text 253"/>
          <p:cNvSpPr/>
          <p:nvPr/>
        </p:nvSpPr>
        <p:spPr>
          <a:xfrm>
            <a:off x="11178540" y="4579620"/>
            <a:ext cx="484632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7B3C5E"/>
                </a:solidFill>
              </a:rPr>
              <a:t>1</a:t>
            </a:r>
            <a:endParaRPr lang="en-US" sz="1600"/>
          </a:p>
        </p:txBody>
      </p:sp>
      <p:sp>
        <p:nvSpPr>
          <p:cNvPr id="256" name="Shape 254"/>
          <p:cNvSpPr/>
          <p:nvPr/>
        </p:nvSpPr>
        <p:spPr>
          <a:xfrm>
            <a:off x="6176772" y="4868672"/>
            <a:ext cx="475488" cy="293624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57" name="Text 255"/>
          <p:cNvSpPr/>
          <p:nvPr/>
        </p:nvSpPr>
        <p:spPr>
          <a:xfrm>
            <a:off x="6199632" y="4873244"/>
            <a:ext cx="429768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>
                <a:solidFill>
                  <a:srgbClr val="543443"/>
                </a:solidFill>
              </a:rPr>
              <a:t>30</a:t>
            </a:r>
            <a:endParaRPr lang="en-US" sz="1600"/>
          </a:p>
        </p:txBody>
      </p:sp>
      <p:sp>
        <p:nvSpPr>
          <p:cNvPr id="258" name="Shape 256"/>
          <p:cNvSpPr/>
          <p:nvPr/>
        </p:nvSpPr>
        <p:spPr>
          <a:xfrm>
            <a:off x="6652260" y="4868672"/>
            <a:ext cx="3881628" cy="293624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59" name="Text 257"/>
          <p:cNvSpPr/>
          <p:nvPr/>
        </p:nvSpPr>
        <p:spPr>
          <a:xfrm>
            <a:off x="6675120" y="4873244"/>
            <a:ext cx="3835908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>
                <a:solidFill>
                  <a:srgbClr val="543443"/>
                </a:solidFill>
              </a:rPr>
              <a:t>陳鍬諺</a:t>
            </a:r>
            <a:endParaRPr lang="en-US" sz="1600"/>
          </a:p>
        </p:txBody>
      </p:sp>
      <p:sp>
        <p:nvSpPr>
          <p:cNvPr id="260" name="Shape 258"/>
          <p:cNvSpPr/>
          <p:nvPr/>
        </p:nvSpPr>
        <p:spPr>
          <a:xfrm>
            <a:off x="10533888" y="4868672"/>
            <a:ext cx="621792" cy="293624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61" name="Text 259"/>
          <p:cNvSpPr/>
          <p:nvPr/>
        </p:nvSpPr>
        <p:spPr>
          <a:xfrm>
            <a:off x="10556748" y="4873244"/>
            <a:ext cx="576072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>
                <a:solidFill>
                  <a:srgbClr val="543443"/>
                </a:solidFill>
              </a:rPr>
              <a:t>仁德</a:t>
            </a:r>
            <a:endParaRPr lang="en-US" sz="1600"/>
          </a:p>
        </p:txBody>
      </p:sp>
      <p:sp>
        <p:nvSpPr>
          <p:cNvPr id="262" name="Shape 260"/>
          <p:cNvSpPr/>
          <p:nvPr/>
        </p:nvSpPr>
        <p:spPr>
          <a:xfrm>
            <a:off x="11155680" y="4868672"/>
            <a:ext cx="530352" cy="293624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63" name="Text 261"/>
          <p:cNvSpPr/>
          <p:nvPr/>
        </p:nvSpPr>
        <p:spPr>
          <a:xfrm>
            <a:off x="11178540" y="4873244"/>
            <a:ext cx="484632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7B3C5E"/>
                </a:solidFill>
              </a:rPr>
              <a:t>4</a:t>
            </a:r>
            <a:endParaRPr lang="en-US" sz="1600"/>
          </a:p>
        </p:txBody>
      </p:sp>
      <p:sp>
        <p:nvSpPr>
          <p:cNvPr id="264" name="Shape 262"/>
          <p:cNvSpPr/>
          <p:nvPr/>
        </p:nvSpPr>
        <p:spPr>
          <a:xfrm>
            <a:off x="6176772" y="5162296"/>
            <a:ext cx="475488" cy="293624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65" name="Text 263"/>
          <p:cNvSpPr/>
          <p:nvPr/>
        </p:nvSpPr>
        <p:spPr>
          <a:xfrm>
            <a:off x="6199632" y="5166868"/>
            <a:ext cx="429768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>
                <a:solidFill>
                  <a:srgbClr val="543443"/>
                </a:solidFill>
              </a:rPr>
              <a:t>31</a:t>
            </a:r>
            <a:endParaRPr lang="en-US" sz="1600"/>
          </a:p>
        </p:txBody>
      </p:sp>
      <p:sp>
        <p:nvSpPr>
          <p:cNvPr id="266" name="Shape 264"/>
          <p:cNvSpPr/>
          <p:nvPr/>
        </p:nvSpPr>
        <p:spPr>
          <a:xfrm>
            <a:off x="6652260" y="5162296"/>
            <a:ext cx="3881628" cy="293624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67" name="Text 265"/>
          <p:cNvSpPr/>
          <p:nvPr/>
        </p:nvSpPr>
        <p:spPr>
          <a:xfrm>
            <a:off x="6675120" y="5166868"/>
            <a:ext cx="3835908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>
                <a:solidFill>
                  <a:srgbClr val="543443"/>
                </a:solidFill>
              </a:rPr>
              <a:t>王慧雯</a:t>
            </a:r>
            <a:endParaRPr lang="en-US" sz="1600"/>
          </a:p>
        </p:txBody>
      </p:sp>
      <p:sp>
        <p:nvSpPr>
          <p:cNvPr id="268" name="Shape 266"/>
          <p:cNvSpPr/>
          <p:nvPr/>
        </p:nvSpPr>
        <p:spPr>
          <a:xfrm>
            <a:off x="10533888" y="5162296"/>
            <a:ext cx="621792" cy="293624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69" name="Text 267"/>
          <p:cNvSpPr/>
          <p:nvPr/>
        </p:nvSpPr>
        <p:spPr>
          <a:xfrm>
            <a:off x="10556748" y="5166868"/>
            <a:ext cx="576072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>
                <a:solidFill>
                  <a:srgbClr val="543443"/>
                </a:solidFill>
              </a:rPr>
              <a:t>仁德</a:t>
            </a:r>
            <a:endParaRPr lang="en-US" sz="1600"/>
          </a:p>
        </p:txBody>
      </p:sp>
      <p:sp>
        <p:nvSpPr>
          <p:cNvPr id="270" name="Shape 268"/>
          <p:cNvSpPr/>
          <p:nvPr/>
        </p:nvSpPr>
        <p:spPr>
          <a:xfrm>
            <a:off x="11155680" y="5162296"/>
            <a:ext cx="530352" cy="293624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71" name="Text 269"/>
          <p:cNvSpPr/>
          <p:nvPr/>
        </p:nvSpPr>
        <p:spPr>
          <a:xfrm>
            <a:off x="11178540" y="5166868"/>
            <a:ext cx="484632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7B3C5E"/>
                </a:solidFill>
              </a:rPr>
              <a:t>2</a:t>
            </a:r>
            <a:endParaRPr lang="en-US" sz="1600"/>
          </a:p>
        </p:txBody>
      </p:sp>
      <p:sp>
        <p:nvSpPr>
          <p:cNvPr id="272" name="Shape 270"/>
          <p:cNvSpPr/>
          <p:nvPr/>
        </p:nvSpPr>
        <p:spPr>
          <a:xfrm>
            <a:off x="6176772" y="5455920"/>
            <a:ext cx="475488" cy="293624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73" name="Text 271"/>
          <p:cNvSpPr/>
          <p:nvPr/>
        </p:nvSpPr>
        <p:spPr>
          <a:xfrm>
            <a:off x="6199632" y="5460492"/>
            <a:ext cx="429768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>
                <a:solidFill>
                  <a:srgbClr val="543443"/>
                </a:solidFill>
              </a:rPr>
              <a:t>32</a:t>
            </a:r>
            <a:endParaRPr lang="en-US" sz="1600"/>
          </a:p>
        </p:txBody>
      </p:sp>
      <p:sp>
        <p:nvSpPr>
          <p:cNvPr id="274" name="Shape 272"/>
          <p:cNvSpPr/>
          <p:nvPr/>
        </p:nvSpPr>
        <p:spPr>
          <a:xfrm>
            <a:off x="6652260" y="5455920"/>
            <a:ext cx="3881628" cy="293624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75" name="Text 273"/>
          <p:cNvSpPr/>
          <p:nvPr/>
        </p:nvSpPr>
        <p:spPr>
          <a:xfrm>
            <a:off x="6675120" y="5460492"/>
            <a:ext cx="3835908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>
                <a:solidFill>
                  <a:srgbClr val="543443"/>
                </a:solidFill>
              </a:rPr>
              <a:t>葉素秋</a:t>
            </a:r>
            <a:endParaRPr lang="en-US" sz="1600"/>
          </a:p>
        </p:txBody>
      </p:sp>
      <p:sp>
        <p:nvSpPr>
          <p:cNvPr id="276" name="Shape 274"/>
          <p:cNvSpPr/>
          <p:nvPr/>
        </p:nvSpPr>
        <p:spPr>
          <a:xfrm>
            <a:off x="10533888" y="5455920"/>
            <a:ext cx="621792" cy="293624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77" name="Text 275"/>
          <p:cNvSpPr/>
          <p:nvPr/>
        </p:nvSpPr>
        <p:spPr>
          <a:xfrm>
            <a:off x="10556748" y="5460492"/>
            <a:ext cx="576072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>
                <a:solidFill>
                  <a:srgbClr val="543443"/>
                </a:solidFill>
              </a:rPr>
              <a:t>仁德</a:t>
            </a:r>
            <a:endParaRPr lang="en-US" sz="1600"/>
          </a:p>
        </p:txBody>
      </p:sp>
      <p:sp>
        <p:nvSpPr>
          <p:cNvPr id="278" name="Shape 276"/>
          <p:cNvSpPr/>
          <p:nvPr/>
        </p:nvSpPr>
        <p:spPr>
          <a:xfrm>
            <a:off x="11155680" y="5455920"/>
            <a:ext cx="530352" cy="293624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79" name="Text 277"/>
          <p:cNvSpPr/>
          <p:nvPr/>
        </p:nvSpPr>
        <p:spPr>
          <a:xfrm>
            <a:off x="11178540" y="5460492"/>
            <a:ext cx="484632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7B3C5E"/>
                </a:solidFill>
              </a:rPr>
              <a:t>1</a:t>
            </a:r>
            <a:endParaRPr lang="en-US" sz="1600"/>
          </a:p>
        </p:txBody>
      </p:sp>
      <p:sp>
        <p:nvSpPr>
          <p:cNvPr id="280" name="Shape 278"/>
          <p:cNvSpPr/>
          <p:nvPr/>
        </p:nvSpPr>
        <p:spPr>
          <a:xfrm>
            <a:off x="6176772" y="5749544"/>
            <a:ext cx="475488" cy="293624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81" name="Text 279"/>
          <p:cNvSpPr/>
          <p:nvPr/>
        </p:nvSpPr>
        <p:spPr>
          <a:xfrm>
            <a:off x="6199632" y="5754116"/>
            <a:ext cx="429768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>
                <a:solidFill>
                  <a:srgbClr val="543443"/>
                </a:solidFill>
              </a:rPr>
              <a:t>33</a:t>
            </a:r>
            <a:endParaRPr lang="en-US" sz="1600"/>
          </a:p>
        </p:txBody>
      </p:sp>
      <p:sp>
        <p:nvSpPr>
          <p:cNvPr id="282" name="Shape 280"/>
          <p:cNvSpPr/>
          <p:nvPr/>
        </p:nvSpPr>
        <p:spPr>
          <a:xfrm>
            <a:off x="6652260" y="5749544"/>
            <a:ext cx="3881628" cy="293624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83" name="Text 281"/>
          <p:cNvSpPr/>
          <p:nvPr/>
        </p:nvSpPr>
        <p:spPr>
          <a:xfrm>
            <a:off x="6675120" y="5754116"/>
            <a:ext cx="3835908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>
                <a:solidFill>
                  <a:srgbClr val="543443"/>
                </a:solidFill>
              </a:rPr>
              <a:t>黃素真</a:t>
            </a:r>
            <a:endParaRPr lang="en-US" sz="1600"/>
          </a:p>
        </p:txBody>
      </p:sp>
      <p:sp>
        <p:nvSpPr>
          <p:cNvPr id="284" name="Shape 282"/>
          <p:cNvSpPr/>
          <p:nvPr/>
        </p:nvSpPr>
        <p:spPr>
          <a:xfrm>
            <a:off x="10533888" y="5749544"/>
            <a:ext cx="621792" cy="293624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85" name="Text 283"/>
          <p:cNvSpPr/>
          <p:nvPr/>
        </p:nvSpPr>
        <p:spPr>
          <a:xfrm>
            <a:off x="10556748" y="5754116"/>
            <a:ext cx="576072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>
                <a:solidFill>
                  <a:srgbClr val="543443"/>
                </a:solidFill>
              </a:rPr>
              <a:t>隆德</a:t>
            </a:r>
            <a:endParaRPr lang="en-US" sz="1600"/>
          </a:p>
        </p:txBody>
      </p:sp>
      <p:sp>
        <p:nvSpPr>
          <p:cNvPr id="286" name="Shape 284"/>
          <p:cNvSpPr/>
          <p:nvPr/>
        </p:nvSpPr>
        <p:spPr>
          <a:xfrm>
            <a:off x="11155680" y="5749544"/>
            <a:ext cx="530352" cy="293624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87" name="Text 285"/>
          <p:cNvSpPr/>
          <p:nvPr/>
        </p:nvSpPr>
        <p:spPr>
          <a:xfrm>
            <a:off x="11178540" y="5754116"/>
            <a:ext cx="484632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7B3C5E"/>
                </a:solidFill>
              </a:rPr>
              <a:t>1</a:t>
            </a:r>
            <a:endParaRPr lang="en-US" sz="1600"/>
          </a:p>
        </p:txBody>
      </p:sp>
      <p:sp>
        <p:nvSpPr>
          <p:cNvPr id="288" name="Shape 286"/>
          <p:cNvSpPr/>
          <p:nvPr/>
        </p:nvSpPr>
        <p:spPr>
          <a:xfrm>
            <a:off x="6176772" y="6043168"/>
            <a:ext cx="475488" cy="293624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89" name="Text 287"/>
          <p:cNvSpPr/>
          <p:nvPr/>
        </p:nvSpPr>
        <p:spPr>
          <a:xfrm>
            <a:off x="6199632" y="6047740"/>
            <a:ext cx="429768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>
                <a:solidFill>
                  <a:srgbClr val="543443"/>
                </a:solidFill>
              </a:rPr>
              <a:t>34</a:t>
            </a:r>
            <a:endParaRPr lang="en-US" sz="1600"/>
          </a:p>
        </p:txBody>
      </p:sp>
      <p:sp>
        <p:nvSpPr>
          <p:cNvPr id="290" name="Shape 288"/>
          <p:cNvSpPr/>
          <p:nvPr/>
        </p:nvSpPr>
        <p:spPr>
          <a:xfrm>
            <a:off x="6652260" y="6043168"/>
            <a:ext cx="3881628" cy="293624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91" name="Text 289"/>
          <p:cNvSpPr/>
          <p:nvPr/>
        </p:nvSpPr>
        <p:spPr>
          <a:xfrm>
            <a:off x="6675120" y="6047740"/>
            <a:ext cx="3835908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>
                <a:solidFill>
                  <a:srgbClr val="543443"/>
                </a:solidFill>
              </a:rPr>
              <a:t>潘雪萍</a:t>
            </a:r>
            <a:endParaRPr lang="en-US" sz="1600"/>
          </a:p>
        </p:txBody>
      </p:sp>
      <p:sp>
        <p:nvSpPr>
          <p:cNvPr id="292" name="Shape 290"/>
          <p:cNvSpPr/>
          <p:nvPr/>
        </p:nvSpPr>
        <p:spPr>
          <a:xfrm>
            <a:off x="10533888" y="6043168"/>
            <a:ext cx="621792" cy="293624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93" name="Text 291"/>
          <p:cNvSpPr/>
          <p:nvPr/>
        </p:nvSpPr>
        <p:spPr>
          <a:xfrm>
            <a:off x="10556748" y="6047740"/>
            <a:ext cx="576072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>
                <a:solidFill>
                  <a:srgbClr val="543443"/>
                </a:solidFill>
              </a:rPr>
              <a:t>隆德</a:t>
            </a:r>
            <a:endParaRPr lang="en-US" sz="1600"/>
          </a:p>
        </p:txBody>
      </p:sp>
      <p:sp>
        <p:nvSpPr>
          <p:cNvPr id="294" name="Shape 292"/>
          <p:cNvSpPr/>
          <p:nvPr/>
        </p:nvSpPr>
        <p:spPr>
          <a:xfrm>
            <a:off x="11155680" y="6043168"/>
            <a:ext cx="530352" cy="293624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95" name="Text 293"/>
          <p:cNvSpPr/>
          <p:nvPr/>
        </p:nvSpPr>
        <p:spPr>
          <a:xfrm>
            <a:off x="11178540" y="6047740"/>
            <a:ext cx="484632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7B3C5E"/>
                </a:solidFill>
              </a:rPr>
              <a:t>1</a:t>
            </a:r>
            <a:endParaRPr lang="en-US" sz="1600"/>
          </a:p>
        </p:txBody>
      </p:sp>
      <p:sp>
        <p:nvSpPr>
          <p:cNvPr id="296" name="Text 294"/>
          <p:cNvSpPr/>
          <p:nvPr/>
        </p:nvSpPr>
        <p:spPr>
          <a:xfrm>
            <a:off x="11338560" y="6510528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E7284"/>
                </a:solidFill>
              </a:rPr>
              <a:t>11</a:t>
            </a:r>
            <a:endParaRPr lang="en-US" sz="900" dirty="0"/>
          </a:p>
        </p:txBody>
      </p:sp>
      <p:sp>
        <p:nvSpPr>
          <p:cNvPr id="299" name="Eyebrow">
            <a:extLst>
              <a:ext uri="{FF2B5EF4-FFF2-40B4-BE49-F238E27FC236}">
                <a16:creationId xmlns:a16="http://schemas.microsoft.com/office/drawing/2014/main" id="{2853203A-8016-8E4D-1CB7-75CA30E5FA81}"/>
              </a:ext>
            </a:extLst>
          </p:cNvPr>
          <p:cNvSpPr/>
          <p:nvPr/>
        </p:nvSpPr>
        <p:spPr>
          <a:xfrm>
            <a:off x="7315200" y="228600"/>
            <a:ext cx="4343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zh-TW" altLang="en-US" sz="1600" spc="200" dirty="0">
                <a:solidFill>
                  <a:srgbClr val="F7E8D2"/>
                </a:solidFill>
                <a:latin typeface="Noto Sans CJK TC"/>
                <a:ea typeface="Noto Sans CJK TC"/>
              </a:rPr>
              <a:t>2026年 · 巴生道務中心</a:t>
            </a:r>
            <a:endParaRPr lang="en-US" sz="16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9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pic>
        <p:nvPicPr>
          <p:cNvPr id="289" name="Lotus Watermark"/>
          <p:cNvPicPr>
            <a:picLocks noChangeAspect="1"/>
          </p:cNvPicPr>
          <p:nvPr/>
        </p:nvPicPr>
        <p:blipFill>
          <a:blip r:embed="rId3">
            <a:alphaModFix amt="14000"/>
          </a:blip>
          <a:srcRect t="7771" b="777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7B3C5E"/>
          </a:solidFill>
          <a:ln w="12700">
            <a:solidFill>
              <a:srgbClr val="7B3C5E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" name="Shape 1"/>
          <p:cNvSpPr/>
          <p:nvPr/>
        </p:nvSpPr>
        <p:spPr>
          <a:xfrm>
            <a:off x="0" y="777240"/>
            <a:ext cx="12191695" cy="73152"/>
          </a:xfrm>
          <a:prstGeom prst="rect">
            <a:avLst/>
          </a:prstGeom>
          <a:solidFill>
            <a:srgbClr val="D8B06A"/>
          </a:solidFill>
          <a:ln w="12700">
            <a:solidFill>
              <a:srgbClr val="D8B06A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4" name="Text 2"/>
          <p:cNvSpPr/>
          <p:nvPr/>
        </p:nvSpPr>
        <p:spPr>
          <a:xfrm>
            <a:off x="502920" y="164592"/>
            <a:ext cx="8732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547" b="1" dirty="0">
                <a:solidFill>
                  <a:srgbClr val="FFFFFF"/>
                </a:solidFill>
              </a:rPr>
              <a:t>渡1至9</a:t>
            </a:r>
            <a:r>
              <a:rPr lang="zh-CN" altLang="en-US" sz="2547" b="1" dirty="0">
                <a:solidFill>
                  <a:srgbClr val="FFFFFF"/>
                </a:solidFill>
              </a:rPr>
              <a:t>位求道人</a:t>
            </a:r>
            <a:r>
              <a:rPr lang="en-US" sz="2547" b="1" dirty="0">
                <a:solidFill>
                  <a:srgbClr val="FFFFFF"/>
                </a:solidFill>
              </a:rPr>
              <a:t>｜南三組（2/2）</a:t>
            </a:r>
            <a:endParaRPr lang="en-US" sz="2547" dirty="0"/>
          </a:p>
        </p:txBody>
      </p:sp>
      <p:sp>
        <p:nvSpPr>
          <p:cNvPr id="6" name="Shape 4"/>
          <p:cNvSpPr/>
          <p:nvPr/>
        </p:nvSpPr>
        <p:spPr>
          <a:xfrm>
            <a:off x="502920" y="1051560"/>
            <a:ext cx="5509260" cy="5285232"/>
          </a:xfrm>
          <a:prstGeom prst="roundRect">
            <a:avLst/>
          </a:prstGeom>
          <a:solidFill>
            <a:srgbClr val="FFFCFA"/>
          </a:solidFill>
          <a:ln w="12700">
            <a:solidFill>
              <a:srgbClr val="D8B77D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7" name="Shape 5"/>
          <p:cNvSpPr/>
          <p:nvPr/>
        </p:nvSpPr>
        <p:spPr>
          <a:xfrm>
            <a:off x="502920" y="1051560"/>
            <a:ext cx="475488" cy="293624"/>
          </a:xfrm>
          <a:prstGeom prst="rect">
            <a:avLst/>
          </a:prstGeom>
          <a:solidFill>
            <a:srgbClr val="92506F"/>
          </a:solidFill>
          <a:ln w="6350">
            <a:solidFill>
              <a:srgbClr val="E6C992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8" name="Text 6"/>
          <p:cNvSpPr/>
          <p:nvPr/>
        </p:nvSpPr>
        <p:spPr>
          <a:xfrm>
            <a:off x="521208" y="1060704"/>
            <a:ext cx="438912" cy="275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</a:rPr>
              <a:t>No</a:t>
            </a:r>
            <a:endParaRPr lang="en-US" sz="1600"/>
          </a:p>
        </p:txBody>
      </p:sp>
      <p:sp>
        <p:nvSpPr>
          <p:cNvPr id="9" name="Shape 7"/>
          <p:cNvSpPr/>
          <p:nvPr/>
        </p:nvSpPr>
        <p:spPr>
          <a:xfrm>
            <a:off x="978408" y="1051560"/>
            <a:ext cx="3881628" cy="293624"/>
          </a:xfrm>
          <a:prstGeom prst="rect">
            <a:avLst/>
          </a:prstGeom>
          <a:solidFill>
            <a:srgbClr val="7B3C5E"/>
          </a:solidFill>
          <a:ln w="6350">
            <a:solidFill>
              <a:srgbClr val="E6C992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0" name="Text 8"/>
          <p:cNvSpPr/>
          <p:nvPr/>
        </p:nvSpPr>
        <p:spPr>
          <a:xfrm>
            <a:off x="996696" y="1060704"/>
            <a:ext cx="3845052" cy="275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</a:rPr>
              <a:t>負責人</a:t>
            </a:r>
            <a:endParaRPr lang="en-US" sz="1600"/>
          </a:p>
        </p:txBody>
      </p:sp>
      <p:sp>
        <p:nvSpPr>
          <p:cNvPr id="11" name="Shape 9"/>
          <p:cNvSpPr/>
          <p:nvPr/>
        </p:nvSpPr>
        <p:spPr>
          <a:xfrm>
            <a:off x="4860036" y="1051560"/>
            <a:ext cx="621792" cy="293624"/>
          </a:xfrm>
          <a:prstGeom prst="rect">
            <a:avLst/>
          </a:prstGeom>
          <a:solidFill>
            <a:srgbClr val="92506F"/>
          </a:solidFill>
          <a:ln w="6350">
            <a:solidFill>
              <a:srgbClr val="E6C992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2" name="Text 10"/>
          <p:cNvSpPr/>
          <p:nvPr/>
        </p:nvSpPr>
        <p:spPr>
          <a:xfrm>
            <a:off x="4878324" y="1060704"/>
            <a:ext cx="585216" cy="275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</a:rPr>
              <a:t>屬壇</a:t>
            </a:r>
            <a:endParaRPr lang="en-US" sz="1600"/>
          </a:p>
        </p:txBody>
      </p:sp>
      <p:sp>
        <p:nvSpPr>
          <p:cNvPr id="13" name="Shape 11"/>
          <p:cNvSpPr/>
          <p:nvPr/>
        </p:nvSpPr>
        <p:spPr>
          <a:xfrm>
            <a:off x="5481828" y="1051560"/>
            <a:ext cx="530352" cy="293624"/>
          </a:xfrm>
          <a:prstGeom prst="rect">
            <a:avLst/>
          </a:prstGeom>
          <a:solidFill>
            <a:srgbClr val="92506F"/>
          </a:solidFill>
          <a:ln w="6350">
            <a:solidFill>
              <a:srgbClr val="E6C992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4" name="Text 12"/>
          <p:cNvSpPr/>
          <p:nvPr/>
        </p:nvSpPr>
        <p:spPr>
          <a:xfrm>
            <a:off x="5500116" y="1060704"/>
            <a:ext cx="493776" cy="275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</a:rPr>
              <a:t>求道人數</a:t>
            </a:r>
            <a:endParaRPr lang="en-US" sz="1600"/>
          </a:p>
        </p:txBody>
      </p:sp>
      <p:sp>
        <p:nvSpPr>
          <p:cNvPr id="15" name="Shape 13"/>
          <p:cNvSpPr/>
          <p:nvPr/>
        </p:nvSpPr>
        <p:spPr>
          <a:xfrm>
            <a:off x="502920" y="1345184"/>
            <a:ext cx="475488" cy="293624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6" name="Text 14"/>
          <p:cNvSpPr/>
          <p:nvPr/>
        </p:nvSpPr>
        <p:spPr>
          <a:xfrm>
            <a:off x="525780" y="1349756"/>
            <a:ext cx="429768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>
                <a:solidFill>
                  <a:srgbClr val="543443"/>
                </a:solidFill>
              </a:rPr>
              <a:t>35</a:t>
            </a:r>
            <a:endParaRPr lang="en-US" sz="1600"/>
          </a:p>
        </p:txBody>
      </p:sp>
      <p:sp>
        <p:nvSpPr>
          <p:cNvPr id="17" name="Shape 15"/>
          <p:cNvSpPr/>
          <p:nvPr/>
        </p:nvSpPr>
        <p:spPr>
          <a:xfrm>
            <a:off x="978408" y="1345184"/>
            <a:ext cx="3881628" cy="293624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8" name="Text 16"/>
          <p:cNvSpPr/>
          <p:nvPr/>
        </p:nvSpPr>
        <p:spPr>
          <a:xfrm>
            <a:off x="1001268" y="1349756"/>
            <a:ext cx="3835908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>
                <a:solidFill>
                  <a:srgbClr val="543443"/>
                </a:solidFill>
              </a:rPr>
              <a:t>陳愛妮</a:t>
            </a:r>
            <a:endParaRPr lang="en-US" sz="1600"/>
          </a:p>
        </p:txBody>
      </p:sp>
      <p:sp>
        <p:nvSpPr>
          <p:cNvPr id="19" name="Shape 17"/>
          <p:cNvSpPr/>
          <p:nvPr/>
        </p:nvSpPr>
        <p:spPr>
          <a:xfrm>
            <a:off x="4860036" y="1345184"/>
            <a:ext cx="621792" cy="293624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0" name="Text 18"/>
          <p:cNvSpPr/>
          <p:nvPr/>
        </p:nvSpPr>
        <p:spPr>
          <a:xfrm>
            <a:off x="4882896" y="1349756"/>
            <a:ext cx="576072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>
                <a:solidFill>
                  <a:srgbClr val="543443"/>
                </a:solidFill>
              </a:rPr>
              <a:t>隆德</a:t>
            </a:r>
            <a:endParaRPr lang="en-US" sz="1600"/>
          </a:p>
        </p:txBody>
      </p:sp>
      <p:sp>
        <p:nvSpPr>
          <p:cNvPr id="21" name="Shape 19"/>
          <p:cNvSpPr/>
          <p:nvPr/>
        </p:nvSpPr>
        <p:spPr>
          <a:xfrm>
            <a:off x="5481828" y="1345184"/>
            <a:ext cx="530352" cy="293624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2" name="Text 20"/>
          <p:cNvSpPr/>
          <p:nvPr/>
        </p:nvSpPr>
        <p:spPr>
          <a:xfrm>
            <a:off x="5504688" y="1349756"/>
            <a:ext cx="484632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7B3C5E"/>
                </a:solidFill>
              </a:rPr>
              <a:t>1</a:t>
            </a:r>
            <a:endParaRPr lang="en-US" sz="1600"/>
          </a:p>
        </p:txBody>
      </p:sp>
      <p:sp>
        <p:nvSpPr>
          <p:cNvPr id="23" name="Shape 21"/>
          <p:cNvSpPr/>
          <p:nvPr/>
        </p:nvSpPr>
        <p:spPr>
          <a:xfrm>
            <a:off x="502920" y="1638808"/>
            <a:ext cx="475488" cy="293624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4" name="Text 22"/>
          <p:cNvSpPr/>
          <p:nvPr/>
        </p:nvSpPr>
        <p:spPr>
          <a:xfrm>
            <a:off x="525780" y="1643380"/>
            <a:ext cx="429768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>
                <a:solidFill>
                  <a:srgbClr val="543443"/>
                </a:solidFill>
              </a:rPr>
              <a:t>36</a:t>
            </a:r>
            <a:endParaRPr lang="en-US" sz="1600"/>
          </a:p>
        </p:txBody>
      </p:sp>
      <p:sp>
        <p:nvSpPr>
          <p:cNvPr id="25" name="Shape 23"/>
          <p:cNvSpPr/>
          <p:nvPr/>
        </p:nvSpPr>
        <p:spPr>
          <a:xfrm>
            <a:off x="978408" y="1638808"/>
            <a:ext cx="3881628" cy="293624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6" name="Text 24"/>
          <p:cNvSpPr/>
          <p:nvPr/>
        </p:nvSpPr>
        <p:spPr>
          <a:xfrm>
            <a:off x="1001268" y="1643380"/>
            <a:ext cx="3835908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>
                <a:solidFill>
                  <a:srgbClr val="543443"/>
                </a:solidFill>
              </a:rPr>
              <a:t>蔡雙勵</a:t>
            </a:r>
            <a:endParaRPr lang="en-US" sz="1600"/>
          </a:p>
        </p:txBody>
      </p:sp>
      <p:sp>
        <p:nvSpPr>
          <p:cNvPr id="27" name="Shape 25"/>
          <p:cNvSpPr/>
          <p:nvPr/>
        </p:nvSpPr>
        <p:spPr>
          <a:xfrm>
            <a:off x="4860036" y="1638808"/>
            <a:ext cx="621792" cy="293624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8" name="Text 26"/>
          <p:cNvSpPr/>
          <p:nvPr/>
        </p:nvSpPr>
        <p:spPr>
          <a:xfrm>
            <a:off x="4882896" y="1643380"/>
            <a:ext cx="576072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>
                <a:solidFill>
                  <a:srgbClr val="543443"/>
                </a:solidFill>
              </a:rPr>
              <a:t>華德</a:t>
            </a:r>
            <a:endParaRPr lang="en-US" sz="1600"/>
          </a:p>
        </p:txBody>
      </p:sp>
      <p:sp>
        <p:nvSpPr>
          <p:cNvPr id="29" name="Shape 27"/>
          <p:cNvSpPr/>
          <p:nvPr/>
        </p:nvSpPr>
        <p:spPr>
          <a:xfrm>
            <a:off x="5481828" y="1638808"/>
            <a:ext cx="530352" cy="293624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0" name="Text 28"/>
          <p:cNvSpPr/>
          <p:nvPr/>
        </p:nvSpPr>
        <p:spPr>
          <a:xfrm>
            <a:off x="5504688" y="1643380"/>
            <a:ext cx="484632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7B3C5E"/>
                </a:solidFill>
              </a:rPr>
              <a:t>9</a:t>
            </a:r>
            <a:endParaRPr lang="en-US" sz="1600"/>
          </a:p>
        </p:txBody>
      </p:sp>
      <p:sp>
        <p:nvSpPr>
          <p:cNvPr id="31" name="Shape 29"/>
          <p:cNvSpPr/>
          <p:nvPr/>
        </p:nvSpPr>
        <p:spPr>
          <a:xfrm>
            <a:off x="502920" y="1932432"/>
            <a:ext cx="475488" cy="293624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2" name="Text 30"/>
          <p:cNvSpPr/>
          <p:nvPr/>
        </p:nvSpPr>
        <p:spPr>
          <a:xfrm>
            <a:off x="525780" y="1937004"/>
            <a:ext cx="429768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>
                <a:solidFill>
                  <a:srgbClr val="543443"/>
                </a:solidFill>
              </a:rPr>
              <a:t>37</a:t>
            </a:r>
            <a:endParaRPr lang="en-US" sz="1600"/>
          </a:p>
        </p:txBody>
      </p:sp>
      <p:sp>
        <p:nvSpPr>
          <p:cNvPr id="33" name="Shape 31"/>
          <p:cNvSpPr/>
          <p:nvPr/>
        </p:nvSpPr>
        <p:spPr>
          <a:xfrm>
            <a:off x="978408" y="1932432"/>
            <a:ext cx="3881628" cy="293624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4" name="Text 32"/>
          <p:cNvSpPr/>
          <p:nvPr/>
        </p:nvSpPr>
        <p:spPr>
          <a:xfrm>
            <a:off x="1001268" y="1937004"/>
            <a:ext cx="3835908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>
                <a:solidFill>
                  <a:srgbClr val="543443"/>
                </a:solidFill>
              </a:rPr>
              <a:t>黃誼瑧</a:t>
            </a:r>
            <a:endParaRPr lang="en-US" sz="1600"/>
          </a:p>
        </p:txBody>
      </p:sp>
      <p:sp>
        <p:nvSpPr>
          <p:cNvPr id="35" name="Shape 33"/>
          <p:cNvSpPr/>
          <p:nvPr/>
        </p:nvSpPr>
        <p:spPr>
          <a:xfrm>
            <a:off x="4860036" y="1932432"/>
            <a:ext cx="621792" cy="293624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6" name="Text 34"/>
          <p:cNvSpPr/>
          <p:nvPr/>
        </p:nvSpPr>
        <p:spPr>
          <a:xfrm>
            <a:off x="4882896" y="1937004"/>
            <a:ext cx="576072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>
                <a:solidFill>
                  <a:srgbClr val="543443"/>
                </a:solidFill>
              </a:rPr>
              <a:t>華德</a:t>
            </a:r>
            <a:endParaRPr lang="en-US" sz="1600"/>
          </a:p>
        </p:txBody>
      </p:sp>
      <p:sp>
        <p:nvSpPr>
          <p:cNvPr id="37" name="Shape 35"/>
          <p:cNvSpPr/>
          <p:nvPr/>
        </p:nvSpPr>
        <p:spPr>
          <a:xfrm>
            <a:off x="5481828" y="1932432"/>
            <a:ext cx="530352" cy="293624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8" name="Text 36"/>
          <p:cNvSpPr/>
          <p:nvPr/>
        </p:nvSpPr>
        <p:spPr>
          <a:xfrm>
            <a:off x="5504688" y="1937004"/>
            <a:ext cx="484632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7B3C5E"/>
                </a:solidFill>
              </a:rPr>
              <a:t>6</a:t>
            </a:r>
            <a:endParaRPr lang="en-US" sz="1600"/>
          </a:p>
        </p:txBody>
      </p:sp>
      <p:sp>
        <p:nvSpPr>
          <p:cNvPr id="39" name="Shape 37"/>
          <p:cNvSpPr/>
          <p:nvPr/>
        </p:nvSpPr>
        <p:spPr>
          <a:xfrm>
            <a:off x="502920" y="2226056"/>
            <a:ext cx="475488" cy="293624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40" name="Text 38"/>
          <p:cNvSpPr/>
          <p:nvPr/>
        </p:nvSpPr>
        <p:spPr>
          <a:xfrm>
            <a:off x="525780" y="2230628"/>
            <a:ext cx="429768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>
                <a:solidFill>
                  <a:srgbClr val="543443"/>
                </a:solidFill>
              </a:rPr>
              <a:t>38</a:t>
            </a:r>
            <a:endParaRPr lang="en-US" sz="1600"/>
          </a:p>
        </p:txBody>
      </p:sp>
      <p:sp>
        <p:nvSpPr>
          <p:cNvPr id="41" name="Shape 39"/>
          <p:cNvSpPr/>
          <p:nvPr/>
        </p:nvSpPr>
        <p:spPr>
          <a:xfrm>
            <a:off x="978408" y="2226056"/>
            <a:ext cx="3881628" cy="293624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42" name="Text 40"/>
          <p:cNvSpPr/>
          <p:nvPr/>
        </p:nvSpPr>
        <p:spPr>
          <a:xfrm>
            <a:off x="1001268" y="2230628"/>
            <a:ext cx="3835908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>
                <a:solidFill>
                  <a:srgbClr val="543443"/>
                </a:solidFill>
              </a:rPr>
              <a:t>李美言</a:t>
            </a:r>
            <a:endParaRPr lang="en-US" sz="1600"/>
          </a:p>
        </p:txBody>
      </p:sp>
      <p:sp>
        <p:nvSpPr>
          <p:cNvPr id="43" name="Shape 41"/>
          <p:cNvSpPr/>
          <p:nvPr/>
        </p:nvSpPr>
        <p:spPr>
          <a:xfrm>
            <a:off x="4860036" y="2226056"/>
            <a:ext cx="621792" cy="293624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44" name="Text 42"/>
          <p:cNvSpPr/>
          <p:nvPr/>
        </p:nvSpPr>
        <p:spPr>
          <a:xfrm>
            <a:off x="4882896" y="2230628"/>
            <a:ext cx="576072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>
                <a:solidFill>
                  <a:srgbClr val="543443"/>
                </a:solidFill>
              </a:rPr>
              <a:t>華德</a:t>
            </a:r>
            <a:endParaRPr lang="en-US" sz="1600"/>
          </a:p>
        </p:txBody>
      </p:sp>
      <p:sp>
        <p:nvSpPr>
          <p:cNvPr id="45" name="Shape 43"/>
          <p:cNvSpPr/>
          <p:nvPr/>
        </p:nvSpPr>
        <p:spPr>
          <a:xfrm>
            <a:off x="5481828" y="2226056"/>
            <a:ext cx="530352" cy="293624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46" name="Text 44"/>
          <p:cNvSpPr/>
          <p:nvPr/>
        </p:nvSpPr>
        <p:spPr>
          <a:xfrm>
            <a:off x="5504688" y="2230628"/>
            <a:ext cx="484632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7B3C5E"/>
                </a:solidFill>
              </a:rPr>
              <a:t>6</a:t>
            </a:r>
            <a:endParaRPr lang="en-US" sz="1600"/>
          </a:p>
        </p:txBody>
      </p:sp>
      <p:sp>
        <p:nvSpPr>
          <p:cNvPr id="47" name="Shape 45"/>
          <p:cNvSpPr/>
          <p:nvPr/>
        </p:nvSpPr>
        <p:spPr>
          <a:xfrm>
            <a:off x="502920" y="2519680"/>
            <a:ext cx="475488" cy="293624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48" name="Text 46"/>
          <p:cNvSpPr/>
          <p:nvPr/>
        </p:nvSpPr>
        <p:spPr>
          <a:xfrm>
            <a:off x="525780" y="2524252"/>
            <a:ext cx="429768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>
                <a:solidFill>
                  <a:srgbClr val="543443"/>
                </a:solidFill>
              </a:rPr>
              <a:t>39</a:t>
            </a:r>
            <a:endParaRPr lang="en-US" sz="1600"/>
          </a:p>
        </p:txBody>
      </p:sp>
      <p:sp>
        <p:nvSpPr>
          <p:cNvPr id="49" name="Shape 47"/>
          <p:cNvSpPr/>
          <p:nvPr/>
        </p:nvSpPr>
        <p:spPr>
          <a:xfrm>
            <a:off x="978408" y="2519680"/>
            <a:ext cx="3881628" cy="293624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50" name="Text 48"/>
          <p:cNvSpPr/>
          <p:nvPr/>
        </p:nvSpPr>
        <p:spPr>
          <a:xfrm>
            <a:off x="1001268" y="2524252"/>
            <a:ext cx="3835908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>
                <a:solidFill>
                  <a:srgbClr val="543443"/>
                </a:solidFill>
              </a:rPr>
              <a:t>洪嘉琪</a:t>
            </a:r>
            <a:endParaRPr lang="en-US" sz="1600"/>
          </a:p>
        </p:txBody>
      </p:sp>
      <p:sp>
        <p:nvSpPr>
          <p:cNvPr id="51" name="Shape 49"/>
          <p:cNvSpPr/>
          <p:nvPr/>
        </p:nvSpPr>
        <p:spPr>
          <a:xfrm>
            <a:off x="4860036" y="2519680"/>
            <a:ext cx="621792" cy="293624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52" name="Text 50"/>
          <p:cNvSpPr/>
          <p:nvPr/>
        </p:nvSpPr>
        <p:spPr>
          <a:xfrm>
            <a:off x="4882896" y="2524252"/>
            <a:ext cx="576072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>
                <a:solidFill>
                  <a:srgbClr val="543443"/>
                </a:solidFill>
              </a:rPr>
              <a:t>華德</a:t>
            </a:r>
            <a:endParaRPr lang="en-US" sz="1600"/>
          </a:p>
        </p:txBody>
      </p:sp>
      <p:sp>
        <p:nvSpPr>
          <p:cNvPr id="53" name="Shape 51"/>
          <p:cNvSpPr/>
          <p:nvPr/>
        </p:nvSpPr>
        <p:spPr>
          <a:xfrm>
            <a:off x="5481828" y="2519680"/>
            <a:ext cx="530352" cy="293624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54" name="Text 52"/>
          <p:cNvSpPr/>
          <p:nvPr/>
        </p:nvSpPr>
        <p:spPr>
          <a:xfrm>
            <a:off x="5504688" y="2524252"/>
            <a:ext cx="484632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7B3C5E"/>
                </a:solidFill>
              </a:rPr>
              <a:t>5</a:t>
            </a:r>
            <a:endParaRPr lang="en-US" sz="1600"/>
          </a:p>
        </p:txBody>
      </p:sp>
      <p:sp>
        <p:nvSpPr>
          <p:cNvPr id="55" name="Shape 53"/>
          <p:cNvSpPr/>
          <p:nvPr/>
        </p:nvSpPr>
        <p:spPr>
          <a:xfrm>
            <a:off x="502920" y="2813304"/>
            <a:ext cx="475488" cy="293624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56" name="Text 54"/>
          <p:cNvSpPr/>
          <p:nvPr/>
        </p:nvSpPr>
        <p:spPr>
          <a:xfrm>
            <a:off x="525780" y="2817876"/>
            <a:ext cx="429768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>
                <a:solidFill>
                  <a:srgbClr val="543443"/>
                </a:solidFill>
              </a:rPr>
              <a:t>40</a:t>
            </a:r>
            <a:endParaRPr lang="en-US" sz="1600"/>
          </a:p>
        </p:txBody>
      </p:sp>
      <p:sp>
        <p:nvSpPr>
          <p:cNvPr id="57" name="Shape 55"/>
          <p:cNvSpPr/>
          <p:nvPr/>
        </p:nvSpPr>
        <p:spPr>
          <a:xfrm>
            <a:off x="978408" y="2813304"/>
            <a:ext cx="3881628" cy="293624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58" name="Text 56"/>
          <p:cNvSpPr/>
          <p:nvPr/>
        </p:nvSpPr>
        <p:spPr>
          <a:xfrm>
            <a:off x="1001268" y="2817876"/>
            <a:ext cx="3835908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>
                <a:solidFill>
                  <a:srgbClr val="543443"/>
                </a:solidFill>
              </a:rPr>
              <a:t>洪秋雪</a:t>
            </a:r>
            <a:endParaRPr lang="en-US" sz="1600"/>
          </a:p>
        </p:txBody>
      </p:sp>
      <p:sp>
        <p:nvSpPr>
          <p:cNvPr id="59" name="Shape 57"/>
          <p:cNvSpPr/>
          <p:nvPr/>
        </p:nvSpPr>
        <p:spPr>
          <a:xfrm>
            <a:off x="4860036" y="2813304"/>
            <a:ext cx="621792" cy="293624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60" name="Text 58"/>
          <p:cNvSpPr/>
          <p:nvPr/>
        </p:nvSpPr>
        <p:spPr>
          <a:xfrm>
            <a:off x="4882896" y="2817876"/>
            <a:ext cx="576072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>
                <a:solidFill>
                  <a:srgbClr val="543443"/>
                </a:solidFill>
              </a:rPr>
              <a:t>華德</a:t>
            </a:r>
            <a:endParaRPr lang="en-US" sz="1600"/>
          </a:p>
        </p:txBody>
      </p:sp>
      <p:sp>
        <p:nvSpPr>
          <p:cNvPr id="61" name="Shape 59"/>
          <p:cNvSpPr/>
          <p:nvPr/>
        </p:nvSpPr>
        <p:spPr>
          <a:xfrm>
            <a:off x="5481828" y="2813304"/>
            <a:ext cx="530352" cy="293624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62" name="Text 60"/>
          <p:cNvSpPr/>
          <p:nvPr/>
        </p:nvSpPr>
        <p:spPr>
          <a:xfrm>
            <a:off x="5504688" y="2817876"/>
            <a:ext cx="484632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7B3C5E"/>
                </a:solidFill>
              </a:rPr>
              <a:t>4</a:t>
            </a:r>
            <a:endParaRPr lang="en-US" sz="1600"/>
          </a:p>
        </p:txBody>
      </p:sp>
      <p:sp>
        <p:nvSpPr>
          <p:cNvPr id="63" name="Shape 61"/>
          <p:cNvSpPr/>
          <p:nvPr/>
        </p:nvSpPr>
        <p:spPr>
          <a:xfrm>
            <a:off x="502920" y="3106928"/>
            <a:ext cx="475488" cy="293624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64" name="Text 62"/>
          <p:cNvSpPr/>
          <p:nvPr/>
        </p:nvSpPr>
        <p:spPr>
          <a:xfrm>
            <a:off x="525780" y="3111500"/>
            <a:ext cx="429768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>
                <a:solidFill>
                  <a:srgbClr val="543443"/>
                </a:solidFill>
              </a:rPr>
              <a:t>41</a:t>
            </a:r>
            <a:endParaRPr lang="en-US" sz="1600"/>
          </a:p>
        </p:txBody>
      </p:sp>
      <p:sp>
        <p:nvSpPr>
          <p:cNvPr id="65" name="Shape 63"/>
          <p:cNvSpPr/>
          <p:nvPr/>
        </p:nvSpPr>
        <p:spPr>
          <a:xfrm>
            <a:off x="978408" y="3106928"/>
            <a:ext cx="3881628" cy="293624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66" name="Text 64"/>
          <p:cNvSpPr/>
          <p:nvPr/>
        </p:nvSpPr>
        <p:spPr>
          <a:xfrm>
            <a:off x="1001268" y="3111500"/>
            <a:ext cx="3835908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>
                <a:solidFill>
                  <a:srgbClr val="543443"/>
                </a:solidFill>
              </a:rPr>
              <a:t>葉賽端</a:t>
            </a:r>
            <a:endParaRPr lang="en-US" sz="1600"/>
          </a:p>
        </p:txBody>
      </p:sp>
      <p:sp>
        <p:nvSpPr>
          <p:cNvPr id="67" name="Shape 65"/>
          <p:cNvSpPr/>
          <p:nvPr/>
        </p:nvSpPr>
        <p:spPr>
          <a:xfrm>
            <a:off x="4860036" y="3106928"/>
            <a:ext cx="621792" cy="293624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68" name="Text 66"/>
          <p:cNvSpPr/>
          <p:nvPr/>
        </p:nvSpPr>
        <p:spPr>
          <a:xfrm>
            <a:off x="4882896" y="3111500"/>
            <a:ext cx="576072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>
                <a:solidFill>
                  <a:srgbClr val="543443"/>
                </a:solidFill>
              </a:rPr>
              <a:t>華德</a:t>
            </a:r>
            <a:endParaRPr lang="en-US" sz="1600"/>
          </a:p>
        </p:txBody>
      </p:sp>
      <p:sp>
        <p:nvSpPr>
          <p:cNvPr id="69" name="Shape 67"/>
          <p:cNvSpPr/>
          <p:nvPr/>
        </p:nvSpPr>
        <p:spPr>
          <a:xfrm>
            <a:off x="5481828" y="3106928"/>
            <a:ext cx="530352" cy="293624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70" name="Text 68"/>
          <p:cNvSpPr/>
          <p:nvPr/>
        </p:nvSpPr>
        <p:spPr>
          <a:xfrm>
            <a:off x="5504688" y="3111500"/>
            <a:ext cx="484632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7B3C5E"/>
                </a:solidFill>
              </a:rPr>
              <a:t>3</a:t>
            </a:r>
            <a:endParaRPr lang="en-US" sz="1600"/>
          </a:p>
        </p:txBody>
      </p:sp>
      <p:sp>
        <p:nvSpPr>
          <p:cNvPr id="71" name="Shape 69"/>
          <p:cNvSpPr/>
          <p:nvPr/>
        </p:nvSpPr>
        <p:spPr>
          <a:xfrm>
            <a:off x="502920" y="3400552"/>
            <a:ext cx="475488" cy="293624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72" name="Text 70"/>
          <p:cNvSpPr/>
          <p:nvPr/>
        </p:nvSpPr>
        <p:spPr>
          <a:xfrm>
            <a:off x="525780" y="3405124"/>
            <a:ext cx="429768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>
                <a:solidFill>
                  <a:srgbClr val="543443"/>
                </a:solidFill>
              </a:rPr>
              <a:t>42</a:t>
            </a:r>
            <a:endParaRPr lang="en-US" sz="1600"/>
          </a:p>
        </p:txBody>
      </p:sp>
      <p:sp>
        <p:nvSpPr>
          <p:cNvPr id="73" name="Shape 71"/>
          <p:cNvSpPr/>
          <p:nvPr/>
        </p:nvSpPr>
        <p:spPr>
          <a:xfrm>
            <a:off x="978408" y="3400552"/>
            <a:ext cx="3881628" cy="293624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74" name="Text 72"/>
          <p:cNvSpPr/>
          <p:nvPr/>
        </p:nvSpPr>
        <p:spPr>
          <a:xfrm>
            <a:off x="1001268" y="3405124"/>
            <a:ext cx="3835908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>
                <a:solidFill>
                  <a:srgbClr val="543443"/>
                </a:solidFill>
              </a:rPr>
              <a:t>張進智</a:t>
            </a:r>
            <a:endParaRPr lang="en-US" sz="1600"/>
          </a:p>
        </p:txBody>
      </p:sp>
      <p:sp>
        <p:nvSpPr>
          <p:cNvPr id="75" name="Shape 73"/>
          <p:cNvSpPr/>
          <p:nvPr/>
        </p:nvSpPr>
        <p:spPr>
          <a:xfrm>
            <a:off x="4860036" y="3400552"/>
            <a:ext cx="621792" cy="293624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76" name="Text 74"/>
          <p:cNvSpPr/>
          <p:nvPr/>
        </p:nvSpPr>
        <p:spPr>
          <a:xfrm>
            <a:off x="4882896" y="3405124"/>
            <a:ext cx="576072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>
                <a:solidFill>
                  <a:srgbClr val="543443"/>
                </a:solidFill>
              </a:rPr>
              <a:t>華德</a:t>
            </a:r>
            <a:endParaRPr lang="en-US" sz="1600"/>
          </a:p>
        </p:txBody>
      </p:sp>
      <p:sp>
        <p:nvSpPr>
          <p:cNvPr id="77" name="Shape 75"/>
          <p:cNvSpPr/>
          <p:nvPr/>
        </p:nvSpPr>
        <p:spPr>
          <a:xfrm>
            <a:off x="5481828" y="3400552"/>
            <a:ext cx="530352" cy="293624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78" name="Text 76"/>
          <p:cNvSpPr/>
          <p:nvPr/>
        </p:nvSpPr>
        <p:spPr>
          <a:xfrm>
            <a:off x="5504688" y="3405124"/>
            <a:ext cx="484632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7B3C5E"/>
                </a:solidFill>
              </a:rPr>
              <a:t>3</a:t>
            </a:r>
            <a:endParaRPr lang="en-US" sz="1600"/>
          </a:p>
        </p:txBody>
      </p:sp>
      <p:sp>
        <p:nvSpPr>
          <p:cNvPr id="79" name="Shape 77"/>
          <p:cNvSpPr/>
          <p:nvPr/>
        </p:nvSpPr>
        <p:spPr>
          <a:xfrm>
            <a:off x="502920" y="3694176"/>
            <a:ext cx="475488" cy="293624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80" name="Text 78"/>
          <p:cNvSpPr/>
          <p:nvPr/>
        </p:nvSpPr>
        <p:spPr>
          <a:xfrm>
            <a:off x="525780" y="3698748"/>
            <a:ext cx="429768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>
                <a:solidFill>
                  <a:srgbClr val="543443"/>
                </a:solidFill>
              </a:rPr>
              <a:t>43</a:t>
            </a:r>
            <a:endParaRPr lang="en-US" sz="1600"/>
          </a:p>
        </p:txBody>
      </p:sp>
      <p:sp>
        <p:nvSpPr>
          <p:cNvPr id="81" name="Shape 79"/>
          <p:cNvSpPr/>
          <p:nvPr/>
        </p:nvSpPr>
        <p:spPr>
          <a:xfrm>
            <a:off x="978408" y="3694176"/>
            <a:ext cx="3881628" cy="293624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82" name="Text 80"/>
          <p:cNvSpPr/>
          <p:nvPr/>
        </p:nvSpPr>
        <p:spPr>
          <a:xfrm>
            <a:off x="1001268" y="3698748"/>
            <a:ext cx="3835908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>
                <a:solidFill>
                  <a:srgbClr val="543443"/>
                </a:solidFill>
              </a:rPr>
              <a:t>鄭美詩</a:t>
            </a:r>
            <a:endParaRPr lang="en-US" sz="1600"/>
          </a:p>
        </p:txBody>
      </p:sp>
      <p:sp>
        <p:nvSpPr>
          <p:cNvPr id="83" name="Shape 81"/>
          <p:cNvSpPr/>
          <p:nvPr/>
        </p:nvSpPr>
        <p:spPr>
          <a:xfrm>
            <a:off x="4860036" y="3694176"/>
            <a:ext cx="621792" cy="293624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84" name="Text 82"/>
          <p:cNvSpPr/>
          <p:nvPr/>
        </p:nvSpPr>
        <p:spPr>
          <a:xfrm>
            <a:off x="4882896" y="3698748"/>
            <a:ext cx="576072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>
                <a:solidFill>
                  <a:srgbClr val="543443"/>
                </a:solidFill>
              </a:rPr>
              <a:t>華德</a:t>
            </a:r>
            <a:endParaRPr lang="en-US" sz="1600"/>
          </a:p>
        </p:txBody>
      </p:sp>
      <p:sp>
        <p:nvSpPr>
          <p:cNvPr id="85" name="Shape 83"/>
          <p:cNvSpPr/>
          <p:nvPr/>
        </p:nvSpPr>
        <p:spPr>
          <a:xfrm>
            <a:off x="5481828" y="3694176"/>
            <a:ext cx="530352" cy="293624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86" name="Text 84"/>
          <p:cNvSpPr/>
          <p:nvPr/>
        </p:nvSpPr>
        <p:spPr>
          <a:xfrm>
            <a:off x="5504688" y="3698748"/>
            <a:ext cx="484632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7B3C5E"/>
                </a:solidFill>
              </a:rPr>
              <a:t>2</a:t>
            </a:r>
            <a:endParaRPr lang="en-US" sz="1600"/>
          </a:p>
        </p:txBody>
      </p:sp>
      <p:sp>
        <p:nvSpPr>
          <p:cNvPr id="87" name="Shape 85"/>
          <p:cNvSpPr/>
          <p:nvPr/>
        </p:nvSpPr>
        <p:spPr>
          <a:xfrm>
            <a:off x="502920" y="3987800"/>
            <a:ext cx="475488" cy="293624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88" name="Text 86"/>
          <p:cNvSpPr/>
          <p:nvPr/>
        </p:nvSpPr>
        <p:spPr>
          <a:xfrm>
            <a:off x="525780" y="3992372"/>
            <a:ext cx="429768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>
                <a:solidFill>
                  <a:srgbClr val="543443"/>
                </a:solidFill>
              </a:rPr>
              <a:t>44</a:t>
            </a:r>
            <a:endParaRPr lang="en-US" sz="1600"/>
          </a:p>
        </p:txBody>
      </p:sp>
      <p:sp>
        <p:nvSpPr>
          <p:cNvPr id="89" name="Shape 87"/>
          <p:cNvSpPr/>
          <p:nvPr/>
        </p:nvSpPr>
        <p:spPr>
          <a:xfrm>
            <a:off x="978408" y="3987800"/>
            <a:ext cx="3881628" cy="293624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90" name="Text 88"/>
          <p:cNvSpPr/>
          <p:nvPr/>
        </p:nvSpPr>
        <p:spPr>
          <a:xfrm>
            <a:off x="1001268" y="3992372"/>
            <a:ext cx="3835908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>
                <a:solidFill>
                  <a:srgbClr val="543443"/>
                </a:solidFill>
              </a:rPr>
              <a:t>DANH THI PHA</a:t>
            </a:r>
            <a:endParaRPr lang="en-US" sz="1600"/>
          </a:p>
        </p:txBody>
      </p:sp>
      <p:sp>
        <p:nvSpPr>
          <p:cNvPr id="91" name="Shape 89"/>
          <p:cNvSpPr/>
          <p:nvPr/>
        </p:nvSpPr>
        <p:spPr>
          <a:xfrm>
            <a:off x="4860036" y="3987800"/>
            <a:ext cx="621792" cy="293624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92" name="Text 90"/>
          <p:cNvSpPr/>
          <p:nvPr/>
        </p:nvSpPr>
        <p:spPr>
          <a:xfrm>
            <a:off x="4882896" y="3992372"/>
            <a:ext cx="576072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>
                <a:solidFill>
                  <a:srgbClr val="543443"/>
                </a:solidFill>
              </a:rPr>
              <a:t>華德</a:t>
            </a:r>
            <a:endParaRPr lang="en-US" sz="1600"/>
          </a:p>
        </p:txBody>
      </p:sp>
      <p:sp>
        <p:nvSpPr>
          <p:cNvPr id="93" name="Shape 91"/>
          <p:cNvSpPr/>
          <p:nvPr/>
        </p:nvSpPr>
        <p:spPr>
          <a:xfrm>
            <a:off x="5481828" y="3987800"/>
            <a:ext cx="530352" cy="293624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94" name="Text 92"/>
          <p:cNvSpPr/>
          <p:nvPr/>
        </p:nvSpPr>
        <p:spPr>
          <a:xfrm>
            <a:off x="5504688" y="3992372"/>
            <a:ext cx="484632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7B3C5E"/>
                </a:solidFill>
              </a:rPr>
              <a:t>2</a:t>
            </a:r>
            <a:endParaRPr lang="en-US" sz="1600"/>
          </a:p>
        </p:txBody>
      </p:sp>
      <p:sp>
        <p:nvSpPr>
          <p:cNvPr id="95" name="Shape 93"/>
          <p:cNvSpPr/>
          <p:nvPr/>
        </p:nvSpPr>
        <p:spPr>
          <a:xfrm>
            <a:off x="502920" y="4281424"/>
            <a:ext cx="475488" cy="293624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96" name="Text 94"/>
          <p:cNvSpPr/>
          <p:nvPr/>
        </p:nvSpPr>
        <p:spPr>
          <a:xfrm>
            <a:off x="525780" y="4285996"/>
            <a:ext cx="429768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>
                <a:solidFill>
                  <a:srgbClr val="543443"/>
                </a:solidFill>
              </a:rPr>
              <a:t>45</a:t>
            </a:r>
            <a:endParaRPr lang="en-US" sz="1600"/>
          </a:p>
        </p:txBody>
      </p:sp>
      <p:sp>
        <p:nvSpPr>
          <p:cNvPr id="97" name="Shape 95"/>
          <p:cNvSpPr/>
          <p:nvPr/>
        </p:nvSpPr>
        <p:spPr>
          <a:xfrm>
            <a:off x="978408" y="4281424"/>
            <a:ext cx="3881628" cy="293624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98" name="Text 96"/>
          <p:cNvSpPr/>
          <p:nvPr/>
        </p:nvSpPr>
        <p:spPr>
          <a:xfrm>
            <a:off x="1001268" y="4285996"/>
            <a:ext cx="3835908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>
                <a:solidFill>
                  <a:srgbClr val="543443"/>
                </a:solidFill>
              </a:rPr>
              <a:t>陳東慶</a:t>
            </a:r>
            <a:endParaRPr lang="en-US" sz="1600"/>
          </a:p>
        </p:txBody>
      </p:sp>
      <p:sp>
        <p:nvSpPr>
          <p:cNvPr id="99" name="Shape 97"/>
          <p:cNvSpPr/>
          <p:nvPr/>
        </p:nvSpPr>
        <p:spPr>
          <a:xfrm>
            <a:off x="4860036" y="4281424"/>
            <a:ext cx="621792" cy="293624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00" name="Text 98"/>
          <p:cNvSpPr/>
          <p:nvPr/>
        </p:nvSpPr>
        <p:spPr>
          <a:xfrm>
            <a:off x="4882896" y="4285996"/>
            <a:ext cx="576072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>
                <a:solidFill>
                  <a:srgbClr val="543443"/>
                </a:solidFill>
              </a:rPr>
              <a:t>華德</a:t>
            </a:r>
            <a:endParaRPr lang="en-US" sz="1600"/>
          </a:p>
        </p:txBody>
      </p:sp>
      <p:sp>
        <p:nvSpPr>
          <p:cNvPr id="101" name="Shape 99"/>
          <p:cNvSpPr/>
          <p:nvPr/>
        </p:nvSpPr>
        <p:spPr>
          <a:xfrm>
            <a:off x="5481828" y="4281424"/>
            <a:ext cx="530352" cy="293624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02" name="Text 100"/>
          <p:cNvSpPr/>
          <p:nvPr/>
        </p:nvSpPr>
        <p:spPr>
          <a:xfrm>
            <a:off x="5504688" y="4285996"/>
            <a:ext cx="484632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7B3C5E"/>
                </a:solidFill>
              </a:rPr>
              <a:t>2</a:t>
            </a:r>
            <a:endParaRPr lang="en-US" sz="1600"/>
          </a:p>
        </p:txBody>
      </p:sp>
      <p:sp>
        <p:nvSpPr>
          <p:cNvPr id="103" name="Shape 101"/>
          <p:cNvSpPr/>
          <p:nvPr/>
        </p:nvSpPr>
        <p:spPr>
          <a:xfrm>
            <a:off x="502920" y="4575048"/>
            <a:ext cx="475488" cy="293624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04" name="Text 102"/>
          <p:cNvSpPr/>
          <p:nvPr/>
        </p:nvSpPr>
        <p:spPr>
          <a:xfrm>
            <a:off x="525780" y="4579620"/>
            <a:ext cx="429768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>
                <a:solidFill>
                  <a:srgbClr val="543443"/>
                </a:solidFill>
              </a:rPr>
              <a:t>46</a:t>
            </a:r>
            <a:endParaRPr lang="en-US" sz="1600"/>
          </a:p>
        </p:txBody>
      </p:sp>
      <p:sp>
        <p:nvSpPr>
          <p:cNvPr id="105" name="Shape 103"/>
          <p:cNvSpPr/>
          <p:nvPr/>
        </p:nvSpPr>
        <p:spPr>
          <a:xfrm>
            <a:off x="978408" y="4575048"/>
            <a:ext cx="3881628" cy="293624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06" name="Text 104"/>
          <p:cNvSpPr/>
          <p:nvPr/>
        </p:nvSpPr>
        <p:spPr>
          <a:xfrm>
            <a:off x="1001268" y="4579620"/>
            <a:ext cx="3835908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>
                <a:solidFill>
                  <a:srgbClr val="543443"/>
                </a:solidFill>
              </a:rPr>
              <a:t>蔡俊裕</a:t>
            </a:r>
            <a:endParaRPr lang="en-US" sz="1600"/>
          </a:p>
        </p:txBody>
      </p:sp>
      <p:sp>
        <p:nvSpPr>
          <p:cNvPr id="107" name="Shape 105"/>
          <p:cNvSpPr/>
          <p:nvPr/>
        </p:nvSpPr>
        <p:spPr>
          <a:xfrm>
            <a:off x="4860036" y="4575048"/>
            <a:ext cx="621792" cy="293624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08" name="Text 106"/>
          <p:cNvSpPr/>
          <p:nvPr/>
        </p:nvSpPr>
        <p:spPr>
          <a:xfrm>
            <a:off x="4882896" y="4579620"/>
            <a:ext cx="576072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>
                <a:solidFill>
                  <a:srgbClr val="543443"/>
                </a:solidFill>
              </a:rPr>
              <a:t>華德</a:t>
            </a:r>
            <a:endParaRPr lang="en-US" sz="1600"/>
          </a:p>
        </p:txBody>
      </p:sp>
      <p:sp>
        <p:nvSpPr>
          <p:cNvPr id="109" name="Shape 107"/>
          <p:cNvSpPr/>
          <p:nvPr/>
        </p:nvSpPr>
        <p:spPr>
          <a:xfrm>
            <a:off x="5481828" y="4575048"/>
            <a:ext cx="530352" cy="293624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10" name="Text 108"/>
          <p:cNvSpPr/>
          <p:nvPr/>
        </p:nvSpPr>
        <p:spPr>
          <a:xfrm>
            <a:off x="5504688" y="4579620"/>
            <a:ext cx="484632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7B3C5E"/>
                </a:solidFill>
              </a:rPr>
              <a:t>1</a:t>
            </a:r>
            <a:endParaRPr lang="en-US" sz="1600"/>
          </a:p>
        </p:txBody>
      </p:sp>
      <p:sp>
        <p:nvSpPr>
          <p:cNvPr id="111" name="Shape 109"/>
          <p:cNvSpPr/>
          <p:nvPr/>
        </p:nvSpPr>
        <p:spPr>
          <a:xfrm>
            <a:off x="502920" y="4868672"/>
            <a:ext cx="475488" cy="293624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12" name="Text 110"/>
          <p:cNvSpPr/>
          <p:nvPr/>
        </p:nvSpPr>
        <p:spPr>
          <a:xfrm>
            <a:off x="525780" y="4873244"/>
            <a:ext cx="429768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>
                <a:solidFill>
                  <a:srgbClr val="543443"/>
                </a:solidFill>
              </a:rPr>
              <a:t>47</a:t>
            </a:r>
            <a:endParaRPr lang="en-US" sz="1600"/>
          </a:p>
        </p:txBody>
      </p:sp>
      <p:sp>
        <p:nvSpPr>
          <p:cNvPr id="113" name="Shape 111"/>
          <p:cNvSpPr/>
          <p:nvPr/>
        </p:nvSpPr>
        <p:spPr>
          <a:xfrm>
            <a:off x="978408" y="4868672"/>
            <a:ext cx="3881628" cy="293624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14" name="Text 112"/>
          <p:cNvSpPr/>
          <p:nvPr/>
        </p:nvSpPr>
        <p:spPr>
          <a:xfrm>
            <a:off x="1001268" y="4873244"/>
            <a:ext cx="3835908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>
                <a:solidFill>
                  <a:srgbClr val="543443"/>
                </a:solidFill>
              </a:rPr>
              <a:t>張雪芳</a:t>
            </a:r>
            <a:endParaRPr lang="en-US" sz="1600"/>
          </a:p>
        </p:txBody>
      </p:sp>
      <p:sp>
        <p:nvSpPr>
          <p:cNvPr id="115" name="Shape 113"/>
          <p:cNvSpPr/>
          <p:nvPr/>
        </p:nvSpPr>
        <p:spPr>
          <a:xfrm>
            <a:off x="4860036" y="4868672"/>
            <a:ext cx="621792" cy="293624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16" name="Text 114"/>
          <p:cNvSpPr/>
          <p:nvPr/>
        </p:nvSpPr>
        <p:spPr>
          <a:xfrm>
            <a:off x="4882896" y="4873244"/>
            <a:ext cx="576072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>
                <a:solidFill>
                  <a:srgbClr val="543443"/>
                </a:solidFill>
              </a:rPr>
              <a:t>華德</a:t>
            </a:r>
            <a:endParaRPr lang="en-US" sz="1600"/>
          </a:p>
        </p:txBody>
      </p:sp>
      <p:sp>
        <p:nvSpPr>
          <p:cNvPr id="117" name="Shape 115"/>
          <p:cNvSpPr/>
          <p:nvPr/>
        </p:nvSpPr>
        <p:spPr>
          <a:xfrm>
            <a:off x="5481828" y="4868672"/>
            <a:ext cx="530352" cy="293624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18" name="Text 116"/>
          <p:cNvSpPr/>
          <p:nvPr/>
        </p:nvSpPr>
        <p:spPr>
          <a:xfrm>
            <a:off x="5504688" y="4873244"/>
            <a:ext cx="484632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7B3C5E"/>
                </a:solidFill>
              </a:rPr>
              <a:t>1</a:t>
            </a:r>
            <a:endParaRPr lang="en-US" sz="1600"/>
          </a:p>
        </p:txBody>
      </p:sp>
      <p:sp>
        <p:nvSpPr>
          <p:cNvPr id="119" name="Shape 117"/>
          <p:cNvSpPr/>
          <p:nvPr/>
        </p:nvSpPr>
        <p:spPr>
          <a:xfrm>
            <a:off x="502920" y="5162296"/>
            <a:ext cx="475488" cy="293624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20" name="Text 118"/>
          <p:cNvSpPr/>
          <p:nvPr/>
        </p:nvSpPr>
        <p:spPr>
          <a:xfrm>
            <a:off x="525780" y="5166868"/>
            <a:ext cx="429768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>
                <a:solidFill>
                  <a:srgbClr val="543443"/>
                </a:solidFill>
              </a:rPr>
              <a:t>48</a:t>
            </a:r>
            <a:endParaRPr lang="en-US" sz="1600"/>
          </a:p>
        </p:txBody>
      </p:sp>
      <p:sp>
        <p:nvSpPr>
          <p:cNvPr id="121" name="Shape 119"/>
          <p:cNvSpPr/>
          <p:nvPr/>
        </p:nvSpPr>
        <p:spPr>
          <a:xfrm>
            <a:off x="978408" y="5162296"/>
            <a:ext cx="3881628" cy="293624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22" name="Text 120"/>
          <p:cNvSpPr/>
          <p:nvPr/>
        </p:nvSpPr>
        <p:spPr>
          <a:xfrm>
            <a:off x="1001268" y="5166868"/>
            <a:ext cx="3835908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>
                <a:solidFill>
                  <a:srgbClr val="543443"/>
                </a:solidFill>
              </a:rPr>
              <a:t>許佩芬</a:t>
            </a:r>
            <a:endParaRPr lang="en-US" sz="1600"/>
          </a:p>
        </p:txBody>
      </p:sp>
      <p:sp>
        <p:nvSpPr>
          <p:cNvPr id="123" name="Shape 121"/>
          <p:cNvSpPr/>
          <p:nvPr/>
        </p:nvSpPr>
        <p:spPr>
          <a:xfrm>
            <a:off x="4860036" y="5162296"/>
            <a:ext cx="621792" cy="293624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24" name="Text 122"/>
          <p:cNvSpPr/>
          <p:nvPr/>
        </p:nvSpPr>
        <p:spPr>
          <a:xfrm>
            <a:off x="4882896" y="5166868"/>
            <a:ext cx="576072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>
                <a:solidFill>
                  <a:srgbClr val="543443"/>
                </a:solidFill>
              </a:rPr>
              <a:t>華德</a:t>
            </a:r>
            <a:endParaRPr lang="en-US" sz="1600"/>
          </a:p>
        </p:txBody>
      </p:sp>
      <p:sp>
        <p:nvSpPr>
          <p:cNvPr id="125" name="Shape 123"/>
          <p:cNvSpPr/>
          <p:nvPr/>
        </p:nvSpPr>
        <p:spPr>
          <a:xfrm>
            <a:off x="5481828" y="5162296"/>
            <a:ext cx="530352" cy="293624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26" name="Text 124"/>
          <p:cNvSpPr/>
          <p:nvPr/>
        </p:nvSpPr>
        <p:spPr>
          <a:xfrm>
            <a:off x="5504688" y="5166868"/>
            <a:ext cx="484632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7B3C5E"/>
                </a:solidFill>
              </a:rPr>
              <a:t>1</a:t>
            </a:r>
            <a:endParaRPr lang="en-US" sz="1600"/>
          </a:p>
        </p:txBody>
      </p:sp>
      <p:sp>
        <p:nvSpPr>
          <p:cNvPr id="127" name="Shape 125"/>
          <p:cNvSpPr/>
          <p:nvPr/>
        </p:nvSpPr>
        <p:spPr>
          <a:xfrm>
            <a:off x="502920" y="5455920"/>
            <a:ext cx="475488" cy="293624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28" name="Text 126"/>
          <p:cNvSpPr/>
          <p:nvPr/>
        </p:nvSpPr>
        <p:spPr>
          <a:xfrm>
            <a:off x="525780" y="5460492"/>
            <a:ext cx="429768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>
                <a:solidFill>
                  <a:srgbClr val="543443"/>
                </a:solidFill>
              </a:rPr>
              <a:t>49</a:t>
            </a:r>
            <a:endParaRPr lang="en-US" sz="1600"/>
          </a:p>
        </p:txBody>
      </p:sp>
      <p:sp>
        <p:nvSpPr>
          <p:cNvPr id="129" name="Shape 127"/>
          <p:cNvSpPr/>
          <p:nvPr/>
        </p:nvSpPr>
        <p:spPr>
          <a:xfrm>
            <a:off x="978408" y="5455920"/>
            <a:ext cx="3881628" cy="293624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30" name="Text 128"/>
          <p:cNvSpPr/>
          <p:nvPr/>
        </p:nvSpPr>
        <p:spPr>
          <a:xfrm>
            <a:off x="1001268" y="5460492"/>
            <a:ext cx="3835908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>
                <a:solidFill>
                  <a:srgbClr val="543443"/>
                </a:solidFill>
              </a:rPr>
              <a:t>林美美</a:t>
            </a:r>
            <a:endParaRPr lang="en-US" sz="1600"/>
          </a:p>
        </p:txBody>
      </p:sp>
      <p:sp>
        <p:nvSpPr>
          <p:cNvPr id="131" name="Shape 129"/>
          <p:cNvSpPr/>
          <p:nvPr/>
        </p:nvSpPr>
        <p:spPr>
          <a:xfrm>
            <a:off x="4860036" y="5455920"/>
            <a:ext cx="621792" cy="293624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32" name="Text 130"/>
          <p:cNvSpPr/>
          <p:nvPr/>
        </p:nvSpPr>
        <p:spPr>
          <a:xfrm>
            <a:off x="4882896" y="5460492"/>
            <a:ext cx="576072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>
                <a:solidFill>
                  <a:srgbClr val="543443"/>
                </a:solidFill>
              </a:rPr>
              <a:t>華德</a:t>
            </a:r>
            <a:endParaRPr lang="en-US" sz="1600"/>
          </a:p>
        </p:txBody>
      </p:sp>
      <p:sp>
        <p:nvSpPr>
          <p:cNvPr id="133" name="Shape 131"/>
          <p:cNvSpPr/>
          <p:nvPr/>
        </p:nvSpPr>
        <p:spPr>
          <a:xfrm>
            <a:off x="5481828" y="5455920"/>
            <a:ext cx="530352" cy="293624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34" name="Text 132"/>
          <p:cNvSpPr/>
          <p:nvPr/>
        </p:nvSpPr>
        <p:spPr>
          <a:xfrm>
            <a:off x="5504688" y="5460492"/>
            <a:ext cx="484632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7B3C5E"/>
                </a:solidFill>
              </a:rPr>
              <a:t>1</a:t>
            </a:r>
            <a:endParaRPr lang="en-US" sz="1600"/>
          </a:p>
        </p:txBody>
      </p:sp>
      <p:sp>
        <p:nvSpPr>
          <p:cNvPr id="135" name="Shape 133"/>
          <p:cNvSpPr/>
          <p:nvPr/>
        </p:nvSpPr>
        <p:spPr>
          <a:xfrm>
            <a:off x="502920" y="5749544"/>
            <a:ext cx="475488" cy="293624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36" name="Text 134"/>
          <p:cNvSpPr/>
          <p:nvPr/>
        </p:nvSpPr>
        <p:spPr>
          <a:xfrm>
            <a:off x="525780" y="5754116"/>
            <a:ext cx="429768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>
                <a:solidFill>
                  <a:srgbClr val="543443"/>
                </a:solidFill>
              </a:rPr>
              <a:t>50</a:t>
            </a:r>
            <a:endParaRPr lang="en-US" sz="1600"/>
          </a:p>
        </p:txBody>
      </p:sp>
      <p:sp>
        <p:nvSpPr>
          <p:cNvPr id="137" name="Shape 135"/>
          <p:cNvSpPr/>
          <p:nvPr/>
        </p:nvSpPr>
        <p:spPr>
          <a:xfrm>
            <a:off x="978408" y="5749544"/>
            <a:ext cx="3881628" cy="293624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38" name="Text 136"/>
          <p:cNvSpPr/>
          <p:nvPr/>
        </p:nvSpPr>
        <p:spPr>
          <a:xfrm>
            <a:off x="1001268" y="5754116"/>
            <a:ext cx="3835908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>
                <a:solidFill>
                  <a:srgbClr val="543443"/>
                </a:solidFill>
              </a:rPr>
              <a:t>黃玉鳳</a:t>
            </a:r>
            <a:endParaRPr lang="en-US" sz="1600"/>
          </a:p>
        </p:txBody>
      </p:sp>
      <p:sp>
        <p:nvSpPr>
          <p:cNvPr id="139" name="Shape 137"/>
          <p:cNvSpPr/>
          <p:nvPr/>
        </p:nvSpPr>
        <p:spPr>
          <a:xfrm>
            <a:off x="4860036" y="5749544"/>
            <a:ext cx="621792" cy="293624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40" name="Text 138"/>
          <p:cNvSpPr/>
          <p:nvPr/>
        </p:nvSpPr>
        <p:spPr>
          <a:xfrm>
            <a:off x="4882896" y="5754116"/>
            <a:ext cx="576072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>
                <a:solidFill>
                  <a:srgbClr val="543443"/>
                </a:solidFill>
              </a:rPr>
              <a:t>華德</a:t>
            </a:r>
            <a:endParaRPr lang="en-US" sz="1600"/>
          </a:p>
        </p:txBody>
      </p:sp>
      <p:sp>
        <p:nvSpPr>
          <p:cNvPr id="141" name="Shape 139"/>
          <p:cNvSpPr/>
          <p:nvPr/>
        </p:nvSpPr>
        <p:spPr>
          <a:xfrm>
            <a:off x="5481828" y="5749544"/>
            <a:ext cx="530352" cy="293624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42" name="Text 140"/>
          <p:cNvSpPr/>
          <p:nvPr/>
        </p:nvSpPr>
        <p:spPr>
          <a:xfrm>
            <a:off x="5504688" y="5754116"/>
            <a:ext cx="484632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7B3C5E"/>
                </a:solidFill>
              </a:rPr>
              <a:t>1</a:t>
            </a:r>
            <a:endParaRPr lang="en-US" sz="1600"/>
          </a:p>
        </p:txBody>
      </p:sp>
      <p:sp>
        <p:nvSpPr>
          <p:cNvPr id="143" name="Shape 141"/>
          <p:cNvSpPr/>
          <p:nvPr/>
        </p:nvSpPr>
        <p:spPr>
          <a:xfrm>
            <a:off x="502920" y="6043168"/>
            <a:ext cx="475488" cy="293624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44" name="Text 142"/>
          <p:cNvSpPr/>
          <p:nvPr/>
        </p:nvSpPr>
        <p:spPr>
          <a:xfrm>
            <a:off x="525780" y="6047740"/>
            <a:ext cx="429768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>
                <a:solidFill>
                  <a:srgbClr val="543443"/>
                </a:solidFill>
              </a:rPr>
              <a:t>51</a:t>
            </a:r>
            <a:endParaRPr lang="en-US" sz="1600"/>
          </a:p>
        </p:txBody>
      </p:sp>
      <p:sp>
        <p:nvSpPr>
          <p:cNvPr id="145" name="Shape 143"/>
          <p:cNvSpPr/>
          <p:nvPr/>
        </p:nvSpPr>
        <p:spPr>
          <a:xfrm>
            <a:off x="978408" y="6043168"/>
            <a:ext cx="3881628" cy="293624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46" name="Text 144"/>
          <p:cNvSpPr/>
          <p:nvPr/>
        </p:nvSpPr>
        <p:spPr>
          <a:xfrm>
            <a:off x="1001268" y="6047740"/>
            <a:ext cx="3835908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>
                <a:solidFill>
                  <a:srgbClr val="543443"/>
                </a:solidFill>
              </a:rPr>
              <a:t>洪健鵬</a:t>
            </a:r>
            <a:endParaRPr lang="en-US" sz="1600"/>
          </a:p>
        </p:txBody>
      </p:sp>
      <p:sp>
        <p:nvSpPr>
          <p:cNvPr id="147" name="Shape 145"/>
          <p:cNvSpPr/>
          <p:nvPr/>
        </p:nvSpPr>
        <p:spPr>
          <a:xfrm>
            <a:off x="4860036" y="6043168"/>
            <a:ext cx="621792" cy="293624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48" name="Text 146"/>
          <p:cNvSpPr/>
          <p:nvPr/>
        </p:nvSpPr>
        <p:spPr>
          <a:xfrm>
            <a:off x="4882896" y="6047740"/>
            <a:ext cx="576072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>
                <a:solidFill>
                  <a:srgbClr val="543443"/>
                </a:solidFill>
              </a:rPr>
              <a:t>華德</a:t>
            </a:r>
            <a:endParaRPr lang="en-US" sz="1600"/>
          </a:p>
        </p:txBody>
      </p:sp>
      <p:sp>
        <p:nvSpPr>
          <p:cNvPr id="149" name="Shape 147"/>
          <p:cNvSpPr/>
          <p:nvPr/>
        </p:nvSpPr>
        <p:spPr>
          <a:xfrm>
            <a:off x="5481828" y="6043168"/>
            <a:ext cx="530352" cy="293624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50" name="Text 148"/>
          <p:cNvSpPr/>
          <p:nvPr/>
        </p:nvSpPr>
        <p:spPr>
          <a:xfrm>
            <a:off x="5504688" y="6047740"/>
            <a:ext cx="484632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7B3C5E"/>
                </a:solidFill>
              </a:rPr>
              <a:t>1</a:t>
            </a:r>
            <a:endParaRPr lang="en-US" sz="1600"/>
          </a:p>
        </p:txBody>
      </p:sp>
      <p:sp>
        <p:nvSpPr>
          <p:cNvPr id="151" name="Shape 149"/>
          <p:cNvSpPr/>
          <p:nvPr/>
        </p:nvSpPr>
        <p:spPr>
          <a:xfrm>
            <a:off x="6176772" y="1051560"/>
            <a:ext cx="5509260" cy="5285232"/>
          </a:xfrm>
          <a:prstGeom prst="roundRect">
            <a:avLst/>
          </a:prstGeom>
          <a:solidFill>
            <a:srgbClr val="FFFCFA"/>
          </a:solidFill>
          <a:ln w="12700">
            <a:solidFill>
              <a:srgbClr val="D8B77D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52" name="Shape 150"/>
          <p:cNvSpPr/>
          <p:nvPr/>
        </p:nvSpPr>
        <p:spPr>
          <a:xfrm>
            <a:off x="6176772" y="1051560"/>
            <a:ext cx="475488" cy="310896"/>
          </a:xfrm>
          <a:prstGeom prst="rect">
            <a:avLst/>
          </a:prstGeom>
          <a:solidFill>
            <a:srgbClr val="92506F"/>
          </a:solidFill>
          <a:ln w="6350">
            <a:solidFill>
              <a:srgbClr val="E6C992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53" name="Text 151"/>
          <p:cNvSpPr/>
          <p:nvPr/>
        </p:nvSpPr>
        <p:spPr>
          <a:xfrm>
            <a:off x="6195060" y="1060704"/>
            <a:ext cx="438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</a:rPr>
              <a:t>No</a:t>
            </a:r>
            <a:endParaRPr lang="en-US" sz="1600"/>
          </a:p>
        </p:txBody>
      </p:sp>
      <p:sp>
        <p:nvSpPr>
          <p:cNvPr id="154" name="Shape 152"/>
          <p:cNvSpPr/>
          <p:nvPr/>
        </p:nvSpPr>
        <p:spPr>
          <a:xfrm>
            <a:off x="6652260" y="1051560"/>
            <a:ext cx="3881628" cy="310896"/>
          </a:xfrm>
          <a:prstGeom prst="rect">
            <a:avLst/>
          </a:prstGeom>
          <a:solidFill>
            <a:srgbClr val="7B3C5E"/>
          </a:solidFill>
          <a:ln w="6350">
            <a:solidFill>
              <a:srgbClr val="E6C992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55" name="Text 153"/>
          <p:cNvSpPr/>
          <p:nvPr/>
        </p:nvSpPr>
        <p:spPr>
          <a:xfrm>
            <a:off x="6670548" y="1060704"/>
            <a:ext cx="38450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</a:rPr>
              <a:t>負責人</a:t>
            </a:r>
            <a:endParaRPr lang="en-US" sz="1600"/>
          </a:p>
        </p:txBody>
      </p:sp>
      <p:sp>
        <p:nvSpPr>
          <p:cNvPr id="156" name="Shape 154"/>
          <p:cNvSpPr/>
          <p:nvPr/>
        </p:nvSpPr>
        <p:spPr>
          <a:xfrm>
            <a:off x="10533888" y="1051560"/>
            <a:ext cx="621792" cy="310896"/>
          </a:xfrm>
          <a:prstGeom prst="rect">
            <a:avLst/>
          </a:prstGeom>
          <a:solidFill>
            <a:srgbClr val="92506F"/>
          </a:solidFill>
          <a:ln w="6350">
            <a:solidFill>
              <a:srgbClr val="E6C992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57" name="Text 155"/>
          <p:cNvSpPr/>
          <p:nvPr/>
        </p:nvSpPr>
        <p:spPr>
          <a:xfrm>
            <a:off x="10552176" y="1060704"/>
            <a:ext cx="5852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</a:rPr>
              <a:t>屬壇</a:t>
            </a:r>
            <a:endParaRPr lang="en-US" sz="1600"/>
          </a:p>
        </p:txBody>
      </p:sp>
      <p:sp>
        <p:nvSpPr>
          <p:cNvPr id="158" name="Shape 156"/>
          <p:cNvSpPr/>
          <p:nvPr/>
        </p:nvSpPr>
        <p:spPr>
          <a:xfrm>
            <a:off x="11155680" y="1051560"/>
            <a:ext cx="530352" cy="310896"/>
          </a:xfrm>
          <a:prstGeom prst="rect">
            <a:avLst/>
          </a:prstGeom>
          <a:solidFill>
            <a:srgbClr val="92506F"/>
          </a:solidFill>
          <a:ln w="6350">
            <a:solidFill>
              <a:srgbClr val="E6C992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59" name="Text 157"/>
          <p:cNvSpPr/>
          <p:nvPr/>
        </p:nvSpPr>
        <p:spPr>
          <a:xfrm>
            <a:off x="11173968" y="1060704"/>
            <a:ext cx="4937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</a:rPr>
              <a:t>求道人數</a:t>
            </a:r>
            <a:endParaRPr lang="en-US" sz="1600"/>
          </a:p>
        </p:txBody>
      </p:sp>
      <p:sp>
        <p:nvSpPr>
          <p:cNvPr id="160" name="Shape 158"/>
          <p:cNvSpPr/>
          <p:nvPr/>
        </p:nvSpPr>
        <p:spPr>
          <a:xfrm>
            <a:off x="6176772" y="1362456"/>
            <a:ext cx="475488" cy="310896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61" name="Text 159"/>
          <p:cNvSpPr/>
          <p:nvPr/>
        </p:nvSpPr>
        <p:spPr>
          <a:xfrm>
            <a:off x="6199632" y="1367028"/>
            <a:ext cx="42976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>
                <a:solidFill>
                  <a:srgbClr val="543443"/>
                </a:solidFill>
              </a:rPr>
              <a:t>52</a:t>
            </a:r>
            <a:endParaRPr lang="en-US" sz="1600"/>
          </a:p>
        </p:txBody>
      </p:sp>
      <p:sp>
        <p:nvSpPr>
          <p:cNvPr id="162" name="Shape 160"/>
          <p:cNvSpPr/>
          <p:nvPr/>
        </p:nvSpPr>
        <p:spPr>
          <a:xfrm>
            <a:off x="6652260" y="1362456"/>
            <a:ext cx="3881628" cy="310896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63" name="Text 161"/>
          <p:cNvSpPr/>
          <p:nvPr/>
        </p:nvSpPr>
        <p:spPr>
          <a:xfrm>
            <a:off x="6675120" y="1367028"/>
            <a:ext cx="383590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>
                <a:solidFill>
                  <a:srgbClr val="543443"/>
                </a:solidFill>
              </a:rPr>
              <a:t>余添得</a:t>
            </a:r>
            <a:endParaRPr lang="en-US" sz="1600"/>
          </a:p>
        </p:txBody>
      </p:sp>
      <p:sp>
        <p:nvSpPr>
          <p:cNvPr id="164" name="Shape 162"/>
          <p:cNvSpPr/>
          <p:nvPr/>
        </p:nvSpPr>
        <p:spPr>
          <a:xfrm>
            <a:off x="10533888" y="1362456"/>
            <a:ext cx="621792" cy="310896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65" name="Text 163"/>
          <p:cNvSpPr/>
          <p:nvPr/>
        </p:nvSpPr>
        <p:spPr>
          <a:xfrm>
            <a:off x="10556748" y="1367028"/>
            <a:ext cx="57607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>
                <a:solidFill>
                  <a:srgbClr val="543443"/>
                </a:solidFill>
              </a:rPr>
              <a:t>華德</a:t>
            </a:r>
            <a:endParaRPr lang="en-US" sz="1600"/>
          </a:p>
        </p:txBody>
      </p:sp>
      <p:sp>
        <p:nvSpPr>
          <p:cNvPr id="166" name="Shape 164"/>
          <p:cNvSpPr/>
          <p:nvPr/>
        </p:nvSpPr>
        <p:spPr>
          <a:xfrm>
            <a:off x="11155680" y="1362456"/>
            <a:ext cx="530352" cy="310896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67" name="Text 165"/>
          <p:cNvSpPr/>
          <p:nvPr/>
        </p:nvSpPr>
        <p:spPr>
          <a:xfrm>
            <a:off x="11178540" y="1367028"/>
            <a:ext cx="48463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7B3C5E"/>
                </a:solidFill>
              </a:rPr>
              <a:t>1</a:t>
            </a:r>
            <a:endParaRPr lang="en-US" sz="1600"/>
          </a:p>
        </p:txBody>
      </p:sp>
      <p:sp>
        <p:nvSpPr>
          <p:cNvPr id="168" name="Shape 166"/>
          <p:cNvSpPr/>
          <p:nvPr/>
        </p:nvSpPr>
        <p:spPr>
          <a:xfrm>
            <a:off x="6176772" y="1673352"/>
            <a:ext cx="475488" cy="310896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69" name="Text 167"/>
          <p:cNvSpPr/>
          <p:nvPr/>
        </p:nvSpPr>
        <p:spPr>
          <a:xfrm>
            <a:off x="6199632" y="1677924"/>
            <a:ext cx="42976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>
                <a:solidFill>
                  <a:srgbClr val="543443"/>
                </a:solidFill>
              </a:rPr>
              <a:t>53</a:t>
            </a:r>
            <a:endParaRPr lang="en-US" sz="1600"/>
          </a:p>
        </p:txBody>
      </p:sp>
      <p:sp>
        <p:nvSpPr>
          <p:cNvPr id="170" name="Shape 168"/>
          <p:cNvSpPr/>
          <p:nvPr/>
        </p:nvSpPr>
        <p:spPr>
          <a:xfrm>
            <a:off x="6652260" y="1673352"/>
            <a:ext cx="3881628" cy="310896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71" name="Text 169"/>
          <p:cNvSpPr/>
          <p:nvPr/>
        </p:nvSpPr>
        <p:spPr>
          <a:xfrm>
            <a:off x="6675120" y="1677924"/>
            <a:ext cx="383590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>
                <a:solidFill>
                  <a:srgbClr val="543443"/>
                </a:solidFill>
              </a:rPr>
              <a:t>柯素月</a:t>
            </a:r>
            <a:endParaRPr lang="en-US" sz="1600"/>
          </a:p>
        </p:txBody>
      </p:sp>
      <p:sp>
        <p:nvSpPr>
          <p:cNvPr id="172" name="Shape 170"/>
          <p:cNvSpPr/>
          <p:nvPr/>
        </p:nvSpPr>
        <p:spPr>
          <a:xfrm>
            <a:off x="10533888" y="1673352"/>
            <a:ext cx="621792" cy="310896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73" name="Text 171"/>
          <p:cNvSpPr/>
          <p:nvPr/>
        </p:nvSpPr>
        <p:spPr>
          <a:xfrm>
            <a:off x="10556748" y="1677924"/>
            <a:ext cx="57607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>
                <a:solidFill>
                  <a:srgbClr val="543443"/>
                </a:solidFill>
              </a:rPr>
              <a:t>華德</a:t>
            </a:r>
            <a:endParaRPr lang="en-US" sz="1600"/>
          </a:p>
        </p:txBody>
      </p:sp>
      <p:sp>
        <p:nvSpPr>
          <p:cNvPr id="174" name="Shape 172"/>
          <p:cNvSpPr/>
          <p:nvPr/>
        </p:nvSpPr>
        <p:spPr>
          <a:xfrm>
            <a:off x="11155680" y="1673352"/>
            <a:ext cx="530352" cy="310896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75" name="Text 173"/>
          <p:cNvSpPr/>
          <p:nvPr/>
        </p:nvSpPr>
        <p:spPr>
          <a:xfrm>
            <a:off x="11178540" y="1677924"/>
            <a:ext cx="48463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7B3C5E"/>
                </a:solidFill>
              </a:rPr>
              <a:t>1</a:t>
            </a:r>
            <a:endParaRPr lang="en-US" sz="1600"/>
          </a:p>
        </p:txBody>
      </p:sp>
      <p:sp>
        <p:nvSpPr>
          <p:cNvPr id="176" name="Shape 174"/>
          <p:cNvSpPr/>
          <p:nvPr/>
        </p:nvSpPr>
        <p:spPr>
          <a:xfrm>
            <a:off x="6176772" y="1984248"/>
            <a:ext cx="475488" cy="310896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77" name="Text 175"/>
          <p:cNvSpPr/>
          <p:nvPr/>
        </p:nvSpPr>
        <p:spPr>
          <a:xfrm>
            <a:off x="6199632" y="1988820"/>
            <a:ext cx="42976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>
                <a:solidFill>
                  <a:srgbClr val="543443"/>
                </a:solidFill>
              </a:rPr>
              <a:t>54</a:t>
            </a:r>
            <a:endParaRPr lang="en-US" sz="1600"/>
          </a:p>
        </p:txBody>
      </p:sp>
      <p:sp>
        <p:nvSpPr>
          <p:cNvPr id="178" name="Shape 176"/>
          <p:cNvSpPr/>
          <p:nvPr/>
        </p:nvSpPr>
        <p:spPr>
          <a:xfrm>
            <a:off x="6652260" y="1984248"/>
            <a:ext cx="3881628" cy="310896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79" name="Text 177"/>
          <p:cNvSpPr/>
          <p:nvPr/>
        </p:nvSpPr>
        <p:spPr>
          <a:xfrm>
            <a:off x="6675120" y="1988820"/>
            <a:ext cx="383590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>
                <a:solidFill>
                  <a:srgbClr val="543443"/>
                </a:solidFill>
              </a:rPr>
              <a:t>楊素珠</a:t>
            </a:r>
            <a:endParaRPr lang="en-US" sz="1600"/>
          </a:p>
        </p:txBody>
      </p:sp>
      <p:sp>
        <p:nvSpPr>
          <p:cNvPr id="180" name="Shape 178"/>
          <p:cNvSpPr/>
          <p:nvPr/>
        </p:nvSpPr>
        <p:spPr>
          <a:xfrm>
            <a:off x="10533888" y="1984248"/>
            <a:ext cx="621792" cy="310896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81" name="Text 179"/>
          <p:cNvSpPr/>
          <p:nvPr/>
        </p:nvSpPr>
        <p:spPr>
          <a:xfrm>
            <a:off x="10556748" y="1988820"/>
            <a:ext cx="57607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>
                <a:solidFill>
                  <a:srgbClr val="543443"/>
                </a:solidFill>
              </a:rPr>
              <a:t>華德</a:t>
            </a:r>
            <a:endParaRPr lang="en-US" sz="1600"/>
          </a:p>
        </p:txBody>
      </p:sp>
      <p:sp>
        <p:nvSpPr>
          <p:cNvPr id="182" name="Shape 180"/>
          <p:cNvSpPr/>
          <p:nvPr/>
        </p:nvSpPr>
        <p:spPr>
          <a:xfrm>
            <a:off x="11155680" y="1984248"/>
            <a:ext cx="530352" cy="310896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83" name="Text 181"/>
          <p:cNvSpPr/>
          <p:nvPr/>
        </p:nvSpPr>
        <p:spPr>
          <a:xfrm>
            <a:off x="11178540" y="1988820"/>
            <a:ext cx="48463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7B3C5E"/>
                </a:solidFill>
              </a:rPr>
              <a:t>1</a:t>
            </a:r>
            <a:endParaRPr lang="en-US" sz="1600"/>
          </a:p>
        </p:txBody>
      </p:sp>
      <p:sp>
        <p:nvSpPr>
          <p:cNvPr id="184" name="Shape 182"/>
          <p:cNvSpPr/>
          <p:nvPr/>
        </p:nvSpPr>
        <p:spPr>
          <a:xfrm>
            <a:off x="6176772" y="2295144"/>
            <a:ext cx="475488" cy="310896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85" name="Text 183"/>
          <p:cNvSpPr/>
          <p:nvPr/>
        </p:nvSpPr>
        <p:spPr>
          <a:xfrm>
            <a:off x="6199632" y="2299716"/>
            <a:ext cx="42976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>
                <a:solidFill>
                  <a:srgbClr val="543443"/>
                </a:solidFill>
              </a:rPr>
              <a:t>55</a:t>
            </a:r>
            <a:endParaRPr lang="en-US" sz="1600"/>
          </a:p>
        </p:txBody>
      </p:sp>
      <p:sp>
        <p:nvSpPr>
          <p:cNvPr id="186" name="Shape 184"/>
          <p:cNvSpPr/>
          <p:nvPr/>
        </p:nvSpPr>
        <p:spPr>
          <a:xfrm>
            <a:off x="6652260" y="2295144"/>
            <a:ext cx="3881628" cy="310896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87" name="Text 185"/>
          <p:cNvSpPr/>
          <p:nvPr/>
        </p:nvSpPr>
        <p:spPr>
          <a:xfrm>
            <a:off x="6675120" y="2299716"/>
            <a:ext cx="383590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>
                <a:solidFill>
                  <a:srgbClr val="543443"/>
                </a:solidFill>
              </a:rPr>
              <a:t>洪健源</a:t>
            </a:r>
            <a:endParaRPr lang="en-US" sz="1600"/>
          </a:p>
        </p:txBody>
      </p:sp>
      <p:sp>
        <p:nvSpPr>
          <p:cNvPr id="188" name="Shape 186"/>
          <p:cNvSpPr/>
          <p:nvPr/>
        </p:nvSpPr>
        <p:spPr>
          <a:xfrm>
            <a:off x="10533888" y="2295144"/>
            <a:ext cx="621792" cy="310896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89" name="Text 187"/>
          <p:cNvSpPr/>
          <p:nvPr/>
        </p:nvSpPr>
        <p:spPr>
          <a:xfrm>
            <a:off x="10556748" y="2299716"/>
            <a:ext cx="57607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>
                <a:solidFill>
                  <a:srgbClr val="543443"/>
                </a:solidFill>
              </a:rPr>
              <a:t>華德</a:t>
            </a:r>
            <a:endParaRPr lang="en-US" sz="1600"/>
          </a:p>
        </p:txBody>
      </p:sp>
      <p:sp>
        <p:nvSpPr>
          <p:cNvPr id="190" name="Shape 188"/>
          <p:cNvSpPr/>
          <p:nvPr/>
        </p:nvSpPr>
        <p:spPr>
          <a:xfrm>
            <a:off x="11155680" y="2295144"/>
            <a:ext cx="530352" cy="310896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91" name="Text 189"/>
          <p:cNvSpPr/>
          <p:nvPr/>
        </p:nvSpPr>
        <p:spPr>
          <a:xfrm>
            <a:off x="11178540" y="2299716"/>
            <a:ext cx="48463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7B3C5E"/>
                </a:solidFill>
              </a:rPr>
              <a:t>1</a:t>
            </a:r>
            <a:endParaRPr lang="en-US" sz="1600"/>
          </a:p>
        </p:txBody>
      </p:sp>
      <p:sp>
        <p:nvSpPr>
          <p:cNvPr id="192" name="Shape 190"/>
          <p:cNvSpPr/>
          <p:nvPr/>
        </p:nvSpPr>
        <p:spPr>
          <a:xfrm>
            <a:off x="6176772" y="2606040"/>
            <a:ext cx="475488" cy="310896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93" name="Text 191"/>
          <p:cNvSpPr/>
          <p:nvPr/>
        </p:nvSpPr>
        <p:spPr>
          <a:xfrm>
            <a:off x="6199632" y="2610612"/>
            <a:ext cx="42976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>
                <a:solidFill>
                  <a:srgbClr val="543443"/>
                </a:solidFill>
              </a:rPr>
              <a:t>56</a:t>
            </a:r>
            <a:endParaRPr lang="en-US" sz="1600"/>
          </a:p>
        </p:txBody>
      </p:sp>
      <p:sp>
        <p:nvSpPr>
          <p:cNvPr id="194" name="Shape 192"/>
          <p:cNvSpPr/>
          <p:nvPr/>
        </p:nvSpPr>
        <p:spPr>
          <a:xfrm>
            <a:off x="6652260" y="2606040"/>
            <a:ext cx="3881628" cy="310896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95" name="Text 193"/>
          <p:cNvSpPr/>
          <p:nvPr/>
        </p:nvSpPr>
        <p:spPr>
          <a:xfrm>
            <a:off x="6675120" y="2610612"/>
            <a:ext cx="383590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>
                <a:solidFill>
                  <a:srgbClr val="543443"/>
                </a:solidFill>
              </a:rPr>
              <a:t>黃麗麗</a:t>
            </a:r>
            <a:endParaRPr lang="en-US" sz="1600"/>
          </a:p>
        </p:txBody>
      </p:sp>
      <p:sp>
        <p:nvSpPr>
          <p:cNvPr id="196" name="Shape 194"/>
          <p:cNvSpPr/>
          <p:nvPr/>
        </p:nvSpPr>
        <p:spPr>
          <a:xfrm>
            <a:off x="10533888" y="2606040"/>
            <a:ext cx="621792" cy="310896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97" name="Text 195"/>
          <p:cNvSpPr/>
          <p:nvPr/>
        </p:nvSpPr>
        <p:spPr>
          <a:xfrm>
            <a:off x="10556748" y="2610612"/>
            <a:ext cx="57607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>
                <a:solidFill>
                  <a:srgbClr val="543443"/>
                </a:solidFill>
              </a:rPr>
              <a:t>敬德</a:t>
            </a:r>
            <a:endParaRPr lang="en-US" sz="1600"/>
          </a:p>
        </p:txBody>
      </p:sp>
      <p:sp>
        <p:nvSpPr>
          <p:cNvPr id="198" name="Shape 196"/>
          <p:cNvSpPr/>
          <p:nvPr/>
        </p:nvSpPr>
        <p:spPr>
          <a:xfrm>
            <a:off x="11155680" y="2606040"/>
            <a:ext cx="530352" cy="310896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99" name="Text 197"/>
          <p:cNvSpPr/>
          <p:nvPr/>
        </p:nvSpPr>
        <p:spPr>
          <a:xfrm>
            <a:off x="11178540" y="2610612"/>
            <a:ext cx="48463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7B3C5E"/>
                </a:solidFill>
              </a:rPr>
              <a:t>1</a:t>
            </a:r>
            <a:endParaRPr lang="en-US" sz="1600"/>
          </a:p>
        </p:txBody>
      </p:sp>
      <p:sp>
        <p:nvSpPr>
          <p:cNvPr id="200" name="Shape 198"/>
          <p:cNvSpPr/>
          <p:nvPr/>
        </p:nvSpPr>
        <p:spPr>
          <a:xfrm>
            <a:off x="6176772" y="2916936"/>
            <a:ext cx="475488" cy="310896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01" name="Text 199"/>
          <p:cNvSpPr/>
          <p:nvPr/>
        </p:nvSpPr>
        <p:spPr>
          <a:xfrm>
            <a:off x="6199632" y="2921508"/>
            <a:ext cx="42976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>
                <a:solidFill>
                  <a:srgbClr val="543443"/>
                </a:solidFill>
              </a:rPr>
              <a:t>57</a:t>
            </a:r>
            <a:endParaRPr lang="en-US" sz="1600"/>
          </a:p>
        </p:txBody>
      </p:sp>
      <p:sp>
        <p:nvSpPr>
          <p:cNvPr id="202" name="Shape 200"/>
          <p:cNvSpPr/>
          <p:nvPr/>
        </p:nvSpPr>
        <p:spPr>
          <a:xfrm>
            <a:off x="6652260" y="2916936"/>
            <a:ext cx="3881628" cy="310896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03" name="Text 201"/>
          <p:cNvSpPr/>
          <p:nvPr/>
        </p:nvSpPr>
        <p:spPr>
          <a:xfrm>
            <a:off x="6675120" y="2921508"/>
            <a:ext cx="383590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>
                <a:solidFill>
                  <a:srgbClr val="543443"/>
                </a:solidFill>
              </a:rPr>
              <a:t>羅欣芝</a:t>
            </a:r>
            <a:endParaRPr lang="en-US" sz="1600"/>
          </a:p>
        </p:txBody>
      </p:sp>
      <p:sp>
        <p:nvSpPr>
          <p:cNvPr id="204" name="Shape 202"/>
          <p:cNvSpPr/>
          <p:nvPr/>
        </p:nvSpPr>
        <p:spPr>
          <a:xfrm>
            <a:off x="10533888" y="2916936"/>
            <a:ext cx="621792" cy="310896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05" name="Text 203"/>
          <p:cNvSpPr/>
          <p:nvPr/>
        </p:nvSpPr>
        <p:spPr>
          <a:xfrm>
            <a:off x="10556748" y="2921508"/>
            <a:ext cx="57607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>
                <a:solidFill>
                  <a:srgbClr val="543443"/>
                </a:solidFill>
              </a:rPr>
              <a:t>傳德</a:t>
            </a:r>
            <a:endParaRPr lang="en-US" sz="1600"/>
          </a:p>
        </p:txBody>
      </p:sp>
      <p:sp>
        <p:nvSpPr>
          <p:cNvPr id="206" name="Shape 204"/>
          <p:cNvSpPr/>
          <p:nvPr/>
        </p:nvSpPr>
        <p:spPr>
          <a:xfrm>
            <a:off x="11155680" y="2916936"/>
            <a:ext cx="530352" cy="310896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07" name="Text 205"/>
          <p:cNvSpPr/>
          <p:nvPr/>
        </p:nvSpPr>
        <p:spPr>
          <a:xfrm>
            <a:off x="11178540" y="2921508"/>
            <a:ext cx="48463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7B3C5E"/>
                </a:solidFill>
              </a:rPr>
              <a:t>4</a:t>
            </a:r>
            <a:endParaRPr lang="en-US" sz="1600"/>
          </a:p>
        </p:txBody>
      </p:sp>
      <p:sp>
        <p:nvSpPr>
          <p:cNvPr id="208" name="Shape 206"/>
          <p:cNvSpPr/>
          <p:nvPr/>
        </p:nvSpPr>
        <p:spPr>
          <a:xfrm>
            <a:off x="6176772" y="3227832"/>
            <a:ext cx="475488" cy="310896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09" name="Text 207"/>
          <p:cNvSpPr/>
          <p:nvPr/>
        </p:nvSpPr>
        <p:spPr>
          <a:xfrm>
            <a:off x="6199632" y="3232404"/>
            <a:ext cx="42976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>
                <a:solidFill>
                  <a:srgbClr val="543443"/>
                </a:solidFill>
              </a:rPr>
              <a:t>58</a:t>
            </a:r>
            <a:endParaRPr lang="en-US" sz="1600"/>
          </a:p>
        </p:txBody>
      </p:sp>
      <p:sp>
        <p:nvSpPr>
          <p:cNvPr id="210" name="Shape 208"/>
          <p:cNvSpPr/>
          <p:nvPr/>
        </p:nvSpPr>
        <p:spPr>
          <a:xfrm>
            <a:off x="6652260" y="3227832"/>
            <a:ext cx="3881628" cy="310896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11" name="Text 209"/>
          <p:cNvSpPr/>
          <p:nvPr/>
        </p:nvSpPr>
        <p:spPr>
          <a:xfrm>
            <a:off x="6675120" y="3232404"/>
            <a:ext cx="383590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>
                <a:solidFill>
                  <a:srgbClr val="543443"/>
                </a:solidFill>
              </a:rPr>
              <a:t>何秀云</a:t>
            </a:r>
            <a:endParaRPr lang="en-US" sz="1600"/>
          </a:p>
        </p:txBody>
      </p:sp>
      <p:sp>
        <p:nvSpPr>
          <p:cNvPr id="212" name="Shape 210"/>
          <p:cNvSpPr/>
          <p:nvPr/>
        </p:nvSpPr>
        <p:spPr>
          <a:xfrm>
            <a:off x="10533888" y="3227832"/>
            <a:ext cx="621792" cy="310896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13" name="Text 211"/>
          <p:cNvSpPr/>
          <p:nvPr/>
        </p:nvSpPr>
        <p:spPr>
          <a:xfrm>
            <a:off x="10556748" y="3232404"/>
            <a:ext cx="57607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>
                <a:solidFill>
                  <a:srgbClr val="543443"/>
                </a:solidFill>
              </a:rPr>
              <a:t>傳德</a:t>
            </a:r>
            <a:endParaRPr lang="en-US" sz="1600"/>
          </a:p>
        </p:txBody>
      </p:sp>
      <p:sp>
        <p:nvSpPr>
          <p:cNvPr id="214" name="Shape 212"/>
          <p:cNvSpPr/>
          <p:nvPr/>
        </p:nvSpPr>
        <p:spPr>
          <a:xfrm>
            <a:off x="11155680" y="3227832"/>
            <a:ext cx="530352" cy="310896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15" name="Text 213"/>
          <p:cNvSpPr/>
          <p:nvPr/>
        </p:nvSpPr>
        <p:spPr>
          <a:xfrm>
            <a:off x="11178540" y="3232404"/>
            <a:ext cx="48463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7B3C5E"/>
                </a:solidFill>
              </a:rPr>
              <a:t>2</a:t>
            </a:r>
            <a:endParaRPr lang="en-US" sz="1600"/>
          </a:p>
        </p:txBody>
      </p:sp>
      <p:sp>
        <p:nvSpPr>
          <p:cNvPr id="216" name="Shape 214"/>
          <p:cNvSpPr/>
          <p:nvPr/>
        </p:nvSpPr>
        <p:spPr>
          <a:xfrm>
            <a:off x="6176772" y="3538728"/>
            <a:ext cx="475488" cy="310896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17" name="Text 215"/>
          <p:cNvSpPr/>
          <p:nvPr/>
        </p:nvSpPr>
        <p:spPr>
          <a:xfrm>
            <a:off x="6199632" y="3543300"/>
            <a:ext cx="42976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>
                <a:solidFill>
                  <a:srgbClr val="543443"/>
                </a:solidFill>
              </a:rPr>
              <a:t>59</a:t>
            </a:r>
            <a:endParaRPr lang="en-US" sz="1600"/>
          </a:p>
        </p:txBody>
      </p:sp>
      <p:sp>
        <p:nvSpPr>
          <p:cNvPr id="218" name="Shape 216"/>
          <p:cNvSpPr/>
          <p:nvPr/>
        </p:nvSpPr>
        <p:spPr>
          <a:xfrm>
            <a:off x="6652260" y="3538728"/>
            <a:ext cx="3881628" cy="310896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19" name="Text 217"/>
          <p:cNvSpPr/>
          <p:nvPr/>
        </p:nvSpPr>
        <p:spPr>
          <a:xfrm>
            <a:off x="6675120" y="3543300"/>
            <a:ext cx="383590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>
                <a:solidFill>
                  <a:srgbClr val="543443"/>
                </a:solidFill>
              </a:rPr>
              <a:t>陳漢源</a:t>
            </a:r>
            <a:endParaRPr lang="en-US" sz="1600"/>
          </a:p>
        </p:txBody>
      </p:sp>
      <p:sp>
        <p:nvSpPr>
          <p:cNvPr id="220" name="Shape 218"/>
          <p:cNvSpPr/>
          <p:nvPr/>
        </p:nvSpPr>
        <p:spPr>
          <a:xfrm>
            <a:off x="10533888" y="3538728"/>
            <a:ext cx="621792" cy="310896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21" name="Text 219"/>
          <p:cNvSpPr/>
          <p:nvPr/>
        </p:nvSpPr>
        <p:spPr>
          <a:xfrm>
            <a:off x="10556748" y="3543300"/>
            <a:ext cx="57607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>
                <a:solidFill>
                  <a:srgbClr val="543443"/>
                </a:solidFill>
              </a:rPr>
              <a:t>傳德</a:t>
            </a:r>
            <a:endParaRPr lang="en-US" sz="1600"/>
          </a:p>
        </p:txBody>
      </p:sp>
      <p:sp>
        <p:nvSpPr>
          <p:cNvPr id="222" name="Shape 220"/>
          <p:cNvSpPr/>
          <p:nvPr/>
        </p:nvSpPr>
        <p:spPr>
          <a:xfrm>
            <a:off x="11155680" y="3538728"/>
            <a:ext cx="530352" cy="310896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23" name="Text 221"/>
          <p:cNvSpPr/>
          <p:nvPr/>
        </p:nvSpPr>
        <p:spPr>
          <a:xfrm>
            <a:off x="11178540" y="3543300"/>
            <a:ext cx="48463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7B3C5E"/>
                </a:solidFill>
              </a:rPr>
              <a:t>2</a:t>
            </a:r>
            <a:endParaRPr lang="en-US" sz="1600"/>
          </a:p>
        </p:txBody>
      </p:sp>
      <p:sp>
        <p:nvSpPr>
          <p:cNvPr id="224" name="Shape 222"/>
          <p:cNvSpPr/>
          <p:nvPr/>
        </p:nvSpPr>
        <p:spPr>
          <a:xfrm>
            <a:off x="6176772" y="3849624"/>
            <a:ext cx="475488" cy="310896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25" name="Text 223"/>
          <p:cNvSpPr/>
          <p:nvPr/>
        </p:nvSpPr>
        <p:spPr>
          <a:xfrm>
            <a:off x="6199632" y="3854196"/>
            <a:ext cx="42976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>
                <a:solidFill>
                  <a:srgbClr val="543443"/>
                </a:solidFill>
              </a:rPr>
              <a:t>60</a:t>
            </a:r>
            <a:endParaRPr lang="en-US" sz="1600"/>
          </a:p>
        </p:txBody>
      </p:sp>
      <p:sp>
        <p:nvSpPr>
          <p:cNvPr id="226" name="Shape 224"/>
          <p:cNvSpPr/>
          <p:nvPr/>
        </p:nvSpPr>
        <p:spPr>
          <a:xfrm>
            <a:off x="6652260" y="3849624"/>
            <a:ext cx="3881628" cy="310896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27" name="Text 225"/>
          <p:cNvSpPr/>
          <p:nvPr/>
        </p:nvSpPr>
        <p:spPr>
          <a:xfrm>
            <a:off x="6675120" y="3854196"/>
            <a:ext cx="383590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>
                <a:solidFill>
                  <a:srgbClr val="543443"/>
                </a:solidFill>
              </a:rPr>
              <a:t>邱月珍</a:t>
            </a:r>
            <a:endParaRPr lang="en-US" sz="1600"/>
          </a:p>
        </p:txBody>
      </p:sp>
      <p:sp>
        <p:nvSpPr>
          <p:cNvPr id="228" name="Shape 226"/>
          <p:cNvSpPr/>
          <p:nvPr/>
        </p:nvSpPr>
        <p:spPr>
          <a:xfrm>
            <a:off x="10533888" y="3849624"/>
            <a:ext cx="621792" cy="310896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29" name="Text 227"/>
          <p:cNvSpPr/>
          <p:nvPr/>
        </p:nvSpPr>
        <p:spPr>
          <a:xfrm>
            <a:off x="10556748" y="3854196"/>
            <a:ext cx="57607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>
                <a:solidFill>
                  <a:srgbClr val="543443"/>
                </a:solidFill>
              </a:rPr>
              <a:t>傳德</a:t>
            </a:r>
            <a:endParaRPr lang="en-US" sz="1600"/>
          </a:p>
        </p:txBody>
      </p:sp>
      <p:sp>
        <p:nvSpPr>
          <p:cNvPr id="230" name="Shape 228"/>
          <p:cNvSpPr/>
          <p:nvPr/>
        </p:nvSpPr>
        <p:spPr>
          <a:xfrm>
            <a:off x="11155680" y="3849624"/>
            <a:ext cx="530352" cy="310896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31" name="Text 229"/>
          <p:cNvSpPr/>
          <p:nvPr/>
        </p:nvSpPr>
        <p:spPr>
          <a:xfrm>
            <a:off x="11178540" y="3854196"/>
            <a:ext cx="48463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7B3C5E"/>
                </a:solidFill>
              </a:rPr>
              <a:t>1</a:t>
            </a:r>
            <a:endParaRPr lang="en-US" sz="1600"/>
          </a:p>
        </p:txBody>
      </p:sp>
      <p:sp>
        <p:nvSpPr>
          <p:cNvPr id="232" name="Shape 230"/>
          <p:cNvSpPr/>
          <p:nvPr/>
        </p:nvSpPr>
        <p:spPr>
          <a:xfrm>
            <a:off x="6176772" y="4160520"/>
            <a:ext cx="475488" cy="310896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33" name="Text 231"/>
          <p:cNvSpPr/>
          <p:nvPr/>
        </p:nvSpPr>
        <p:spPr>
          <a:xfrm>
            <a:off x="6199632" y="4165092"/>
            <a:ext cx="42976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>
                <a:solidFill>
                  <a:srgbClr val="543443"/>
                </a:solidFill>
              </a:rPr>
              <a:t>61</a:t>
            </a:r>
            <a:endParaRPr lang="en-US" sz="1600"/>
          </a:p>
        </p:txBody>
      </p:sp>
      <p:sp>
        <p:nvSpPr>
          <p:cNvPr id="234" name="Shape 232"/>
          <p:cNvSpPr/>
          <p:nvPr/>
        </p:nvSpPr>
        <p:spPr>
          <a:xfrm>
            <a:off x="6652260" y="4160520"/>
            <a:ext cx="3881628" cy="310896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35" name="Text 233"/>
          <p:cNvSpPr/>
          <p:nvPr/>
        </p:nvSpPr>
        <p:spPr>
          <a:xfrm>
            <a:off x="6675120" y="4165092"/>
            <a:ext cx="383590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>
                <a:solidFill>
                  <a:srgbClr val="543443"/>
                </a:solidFill>
              </a:rPr>
              <a:t>李偉麒</a:t>
            </a:r>
            <a:endParaRPr lang="en-US" sz="1600"/>
          </a:p>
        </p:txBody>
      </p:sp>
      <p:sp>
        <p:nvSpPr>
          <p:cNvPr id="236" name="Shape 234"/>
          <p:cNvSpPr/>
          <p:nvPr/>
        </p:nvSpPr>
        <p:spPr>
          <a:xfrm>
            <a:off x="10533888" y="4160520"/>
            <a:ext cx="621792" cy="310896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37" name="Text 235"/>
          <p:cNvSpPr/>
          <p:nvPr/>
        </p:nvSpPr>
        <p:spPr>
          <a:xfrm>
            <a:off x="10556748" y="4165092"/>
            <a:ext cx="57607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>
                <a:solidFill>
                  <a:srgbClr val="543443"/>
                </a:solidFill>
              </a:rPr>
              <a:t>傳德</a:t>
            </a:r>
            <a:endParaRPr lang="en-US" sz="1600"/>
          </a:p>
        </p:txBody>
      </p:sp>
      <p:sp>
        <p:nvSpPr>
          <p:cNvPr id="238" name="Shape 236"/>
          <p:cNvSpPr/>
          <p:nvPr/>
        </p:nvSpPr>
        <p:spPr>
          <a:xfrm>
            <a:off x="11155680" y="4160520"/>
            <a:ext cx="530352" cy="310896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39" name="Text 237"/>
          <p:cNvSpPr/>
          <p:nvPr/>
        </p:nvSpPr>
        <p:spPr>
          <a:xfrm>
            <a:off x="11178540" y="4165092"/>
            <a:ext cx="48463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7B3C5E"/>
                </a:solidFill>
              </a:rPr>
              <a:t>1</a:t>
            </a:r>
            <a:endParaRPr lang="en-US" sz="1600"/>
          </a:p>
        </p:txBody>
      </p:sp>
      <p:sp>
        <p:nvSpPr>
          <p:cNvPr id="240" name="Shape 238"/>
          <p:cNvSpPr/>
          <p:nvPr/>
        </p:nvSpPr>
        <p:spPr>
          <a:xfrm>
            <a:off x="6176772" y="4471416"/>
            <a:ext cx="475488" cy="310896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41" name="Text 239"/>
          <p:cNvSpPr/>
          <p:nvPr/>
        </p:nvSpPr>
        <p:spPr>
          <a:xfrm>
            <a:off x="6199632" y="4475988"/>
            <a:ext cx="42976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>
                <a:solidFill>
                  <a:srgbClr val="543443"/>
                </a:solidFill>
              </a:rPr>
              <a:t>62</a:t>
            </a:r>
            <a:endParaRPr lang="en-US" sz="1600"/>
          </a:p>
        </p:txBody>
      </p:sp>
      <p:sp>
        <p:nvSpPr>
          <p:cNvPr id="242" name="Shape 240"/>
          <p:cNvSpPr/>
          <p:nvPr/>
        </p:nvSpPr>
        <p:spPr>
          <a:xfrm>
            <a:off x="6652260" y="4471416"/>
            <a:ext cx="3881628" cy="310896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43" name="Text 241"/>
          <p:cNvSpPr/>
          <p:nvPr/>
        </p:nvSpPr>
        <p:spPr>
          <a:xfrm>
            <a:off x="6675120" y="4475988"/>
            <a:ext cx="383590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>
                <a:solidFill>
                  <a:srgbClr val="543443"/>
                </a:solidFill>
              </a:rPr>
              <a:t>陳精民</a:t>
            </a:r>
            <a:endParaRPr lang="en-US" sz="1600"/>
          </a:p>
        </p:txBody>
      </p:sp>
      <p:sp>
        <p:nvSpPr>
          <p:cNvPr id="244" name="Shape 242"/>
          <p:cNvSpPr/>
          <p:nvPr/>
        </p:nvSpPr>
        <p:spPr>
          <a:xfrm>
            <a:off x="10533888" y="4471416"/>
            <a:ext cx="621792" cy="310896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45" name="Text 243"/>
          <p:cNvSpPr/>
          <p:nvPr/>
        </p:nvSpPr>
        <p:spPr>
          <a:xfrm>
            <a:off x="10556748" y="4475988"/>
            <a:ext cx="57607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>
                <a:solidFill>
                  <a:srgbClr val="543443"/>
                </a:solidFill>
              </a:rPr>
              <a:t>傳德</a:t>
            </a:r>
            <a:endParaRPr lang="en-US" sz="1600"/>
          </a:p>
        </p:txBody>
      </p:sp>
      <p:sp>
        <p:nvSpPr>
          <p:cNvPr id="246" name="Shape 244"/>
          <p:cNvSpPr/>
          <p:nvPr/>
        </p:nvSpPr>
        <p:spPr>
          <a:xfrm>
            <a:off x="11155680" y="4471416"/>
            <a:ext cx="530352" cy="310896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47" name="Text 245"/>
          <p:cNvSpPr/>
          <p:nvPr/>
        </p:nvSpPr>
        <p:spPr>
          <a:xfrm>
            <a:off x="11178540" y="4475988"/>
            <a:ext cx="48463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7B3C5E"/>
                </a:solidFill>
              </a:rPr>
              <a:t>1</a:t>
            </a:r>
            <a:endParaRPr lang="en-US" sz="1600"/>
          </a:p>
        </p:txBody>
      </p:sp>
      <p:sp>
        <p:nvSpPr>
          <p:cNvPr id="248" name="Shape 246"/>
          <p:cNvSpPr/>
          <p:nvPr/>
        </p:nvSpPr>
        <p:spPr>
          <a:xfrm>
            <a:off x="6176772" y="4782312"/>
            <a:ext cx="475488" cy="310896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49" name="Text 247"/>
          <p:cNvSpPr/>
          <p:nvPr/>
        </p:nvSpPr>
        <p:spPr>
          <a:xfrm>
            <a:off x="6199632" y="4786884"/>
            <a:ext cx="42976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>
                <a:solidFill>
                  <a:srgbClr val="543443"/>
                </a:solidFill>
              </a:rPr>
              <a:t>63</a:t>
            </a:r>
            <a:endParaRPr lang="en-US" sz="1600"/>
          </a:p>
        </p:txBody>
      </p:sp>
      <p:sp>
        <p:nvSpPr>
          <p:cNvPr id="250" name="Shape 248"/>
          <p:cNvSpPr/>
          <p:nvPr/>
        </p:nvSpPr>
        <p:spPr>
          <a:xfrm>
            <a:off x="6652260" y="4782312"/>
            <a:ext cx="3881628" cy="310896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51" name="Text 249"/>
          <p:cNvSpPr/>
          <p:nvPr/>
        </p:nvSpPr>
        <p:spPr>
          <a:xfrm>
            <a:off x="6675120" y="4786884"/>
            <a:ext cx="383590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>
                <a:solidFill>
                  <a:srgbClr val="543443"/>
                </a:solidFill>
              </a:rPr>
              <a:t>劉金富</a:t>
            </a:r>
            <a:endParaRPr lang="en-US" sz="1600"/>
          </a:p>
        </p:txBody>
      </p:sp>
      <p:sp>
        <p:nvSpPr>
          <p:cNvPr id="252" name="Shape 250"/>
          <p:cNvSpPr/>
          <p:nvPr/>
        </p:nvSpPr>
        <p:spPr>
          <a:xfrm>
            <a:off x="10533888" y="4782312"/>
            <a:ext cx="621792" cy="310896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53" name="Text 251"/>
          <p:cNvSpPr/>
          <p:nvPr/>
        </p:nvSpPr>
        <p:spPr>
          <a:xfrm>
            <a:off x="10556748" y="4786884"/>
            <a:ext cx="57607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>
                <a:solidFill>
                  <a:srgbClr val="543443"/>
                </a:solidFill>
              </a:rPr>
              <a:t>傳德</a:t>
            </a:r>
            <a:endParaRPr lang="en-US" sz="1600"/>
          </a:p>
        </p:txBody>
      </p:sp>
      <p:sp>
        <p:nvSpPr>
          <p:cNvPr id="254" name="Shape 252"/>
          <p:cNvSpPr/>
          <p:nvPr/>
        </p:nvSpPr>
        <p:spPr>
          <a:xfrm>
            <a:off x="11155680" y="4782312"/>
            <a:ext cx="530352" cy="310896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55" name="Text 253"/>
          <p:cNvSpPr/>
          <p:nvPr/>
        </p:nvSpPr>
        <p:spPr>
          <a:xfrm>
            <a:off x="11178540" y="4786884"/>
            <a:ext cx="48463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7B3C5E"/>
                </a:solidFill>
              </a:rPr>
              <a:t>1</a:t>
            </a:r>
            <a:endParaRPr lang="en-US" sz="1600"/>
          </a:p>
        </p:txBody>
      </p:sp>
      <p:sp>
        <p:nvSpPr>
          <p:cNvPr id="256" name="Shape 254"/>
          <p:cNvSpPr/>
          <p:nvPr/>
        </p:nvSpPr>
        <p:spPr>
          <a:xfrm>
            <a:off x="6176772" y="5093208"/>
            <a:ext cx="475488" cy="310896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57" name="Text 255"/>
          <p:cNvSpPr/>
          <p:nvPr/>
        </p:nvSpPr>
        <p:spPr>
          <a:xfrm>
            <a:off x="6199632" y="5097780"/>
            <a:ext cx="42976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>
                <a:solidFill>
                  <a:srgbClr val="543443"/>
                </a:solidFill>
              </a:rPr>
              <a:t>64</a:t>
            </a:r>
            <a:endParaRPr lang="en-US" sz="1600"/>
          </a:p>
        </p:txBody>
      </p:sp>
      <p:sp>
        <p:nvSpPr>
          <p:cNvPr id="258" name="Shape 256"/>
          <p:cNvSpPr/>
          <p:nvPr/>
        </p:nvSpPr>
        <p:spPr>
          <a:xfrm>
            <a:off x="6652260" y="5093208"/>
            <a:ext cx="3881628" cy="310896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59" name="Text 257"/>
          <p:cNvSpPr/>
          <p:nvPr/>
        </p:nvSpPr>
        <p:spPr>
          <a:xfrm>
            <a:off x="6675120" y="5097780"/>
            <a:ext cx="383590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>
                <a:solidFill>
                  <a:srgbClr val="543443"/>
                </a:solidFill>
              </a:rPr>
              <a:t>杜秀嬌</a:t>
            </a:r>
            <a:endParaRPr lang="en-US" sz="1600"/>
          </a:p>
        </p:txBody>
      </p:sp>
      <p:sp>
        <p:nvSpPr>
          <p:cNvPr id="260" name="Shape 258"/>
          <p:cNvSpPr/>
          <p:nvPr/>
        </p:nvSpPr>
        <p:spPr>
          <a:xfrm>
            <a:off x="10533888" y="5093208"/>
            <a:ext cx="621792" cy="310896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61" name="Text 259"/>
          <p:cNvSpPr/>
          <p:nvPr/>
        </p:nvSpPr>
        <p:spPr>
          <a:xfrm>
            <a:off x="10556748" y="5097780"/>
            <a:ext cx="57607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>
                <a:solidFill>
                  <a:srgbClr val="543443"/>
                </a:solidFill>
              </a:rPr>
              <a:t>鎮德</a:t>
            </a:r>
            <a:endParaRPr lang="en-US" sz="1600"/>
          </a:p>
        </p:txBody>
      </p:sp>
      <p:sp>
        <p:nvSpPr>
          <p:cNvPr id="262" name="Shape 260"/>
          <p:cNvSpPr/>
          <p:nvPr/>
        </p:nvSpPr>
        <p:spPr>
          <a:xfrm>
            <a:off x="11155680" y="5093208"/>
            <a:ext cx="530352" cy="310896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63" name="Text 261"/>
          <p:cNvSpPr/>
          <p:nvPr/>
        </p:nvSpPr>
        <p:spPr>
          <a:xfrm>
            <a:off x="11178540" y="5097780"/>
            <a:ext cx="48463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7B3C5E"/>
                </a:solidFill>
              </a:rPr>
              <a:t>1</a:t>
            </a:r>
            <a:endParaRPr lang="en-US" sz="1600"/>
          </a:p>
        </p:txBody>
      </p:sp>
      <p:sp>
        <p:nvSpPr>
          <p:cNvPr id="264" name="Shape 262"/>
          <p:cNvSpPr/>
          <p:nvPr/>
        </p:nvSpPr>
        <p:spPr>
          <a:xfrm>
            <a:off x="6176772" y="5404104"/>
            <a:ext cx="475488" cy="310896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65" name="Text 263"/>
          <p:cNvSpPr/>
          <p:nvPr/>
        </p:nvSpPr>
        <p:spPr>
          <a:xfrm>
            <a:off x="6199632" y="5408676"/>
            <a:ext cx="42976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>
                <a:solidFill>
                  <a:srgbClr val="543443"/>
                </a:solidFill>
              </a:rPr>
              <a:t>65</a:t>
            </a:r>
            <a:endParaRPr lang="en-US" sz="1600"/>
          </a:p>
        </p:txBody>
      </p:sp>
      <p:sp>
        <p:nvSpPr>
          <p:cNvPr id="266" name="Shape 264"/>
          <p:cNvSpPr/>
          <p:nvPr/>
        </p:nvSpPr>
        <p:spPr>
          <a:xfrm>
            <a:off x="6652260" y="5404104"/>
            <a:ext cx="3881628" cy="310896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67" name="Text 265"/>
          <p:cNvSpPr/>
          <p:nvPr/>
        </p:nvSpPr>
        <p:spPr>
          <a:xfrm>
            <a:off x="6675120" y="5408676"/>
            <a:ext cx="383590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>
                <a:solidFill>
                  <a:srgbClr val="543443"/>
                </a:solidFill>
              </a:rPr>
              <a:t>顔錦敏</a:t>
            </a:r>
            <a:endParaRPr lang="en-US" sz="1600"/>
          </a:p>
        </p:txBody>
      </p:sp>
      <p:sp>
        <p:nvSpPr>
          <p:cNvPr id="268" name="Shape 266"/>
          <p:cNvSpPr/>
          <p:nvPr/>
        </p:nvSpPr>
        <p:spPr>
          <a:xfrm>
            <a:off x="10533888" y="5404104"/>
            <a:ext cx="621792" cy="310896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69" name="Text 267"/>
          <p:cNvSpPr/>
          <p:nvPr/>
        </p:nvSpPr>
        <p:spPr>
          <a:xfrm>
            <a:off x="10556748" y="5408676"/>
            <a:ext cx="57607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>
                <a:solidFill>
                  <a:srgbClr val="543443"/>
                </a:solidFill>
              </a:rPr>
              <a:t>鎮德</a:t>
            </a:r>
            <a:endParaRPr lang="en-US" sz="1600"/>
          </a:p>
        </p:txBody>
      </p:sp>
      <p:sp>
        <p:nvSpPr>
          <p:cNvPr id="270" name="Shape 268"/>
          <p:cNvSpPr/>
          <p:nvPr/>
        </p:nvSpPr>
        <p:spPr>
          <a:xfrm>
            <a:off x="11155680" y="5404104"/>
            <a:ext cx="530352" cy="310896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71" name="Text 269"/>
          <p:cNvSpPr/>
          <p:nvPr/>
        </p:nvSpPr>
        <p:spPr>
          <a:xfrm>
            <a:off x="11178540" y="5408676"/>
            <a:ext cx="48463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7B3C5E"/>
                </a:solidFill>
              </a:rPr>
              <a:t>1</a:t>
            </a:r>
            <a:endParaRPr lang="en-US" sz="1600"/>
          </a:p>
        </p:txBody>
      </p:sp>
      <p:sp>
        <p:nvSpPr>
          <p:cNvPr id="272" name="Shape 270"/>
          <p:cNvSpPr/>
          <p:nvPr/>
        </p:nvSpPr>
        <p:spPr>
          <a:xfrm>
            <a:off x="6176772" y="5715000"/>
            <a:ext cx="475488" cy="310896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73" name="Text 271"/>
          <p:cNvSpPr/>
          <p:nvPr/>
        </p:nvSpPr>
        <p:spPr>
          <a:xfrm>
            <a:off x="6199632" y="5719572"/>
            <a:ext cx="42976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>
                <a:solidFill>
                  <a:srgbClr val="543443"/>
                </a:solidFill>
              </a:rPr>
              <a:t>66</a:t>
            </a:r>
            <a:endParaRPr lang="en-US" sz="1600"/>
          </a:p>
        </p:txBody>
      </p:sp>
      <p:sp>
        <p:nvSpPr>
          <p:cNvPr id="274" name="Shape 272"/>
          <p:cNvSpPr/>
          <p:nvPr/>
        </p:nvSpPr>
        <p:spPr>
          <a:xfrm>
            <a:off x="6652260" y="5715000"/>
            <a:ext cx="3881628" cy="310896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75" name="Text 273"/>
          <p:cNvSpPr/>
          <p:nvPr/>
        </p:nvSpPr>
        <p:spPr>
          <a:xfrm>
            <a:off x="6675120" y="5719572"/>
            <a:ext cx="383590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>
                <a:solidFill>
                  <a:srgbClr val="543443"/>
                </a:solidFill>
              </a:rPr>
              <a:t>李幼新</a:t>
            </a:r>
            <a:endParaRPr lang="en-US" sz="1600"/>
          </a:p>
        </p:txBody>
      </p:sp>
      <p:sp>
        <p:nvSpPr>
          <p:cNvPr id="276" name="Shape 274"/>
          <p:cNvSpPr/>
          <p:nvPr/>
        </p:nvSpPr>
        <p:spPr>
          <a:xfrm>
            <a:off x="10533888" y="5715000"/>
            <a:ext cx="621792" cy="310896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77" name="Text 275"/>
          <p:cNvSpPr/>
          <p:nvPr/>
        </p:nvSpPr>
        <p:spPr>
          <a:xfrm>
            <a:off x="10556748" y="5719572"/>
            <a:ext cx="57607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>
                <a:solidFill>
                  <a:srgbClr val="543443"/>
                </a:solidFill>
              </a:rPr>
              <a:t>家德</a:t>
            </a:r>
            <a:endParaRPr lang="en-US" sz="1600"/>
          </a:p>
        </p:txBody>
      </p:sp>
      <p:sp>
        <p:nvSpPr>
          <p:cNvPr id="278" name="Shape 276"/>
          <p:cNvSpPr/>
          <p:nvPr/>
        </p:nvSpPr>
        <p:spPr>
          <a:xfrm>
            <a:off x="11155680" y="5715000"/>
            <a:ext cx="530352" cy="310896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79" name="Text 277"/>
          <p:cNvSpPr/>
          <p:nvPr/>
        </p:nvSpPr>
        <p:spPr>
          <a:xfrm>
            <a:off x="11178540" y="5719572"/>
            <a:ext cx="48463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7B3C5E"/>
                </a:solidFill>
              </a:rPr>
              <a:t>3</a:t>
            </a:r>
            <a:endParaRPr lang="en-US" sz="1600"/>
          </a:p>
        </p:txBody>
      </p:sp>
      <p:sp>
        <p:nvSpPr>
          <p:cNvPr id="280" name="Shape 278"/>
          <p:cNvSpPr/>
          <p:nvPr/>
        </p:nvSpPr>
        <p:spPr>
          <a:xfrm>
            <a:off x="6176772" y="6025896"/>
            <a:ext cx="475488" cy="310896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81" name="Text 279"/>
          <p:cNvSpPr/>
          <p:nvPr/>
        </p:nvSpPr>
        <p:spPr>
          <a:xfrm>
            <a:off x="6199632" y="6030468"/>
            <a:ext cx="42976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>
                <a:solidFill>
                  <a:srgbClr val="543443"/>
                </a:solidFill>
              </a:rPr>
              <a:t>67</a:t>
            </a:r>
            <a:endParaRPr lang="en-US" sz="1600"/>
          </a:p>
        </p:txBody>
      </p:sp>
      <p:sp>
        <p:nvSpPr>
          <p:cNvPr id="282" name="Shape 280"/>
          <p:cNvSpPr/>
          <p:nvPr/>
        </p:nvSpPr>
        <p:spPr>
          <a:xfrm>
            <a:off x="6652260" y="6025896"/>
            <a:ext cx="3881628" cy="310896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83" name="Text 281"/>
          <p:cNvSpPr/>
          <p:nvPr/>
        </p:nvSpPr>
        <p:spPr>
          <a:xfrm>
            <a:off x="6675120" y="6030468"/>
            <a:ext cx="383590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>
                <a:solidFill>
                  <a:srgbClr val="543443"/>
                </a:solidFill>
              </a:rPr>
              <a:t>盧嘉燕</a:t>
            </a:r>
            <a:endParaRPr lang="en-US" sz="1600"/>
          </a:p>
        </p:txBody>
      </p:sp>
      <p:sp>
        <p:nvSpPr>
          <p:cNvPr id="284" name="Shape 282"/>
          <p:cNvSpPr/>
          <p:nvPr/>
        </p:nvSpPr>
        <p:spPr>
          <a:xfrm>
            <a:off x="10533888" y="6025896"/>
            <a:ext cx="621792" cy="310896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85" name="Text 283"/>
          <p:cNvSpPr/>
          <p:nvPr/>
        </p:nvSpPr>
        <p:spPr>
          <a:xfrm>
            <a:off x="10556748" y="6030468"/>
            <a:ext cx="57607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>
                <a:solidFill>
                  <a:srgbClr val="543443"/>
                </a:solidFill>
              </a:rPr>
              <a:t>家德</a:t>
            </a:r>
            <a:endParaRPr lang="en-US" sz="1600"/>
          </a:p>
        </p:txBody>
      </p:sp>
      <p:sp>
        <p:nvSpPr>
          <p:cNvPr id="286" name="Shape 284"/>
          <p:cNvSpPr/>
          <p:nvPr/>
        </p:nvSpPr>
        <p:spPr>
          <a:xfrm>
            <a:off x="11155680" y="6025896"/>
            <a:ext cx="530352" cy="310896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87" name="Text 285"/>
          <p:cNvSpPr/>
          <p:nvPr/>
        </p:nvSpPr>
        <p:spPr>
          <a:xfrm>
            <a:off x="11178540" y="6030468"/>
            <a:ext cx="48463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7B3C5E"/>
                </a:solidFill>
              </a:rPr>
              <a:t>1</a:t>
            </a:r>
            <a:endParaRPr lang="en-US" sz="1600"/>
          </a:p>
        </p:txBody>
      </p:sp>
      <p:sp>
        <p:nvSpPr>
          <p:cNvPr id="288" name="Text 286"/>
          <p:cNvSpPr/>
          <p:nvPr/>
        </p:nvSpPr>
        <p:spPr>
          <a:xfrm>
            <a:off x="11338560" y="6510528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E7284"/>
                </a:solidFill>
              </a:rPr>
              <a:t>12</a:t>
            </a:r>
            <a:endParaRPr lang="en-US" sz="900" dirty="0"/>
          </a:p>
        </p:txBody>
      </p:sp>
      <p:sp>
        <p:nvSpPr>
          <p:cNvPr id="291" name="Eyebrow">
            <a:extLst>
              <a:ext uri="{FF2B5EF4-FFF2-40B4-BE49-F238E27FC236}">
                <a16:creationId xmlns:a16="http://schemas.microsoft.com/office/drawing/2014/main" id="{C3032642-80AB-0F45-FB14-74AE7D58E605}"/>
              </a:ext>
            </a:extLst>
          </p:cNvPr>
          <p:cNvSpPr/>
          <p:nvPr/>
        </p:nvSpPr>
        <p:spPr>
          <a:xfrm>
            <a:off x="7315200" y="228600"/>
            <a:ext cx="4343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zh-TW" altLang="en-US" sz="1600" spc="200" dirty="0">
                <a:solidFill>
                  <a:srgbClr val="F7E8D2"/>
                </a:solidFill>
                <a:latin typeface="Noto Sans CJK TC"/>
                <a:ea typeface="Noto Sans CJK TC"/>
              </a:rPr>
              <a:t>2026年 · 巴生道務中心</a:t>
            </a:r>
            <a:endParaRPr lang="en-US" sz="16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FE7375-EC76-43BB-A222-1BBAB9D9376B}"/>
            </a:ext>
          </a:extLst>
        </p:cNvPr>
        <p:cNvGrpSpPr/>
        <p:nvPr/>
      </p:nvGrpSpPr>
      <p:grpSpPr>
        <a:xfrm>
          <a:off x="0" y="0"/>
          <a:ext cx="1" cy="1"/>
          <a:chOff x="0" y="0"/>
          <a:chExt cx="1" cy="1"/>
        </a:xfrm>
      </p:grpSpPr>
      <p:pic>
        <p:nvPicPr>
          <p:cNvPr id="2" name="Image 0" descr="/mnt/data/f6d8e14f22.jpeg">
            <a:extLst>
              <a:ext uri="{FF2B5EF4-FFF2-40B4-BE49-F238E27FC236}">
                <a16:creationId xmlns:a16="http://schemas.microsoft.com/office/drawing/2014/main" id="{A5D4A4FF-58C0-64C8-C451-4F097568C0F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7811" b="781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>
            <a:extLst>
              <a:ext uri="{FF2B5EF4-FFF2-40B4-BE49-F238E27FC236}">
                <a16:creationId xmlns:a16="http://schemas.microsoft.com/office/drawing/2014/main" id="{19F07E54-7B22-3DC6-3545-3F4A8181A12A}"/>
              </a:ext>
            </a:extLst>
          </p:cNvPr>
          <p:cNvSpPr/>
          <p:nvPr/>
        </p:nvSpPr>
        <p:spPr>
          <a:xfrm>
            <a:off x="1828800" y="2057400"/>
            <a:ext cx="9260958" cy="1965960"/>
          </a:xfrm>
          <a:prstGeom prst="roundRect">
            <a:avLst/>
          </a:prstGeom>
          <a:solidFill>
            <a:srgbClr val="FFFFFF">
              <a:alpha val="91000"/>
            </a:srgbClr>
          </a:solidFill>
          <a:ln w="25400">
            <a:solidFill>
              <a:srgbClr val="D8B06A"/>
            </a:solidFill>
            <a:prstDash val="solid"/>
          </a:ln>
          <a:effectLst>
            <a:outerShdw blurRad="38100" dist="1905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7" name="Eyebrow">
            <a:extLst>
              <a:ext uri="{FF2B5EF4-FFF2-40B4-BE49-F238E27FC236}">
                <a16:creationId xmlns:a16="http://schemas.microsoft.com/office/drawing/2014/main" id="{0D24B8A2-A392-3FC2-EA10-B6139174BB56}"/>
              </a:ext>
            </a:extLst>
          </p:cNvPr>
          <p:cNvSpPr/>
          <p:nvPr/>
        </p:nvSpPr>
        <p:spPr>
          <a:xfrm>
            <a:off x="1600200" y="731520"/>
            <a:ext cx="899129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5000"/>
              </a:lnSpc>
            </a:pPr>
            <a:r>
              <a:rPr lang="zh-TW" altLang="en-US" sz="2400" b="1" spc="500" dirty="0">
                <a:solidFill>
                  <a:srgbClr val="5B2E4A"/>
                </a:solidFill>
                <a:effectLst>
                  <a:outerShdw blurRad="25400" algn="ctr" rotWithShape="0">
                    <a:srgbClr val="FFFFFF">
                      <a:alpha val="95000"/>
                    </a:srgbClr>
                  </a:outerShdw>
                </a:effectLst>
                <a:latin typeface="Noto Sans CJK TC"/>
                <a:ea typeface="Noto Sans CJK TC"/>
              </a:rPr>
              <a:t>2026年 · 巴生道務中心</a:t>
            </a:r>
            <a:r>
              <a:rPr lang="zh-TW" altLang="en-US" sz="2400" b="1" spc="500" dirty="0">
                <a:solidFill>
                  <a:srgbClr val="5B2E4A"/>
                </a:solidFill>
                <a:effectLst>
                  <a:outerShdw blurRad="25400" algn="ctr" rotWithShape="0">
                    <a:srgbClr val="FFFFFF">
                      <a:alpha val="95000"/>
                    </a:srgbClr>
                  </a:outerShdw>
                </a:effectLst>
                <a:ea typeface="Noto Sans CJK TC"/>
              </a:rPr>
              <a:t>·</a:t>
            </a:r>
            <a:r>
              <a:rPr lang="zh-TW" altLang="en-US" sz="2400" b="1" spc="500" dirty="0">
                <a:solidFill>
                  <a:srgbClr val="5B2E4A"/>
                </a:solidFill>
                <a:effectLst>
                  <a:outerShdw blurRad="25400" algn="ctr" rotWithShape="0">
                    <a:srgbClr val="FFFFFF">
                      <a:alpha val="95000"/>
                    </a:srgbClr>
                  </a:outerShdw>
                </a:effectLst>
                <a:latin typeface="Noto Sans CJK TC"/>
                <a:ea typeface="Noto Sans CJK TC"/>
              </a:rPr>
              <a:t>南區千人上岸</a:t>
            </a:r>
            <a:endParaRPr lang="en-US" altLang="zh-TW" sz="2400" b="1" spc="500" dirty="0">
              <a:solidFill>
                <a:srgbClr val="5B2E4A"/>
              </a:solidFill>
              <a:effectLst>
                <a:outerShdw blurRad="25400" algn="ctr" rotWithShape="0">
                  <a:srgbClr val="FFFFFF">
                    <a:alpha val="95000"/>
                  </a:srgbClr>
                </a:outerShdw>
              </a:effectLst>
              <a:latin typeface="Noto Sans CJK TC"/>
              <a:ea typeface="Noto Sans CJK TC"/>
            </a:endParaRPr>
          </a:p>
          <a:p>
            <a:pPr algn="ctr">
              <a:lnSpc>
                <a:spcPct val="105000"/>
              </a:lnSpc>
            </a:pPr>
            <a:r>
              <a:rPr lang="zh-TW" altLang="en-US" sz="2400" b="1" spc="500" dirty="0">
                <a:solidFill>
                  <a:srgbClr val="5B2E4A"/>
                </a:solidFill>
                <a:effectLst>
                  <a:outerShdw blurRad="25400" algn="ctr" rotWithShape="0">
                    <a:srgbClr val="FFFFFF">
                      <a:alpha val="95000"/>
                    </a:srgbClr>
                  </a:outerShdw>
                </a:effectLst>
                <a:latin typeface="Noto Sans CJK TC"/>
                <a:ea typeface="Noto Sans CJK TC"/>
              </a:rPr>
              <a:t>表揚大會</a:t>
            </a:r>
            <a:endParaRPr lang="en-US" altLang="zh-TW" sz="2400" b="1" spc="500" dirty="0">
              <a:solidFill>
                <a:srgbClr val="5B2E4A"/>
              </a:solidFill>
              <a:effectLst>
                <a:outerShdw blurRad="25400" algn="ctr" rotWithShape="0">
                  <a:srgbClr val="FFFFFF">
                    <a:alpha val="95000"/>
                  </a:srgbClr>
                </a:outerShdw>
              </a:effectLst>
              <a:latin typeface="Noto Sans CJK TC"/>
              <a:ea typeface="Noto Sans CJK TC"/>
            </a:endParaRPr>
          </a:p>
          <a:p>
            <a:pPr marL="0" indent="0" algn="ctr">
              <a:buNone/>
            </a:pPr>
            <a:endParaRPr lang="zh-TW" altLang="en-US" sz="2400" b="1" spc="500" dirty="0">
              <a:solidFill>
                <a:srgbClr val="5B2E4A"/>
              </a:solidFill>
              <a:effectLst>
                <a:outerShdw blurRad="25400" algn="ctr" rotWithShape="0">
                  <a:srgbClr val="FFFFFF">
                    <a:alpha val="95000"/>
                  </a:srgbClr>
                </a:outerShdw>
              </a:effectLst>
            </a:endParaRPr>
          </a:p>
        </p:txBody>
      </p:sp>
      <p:sp>
        <p:nvSpPr>
          <p:cNvPr id="12" name="Text 2">
            <a:extLst>
              <a:ext uri="{FF2B5EF4-FFF2-40B4-BE49-F238E27FC236}">
                <a16:creationId xmlns:a16="http://schemas.microsoft.com/office/drawing/2014/main" id="{C32C3AE4-79A9-0AC3-57A1-746CB3EFD20A}"/>
              </a:ext>
            </a:extLst>
          </p:cNvPr>
          <p:cNvSpPr/>
          <p:nvPr/>
        </p:nvSpPr>
        <p:spPr>
          <a:xfrm>
            <a:off x="1600200" y="2566214"/>
            <a:ext cx="9655426" cy="7713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zh-TW" altLang="en-US" sz="4400" b="1" dirty="0">
                <a:solidFill>
                  <a:srgbClr val="5B2E4A"/>
                </a:solidFill>
                <a:latin typeface="Noto Sans CJK TC"/>
              </a:rPr>
              <a:t>表揚｜</a:t>
            </a:r>
            <a:endParaRPr lang="en-MY" altLang="zh-TW" sz="4400" b="1" dirty="0">
              <a:solidFill>
                <a:srgbClr val="5B2E4A"/>
              </a:solidFill>
              <a:latin typeface="Noto Sans CJK TC"/>
            </a:endParaRPr>
          </a:p>
          <a:p>
            <a:pPr algn="ctr"/>
            <a:r>
              <a:rPr lang="en-US" sz="5400" b="1" dirty="0" err="1">
                <a:solidFill>
                  <a:srgbClr val="543443"/>
                </a:solidFill>
                <a:ea typeface="+mn-lt"/>
                <a:cs typeface="+mn-lt"/>
              </a:rPr>
              <a:t>班務法會帶班員畢班</a:t>
            </a:r>
            <a:r>
              <a:rPr lang="zh-TW" altLang="en-US" sz="5400" b="1" dirty="0">
                <a:solidFill>
                  <a:srgbClr val="543443"/>
                </a:solidFill>
                <a:ea typeface="+mn-lt"/>
                <a:cs typeface="+mn-lt"/>
              </a:rPr>
              <a:t>之負責人</a:t>
            </a:r>
            <a:endParaRPr lang="en-US" sz="5400" dirty="0"/>
          </a:p>
        </p:txBody>
      </p:sp>
    </p:spTree>
    <p:extLst>
      <p:ext uri="{BB962C8B-B14F-4D97-AF65-F5344CB8AC3E}">
        <p14:creationId xmlns:p14="http://schemas.microsoft.com/office/powerpoint/2010/main" val="156586027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9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pic>
        <p:nvPicPr>
          <p:cNvPr id="425" name="Lotus Watermark"/>
          <p:cNvPicPr>
            <a:picLocks noChangeAspect="1"/>
          </p:cNvPicPr>
          <p:nvPr/>
        </p:nvPicPr>
        <p:blipFill>
          <a:blip r:embed="rId3">
            <a:alphaModFix amt="14000"/>
          </a:blip>
          <a:srcRect t="7771" b="777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7B3C5E"/>
          </a:solidFill>
          <a:ln w="12700">
            <a:solidFill>
              <a:srgbClr val="7B3C5E"/>
            </a:solidFill>
            <a:prstDash val="solid"/>
          </a:ln>
        </p:spPr>
        <p:txBody>
          <a:bodyPr/>
          <a:lstStyle/>
          <a:p>
            <a:endParaRPr lang="en-MY" dirty="0"/>
          </a:p>
        </p:txBody>
      </p:sp>
      <p:sp>
        <p:nvSpPr>
          <p:cNvPr id="3" name="Shape 1"/>
          <p:cNvSpPr/>
          <p:nvPr/>
        </p:nvSpPr>
        <p:spPr>
          <a:xfrm>
            <a:off x="0" y="777240"/>
            <a:ext cx="12191695" cy="73152"/>
          </a:xfrm>
          <a:prstGeom prst="rect">
            <a:avLst/>
          </a:prstGeom>
          <a:solidFill>
            <a:srgbClr val="D8B06A"/>
          </a:solidFill>
          <a:ln w="12700">
            <a:solidFill>
              <a:srgbClr val="D8B06A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6" name="Shape 4"/>
          <p:cNvSpPr/>
          <p:nvPr/>
        </p:nvSpPr>
        <p:spPr>
          <a:xfrm>
            <a:off x="502920" y="1051560"/>
            <a:ext cx="5509260" cy="5285232"/>
          </a:xfrm>
          <a:prstGeom prst="roundRect">
            <a:avLst/>
          </a:prstGeom>
          <a:solidFill>
            <a:srgbClr val="FFFCFA"/>
          </a:solidFill>
          <a:ln w="12700">
            <a:solidFill>
              <a:srgbClr val="D8B77D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7" name="Shape 5"/>
          <p:cNvSpPr/>
          <p:nvPr/>
        </p:nvSpPr>
        <p:spPr>
          <a:xfrm>
            <a:off x="502920" y="1051560"/>
            <a:ext cx="475488" cy="203278"/>
          </a:xfrm>
          <a:prstGeom prst="rect">
            <a:avLst/>
          </a:prstGeom>
          <a:solidFill>
            <a:srgbClr val="92506F"/>
          </a:solidFill>
          <a:ln w="6350">
            <a:solidFill>
              <a:srgbClr val="E6C992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8" name="Text 6"/>
          <p:cNvSpPr/>
          <p:nvPr/>
        </p:nvSpPr>
        <p:spPr>
          <a:xfrm>
            <a:off x="521208" y="1060704"/>
            <a:ext cx="438912" cy="1849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No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978408" y="1051560"/>
            <a:ext cx="3881628" cy="203278"/>
          </a:xfrm>
          <a:prstGeom prst="rect">
            <a:avLst/>
          </a:prstGeom>
          <a:solidFill>
            <a:srgbClr val="7B3C5E"/>
          </a:solidFill>
          <a:ln w="6350">
            <a:solidFill>
              <a:srgbClr val="E6C992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0" name="Text 8"/>
          <p:cNvSpPr/>
          <p:nvPr/>
        </p:nvSpPr>
        <p:spPr>
          <a:xfrm>
            <a:off x="996696" y="1060704"/>
            <a:ext cx="3845052" cy="1849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 err="1">
                <a:solidFill>
                  <a:srgbClr val="FFFFFF"/>
                </a:solidFill>
              </a:rPr>
              <a:t>負責人</a:t>
            </a:r>
            <a:endParaRPr lang="en-US" sz="1120" dirty="0"/>
          </a:p>
        </p:txBody>
      </p:sp>
      <p:sp>
        <p:nvSpPr>
          <p:cNvPr id="11" name="Shape 9"/>
          <p:cNvSpPr/>
          <p:nvPr/>
        </p:nvSpPr>
        <p:spPr>
          <a:xfrm>
            <a:off x="4860036" y="1051560"/>
            <a:ext cx="621792" cy="203278"/>
          </a:xfrm>
          <a:prstGeom prst="rect">
            <a:avLst/>
          </a:prstGeom>
          <a:solidFill>
            <a:srgbClr val="92506F"/>
          </a:solidFill>
          <a:ln w="6350">
            <a:solidFill>
              <a:srgbClr val="E6C992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2" name="Text 10"/>
          <p:cNvSpPr/>
          <p:nvPr/>
        </p:nvSpPr>
        <p:spPr>
          <a:xfrm>
            <a:off x="4878324" y="1060704"/>
            <a:ext cx="585216" cy="1849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</a:rPr>
              <a:t>屬壇</a:t>
            </a:r>
            <a:endParaRPr lang="en-US" sz="1120"/>
          </a:p>
        </p:txBody>
      </p:sp>
      <p:sp>
        <p:nvSpPr>
          <p:cNvPr id="13" name="Shape 11"/>
          <p:cNvSpPr/>
          <p:nvPr/>
        </p:nvSpPr>
        <p:spPr>
          <a:xfrm>
            <a:off x="5481828" y="1051560"/>
            <a:ext cx="530352" cy="203278"/>
          </a:xfrm>
          <a:prstGeom prst="rect">
            <a:avLst/>
          </a:prstGeom>
          <a:solidFill>
            <a:srgbClr val="92506F"/>
          </a:solidFill>
          <a:ln w="6350">
            <a:solidFill>
              <a:srgbClr val="E6C992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4" name="Text 12"/>
          <p:cNvSpPr/>
          <p:nvPr/>
        </p:nvSpPr>
        <p:spPr>
          <a:xfrm>
            <a:off x="5500116" y="1060704"/>
            <a:ext cx="493776" cy="1849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 err="1">
                <a:solidFill>
                  <a:srgbClr val="FFFFFF"/>
                </a:solidFill>
              </a:rPr>
              <a:t>畢班人數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02920" y="1254838"/>
            <a:ext cx="475488" cy="203278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6" name="Text 14"/>
          <p:cNvSpPr/>
          <p:nvPr/>
        </p:nvSpPr>
        <p:spPr>
          <a:xfrm>
            <a:off x="525780" y="1259410"/>
            <a:ext cx="429768" cy="1941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>
                <a:solidFill>
                  <a:srgbClr val="543443"/>
                </a:solidFill>
              </a:rPr>
              <a:t>1</a:t>
            </a:r>
            <a:endParaRPr lang="en-US" sz="1175"/>
          </a:p>
        </p:txBody>
      </p:sp>
      <p:sp>
        <p:nvSpPr>
          <p:cNvPr id="17" name="Shape 15"/>
          <p:cNvSpPr/>
          <p:nvPr/>
        </p:nvSpPr>
        <p:spPr>
          <a:xfrm>
            <a:off x="978408" y="1254838"/>
            <a:ext cx="3881628" cy="203278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 sz="2000"/>
          </a:p>
        </p:txBody>
      </p:sp>
      <p:sp>
        <p:nvSpPr>
          <p:cNvPr id="18" name="Text 16"/>
          <p:cNvSpPr/>
          <p:nvPr/>
        </p:nvSpPr>
        <p:spPr>
          <a:xfrm>
            <a:off x="1001268" y="1259410"/>
            <a:ext cx="3835908" cy="1941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 err="1">
                <a:solidFill>
                  <a:srgbClr val="543443"/>
                </a:solidFill>
              </a:rPr>
              <a:t>鄭美珠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860036" y="1254838"/>
            <a:ext cx="621792" cy="203278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0" name="Text 18"/>
          <p:cNvSpPr/>
          <p:nvPr/>
        </p:nvSpPr>
        <p:spPr>
          <a:xfrm>
            <a:off x="4882896" y="1259410"/>
            <a:ext cx="576072" cy="1941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>
                <a:solidFill>
                  <a:srgbClr val="543443"/>
                </a:solidFill>
              </a:rPr>
              <a:t>益德</a:t>
            </a:r>
            <a:endParaRPr lang="en-US" sz="1175"/>
          </a:p>
        </p:txBody>
      </p:sp>
      <p:sp>
        <p:nvSpPr>
          <p:cNvPr id="21" name="Shape 19"/>
          <p:cNvSpPr/>
          <p:nvPr/>
        </p:nvSpPr>
        <p:spPr>
          <a:xfrm>
            <a:off x="5481828" y="1254838"/>
            <a:ext cx="530352" cy="203278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2" name="Text 20"/>
          <p:cNvSpPr/>
          <p:nvPr/>
        </p:nvSpPr>
        <p:spPr>
          <a:xfrm>
            <a:off x="5504688" y="1259410"/>
            <a:ext cx="484632" cy="1941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7B3C5E"/>
                </a:solidFill>
              </a:rPr>
              <a:t>2</a:t>
            </a:r>
            <a:endParaRPr lang="en-US" sz="1175"/>
          </a:p>
        </p:txBody>
      </p:sp>
      <p:sp>
        <p:nvSpPr>
          <p:cNvPr id="23" name="Shape 21"/>
          <p:cNvSpPr/>
          <p:nvPr/>
        </p:nvSpPr>
        <p:spPr>
          <a:xfrm>
            <a:off x="502920" y="1458116"/>
            <a:ext cx="475488" cy="203278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4" name="Text 22"/>
          <p:cNvSpPr/>
          <p:nvPr/>
        </p:nvSpPr>
        <p:spPr>
          <a:xfrm>
            <a:off x="525780" y="1462688"/>
            <a:ext cx="429768" cy="1941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>
                <a:solidFill>
                  <a:srgbClr val="543443"/>
                </a:solidFill>
              </a:rPr>
              <a:t>2</a:t>
            </a:r>
            <a:endParaRPr lang="en-US" sz="1175"/>
          </a:p>
        </p:txBody>
      </p:sp>
      <p:sp>
        <p:nvSpPr>
          <p:cNvPr id="25" name="Shape 23"/>
          <p:cNvSpPr/>
          <p:nvPr/>
        </p:nvSpPr>
        <p:spPr>
          <a:xfrm>
            <a:off x="978408" y="1458116"/>
            <a:ext cx="3881628" cy="203278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 sz="2000"/>
          </a:p>
        </p:txBody>
      </p:sp>
      <p:sp>
        <p:nvSpPr>
          <p:cNvPr id="26" name="Text 24"/>
          <p:cNvSpPr/>
          <p:nvPr/>
        </p:nvSpPr>
        <p:spPr>
          <a:xfrm>
            <a:off x="1001268" y="1462688"/>
            <a:ext cx="3835908" cy="1941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>
                <a:solidFill>
                  <a:srgbClr val="543443"/>
                </a:solidFill>
              </a:rPr>
              <a:t>劉惜花</a:t>
            </a:r>
            <a:endParaRPr lang="en-US" sz="1175"/>
          </a:p>
        </p:txBody>
      </p:sp>
      <p:sp>
        <p:nvSpPr>
          <p:cNvPr id="27" name="Shape 25"/>
          <p:cNvSpPr/>
          <p:nvPr/>
        </p:nvSpPr>
        <p:spPr>
          <a:xfrm>
            <a:off x="4860036" y="1458116"/>
            <a:ext cx="621792" cy="203278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8" name="Text 26"/>
          <p:cNvSpPr/>
          <p:nvPr/>
        </p:nvSpPr>
        <p:spPr>
          <a:xfrm>
            <a:off x="4882896" y="1462688"/>
            <a:ext cx="576072" cy="1941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>
                <a:solidFill>
                  <a:srgbClr val="543443"/>
                </a:solidFill>
              </a:rPr>
              <a:t>益德</a:t>
            </a:r>
            <a:endParaRPr lang="en-US" sz="1175"/>
          </a:p>
        </p:txBody>
      </p:sp>
      <p:sp>
        <p:nvSpPr>
          <p:cNvPr id="29" name="Shape 27"/>
          <p:cNvSpPr/>
          <p:nvPr/>
        </p:nvSpPr>
        <p:spPr>
          <a:xfrm>
            <a:off x="5481828" y="1458116"/>
            <a:ext cx="530352" cy="203278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0" name="Text 28"/>
          <p:cNvSpPr/>
          <p:nvPr/>
        </p:nvSpPr>
        <p:spPr>
          <a:xfrm>
            <a:off x="5504688" y="1462688"/>
            <a:ext cx="484632" cy="1941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7B3C5E"/>
                </a:solidFill>
              </a:rPr>
              <a:t>2</a:t>
            </a:r>
            <a:endParaRPr lang="en-US" sz="1175"/>
          </a:p>
        </p:txBody>
      </p:sp>
      <p:sp>
        <p:nvSpPr>
          <p:cNvPr id="31" name="Shape 29"/>
          <p:cNvSpPr/>
          <p:nvPr/>
        </p:nvSpPr>
        <p:spPr>
          <a:xfrm>
            <a:off x="502920" y="1661394"/>
            <a:ext cx="475488" cy="203278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2" name="Text 30"/>
          <p:cNvSpPr/>
          <p:nvPr/>
        </p:nvSpPr>
        <p:spPr>
          <a:xfrm>
            <a:off x="525780" y="1665966"/>
            <a:ext cx="429768" cy="1941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>
                <a:solidFill>
                  <a:srgbClr val="543443"/>
                </a:solidFill>
              </a:rPr>
              <a:t>3</a:t>
            </a:r>
            <a:endParaRPr lang="en-US" sz="1175"/>
          </a:p>
        </p:txBody>
      </p:sp>
      <p:sp>
        <p:nvSpPr>
          <p:cNvPr id="33" name="Shape 31"/>
          <p:cNvSpPr/>
          <p:nvPr/>
        </p:nvSpPr>
        <p:spPr>
          <a:xfrm>
            <a:off x="978408" y="1661394"/>
            <a:ext cx="3881628" cy="203278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 sz="2000"/>
          </a:p>
        </p:txBody>
      </p:sp>
      <p:sp>
        <p:nvSpPr>
          <p:cNvPr id="34" name="Text 32"/>
          <p:cNvSpPr/>
          <p:nvPr/>
        </p:nvSpPr>
        <p:spPr>
          <a:xfrm>
            <a:off x="1001268" y="1665966"/>
            <a:ext cx="3835908" cy="1941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 err="1">
                <a:solidFill>
                  <a:srgbClr val="543443"/>
                </a:solidFill>
              </a:rPr>
              <a:t>李亞花</a:t>
            </a:r>
            <a:endParaRPr lang="en-US" sz="1175" dirty="0"/>
          </a:p>
        </p:txBody>
      </p:sp>
      <p:sp>
        <p:nvSpPr>
          <p:cNvPr id="35" name="Shape 33"/>
          <p:cNvSpPr/>
          <p:nvPr/>
        </p:nvSpPr>
        <p:spPr>
          <a:xfrm>
            <a:off x="4860036" y="1661394"/>
            <a:ext cx="621792" cy="203278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6" name="Text 34"/>
          <p:cNvSpPr/>
          <p:nvPr/>
        </p:nvSpPr>
        <p:spPr>
          <a:xfrm>
            <a:off x="4882896" y="1665966"/>
            <a:ext cx="576072" cy="1941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>
                <a:solidFill>
                  <a:srgbClr val="543443"/>
                </a:solidFill>
              </a:rPr>
              <a:t>水德</a:t>
            </a:r>
            <a:endParaRPr lang="en-US" sz="1175"/>
          </a:p>
        </p:txBody>
      </p:sp>
      <p:sp>
        <p:nvSpPr>
          <p:cNvPr id="37" name="Shape 35"/>
          <p:cNvSpPr/>
          <p:nvPr/>
        </p:nvSpPr>
        <p:spPr>
          <a:xfrm>
            <a:off x="5481828" y="1661394"/>
            <a:ext cx="530352" cy="203278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8" name="Text 36"/>
          <p:cNvSpPr/>
          <p:nvPr/>
        </p:nvSpPr>
        <p:spPr>
          <a:xfrm>
            <a:off x="5504688" y="1665966"/>
            <a:ext cx="484632" cy="1941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7B3C5E"/>
                </a:solidFill>
              </a:rPr>
              <a:t>2</a:t>
            </a:r>
            <a:endParaRPr lang="en-US" sz="1175"/>
          </a:p>
        </p:txBody>
      </p:sp>
      <p:sp>
        <p:nvSpPr>
          <p:cNvPr id="39" name="Shape 37"/>
          <p:cNvSpPr/>
          <p:nvPr/>
        </p:nvSpPr>
        <p:spPr>
          <a:xfrm>
            <a:off x="502920" y="1864673"/>
            <a:ext cx="475488" cy="203278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40" name="Text 38"/>
          <p:cNvSpPr/>
          <p:nvPr/>
        </p:nvSpPr>
        <p:spPr>
          <a:xfrm>
            <a:off x="525780" y="1869245"/>
            <a:ext cx="429768" cy="1941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>
                <a:solidFill>
                  <a:srgbClr val="543443"/>
                </a:solidFill>
              </a:rPr>
              <a:t>4</a:t>
            </a:r>
            <a:endParaRPr lang="en-US" sz="1175"/>
          </a:p>
        </p:txBody>
      </p:sp>
      <p:sp>
        <p:nvSpPr>
          <p:cNvPr id="41" name="Shape 39"/>
          <p:cNvSpPr/>
          <p:nvPr/>
        </p:nvSpPr>
        <p:spPr>
          <a:xfrm>
            <a:off x="978408" y="1864673"/>
            <a:ext cx="3881628" cy="203278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 sz="2000"/>
          </a:p>
        </p:txBody>
      </p:sp>
      <p:sp>
        <p:nvSpPr>
          <p:cNvPr id="42" name="Text 40"/>
          <p:cNvSpPr/>
          <p:nvPr/>
        </p:nvSpPr>
        <p:spPr>
          <a:xfrm>
            <a:off x="1001268" y="1869245"/>
            <a:ext cx="3835908" cy="1941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>
                <a:solidFill>
                  <a:srgbClr val="543443"/>
                </a:solidFill>
              </a:rPr>
              <a:t>李宜家</a:t>
            </a:r>
            <a:endParaRPr lang="en-US" sz="1175"/>
          </a:p>
        </p:txBody>
      </p:sp>
      <p:sp>
        <p:nvSpPr>
          <p:cNvPr id="43" name="Shape 41"/>
          <p:cNvSpPr/>
          <p:nvPr/>
        </p:nvSpPr>
        <p:spPr>
          <a:xfrm>
            <a:off x="4860036" y="1864673"/>
            <a:ext cx="621792" cy="203278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44" name="Text 42"/>
          <p:cNvSpPr/>
          <p:nvPr/>
        </p:nvSpPr>
        <p:spPr>
          <a:xfrm>
            <a:off x="4882896" y="1869245"/>
            <a:ext cx="576072" cy="1941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>
                <a:solidFill>
                  <a:srgbClr val="543443"/>
                </a:solidFill>
              </a:rPr>
              <a:t>水德</a:t>
            </a:r>
            <a:endParaRPr lang="en-US" sz="1175"/>
          </a:p>
        </p:txBody>
      </p:sp>
      <p:sp>
        <p:nvSpPr>
          <p:cNvPr id="45" name="Shape 43"/>
          <p:cNvSpPr/>
          <p:nvPr/>
        </p:nvSpPr>
        <p:spPr>
          <a:xfrm>
            <a:off x="5481828" y="1864673"/>
            <a:ext cx="530352" cy="203278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46" name="Text 44"/>
          <p:cNvSpPr/>
          <p:nvPr/>
        </p:nvSpPr>
        <p:spPr>
          <a:xfrm>
            <a:off x="5504688" y="1869245"/>
            <a:ext cx="484632" cy="1941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7B3C5E"/>
                </a:solidFill>
              </a:rPr>
              <a:t>1</a:t>
            </a:r>
            <a:endParaRPr lang="en-US" sz="1175"/>
          </a:p>
        </p:txBody>
      </p:sp>
      <p:sp>
        <p:nvSpPr>
          <p:cNvPr id="47" name="Shape 45"/>
          <p:cNvSpPr/>
          <p:nvPr/>
        </p:nvSpPr>
        <p:spPr>
          <a:xfrm>
            <a:off x="502920" y="2067951"/>
            <a:ext cx="475488" cy="203278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48" name="Text 46"/>
          <p:cNvSpPr/>
          <p:nvPr/>
        </p:nvSpPr>
        <p:spPr>
          <a:xfrm>
            <a:off x="525780" y="2072523"/>
            <a:ext cx="429768" cy="1941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>
                <a:solidFill>
                  <a:srgbClr val="543443"/>
                </a:solidFill>
              </a:rPr>
              <a:t>5</a:t>
            </a:r>
            <a:endParaRPr lang="en-US" sz="1175"/>
          </a:p>
        </p:txBody>
      </p:sp>
      <p:sp>
        <p:nvSpPr>
          <p:cNvPr id="49" name="Shape 47"/>
          <p:cNvSpPr/>
          <p:nvPr/>
        </p:nvSpPr>
        <p:spPr>
          <a:xfrm>
            <a:off x="978408" y="2067951"/>
            <a:ext cx="3881628" cy="203278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 sz="2000"/>
          </a:p>
        </p:txBody>
      </p:sp>
      <p:sp>
        <p:nvSpPr>
          <p:cNvPr id="50" name="Text 48"/>
          <p:cNvSpPr/>
          <p:nvPr/>
        </p:nvSpPr>
        <p:spPr>
          <a:xfrm>
            <a:off x="1001268" y="2072523"/>
            <a:ext cx="3835908" cy="1941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>
                <a:solidFill>
                  <a:srgbClr val="543443"/>
                </a:solidFill>
              </a:rPr>
              <a:t>林玉薇</a:t>
            </a:r>
            <a:endParaRPr lang="en-US" sz="1175"/>
          </a:p>
        </p:txBody>
      </p:sp>
      <p:sp>
        <p:nvSpPr>
          <p:cNvPr id="51" name="Shape 49"/>
          <p:cNvSpPr/>
          <p:nvPr/>
        </p:nvSpPr>
        <p:spPr>
          <a:xfrm>
            <a:off x="4860036" y="2067951"/>
            <a:ext cx="621792" cy="203278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52" name="Text 50"/>
          <p:cNvSpPr/>
          <p:nvPr/>
        </p:nvSpPr>
        <p:spPr>
          <a:xfrm>
            <a:off x="4882896" y="2072523"/>
            <a:ext cx="576072" cy="1941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>
                <a:solidFill>
                  <a:srgbClr val="543443"/>
                </a:solidFill>
              </a:rPr>
              <a:t>水德</a:t>
            </a:r>
            <a:endParaRPr lang="en-US" sz="1175"/>
          </a:p>
        </p:txBody>
      </p:sp>
      <p:sp>
        <p:nvSpPr>
          <p:cNvPr id="53" name="Shape 51"/>
          <p:cNvSpPr/>
          <p:nvPr/>
        </p:nvSpPr>
        <p:spPr>
          <a:xfrm>
            <a:off x="5481828" y="2067951"/>
            <a:ext cx="530352" cy="203278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54" name="Text 52"/>
          <p:cNvSpPr/>
          <p:nvPr/>
        </p:nvSpPr>
        <p:spPr>
          <a:xfrm>
            <a:off x="5504688" y="2072523"/>
            <a:ext cx="484632" cy="1941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7B3C5E"/>
                </a:solidFill>
              </a:rPr>
              <a:t>1</a:t>
            </a:r>
            <a:endParaRPr lang="en-US" sz="1175"/>
          </a:p>
        </p:txBody>
      </p:sp>
      <p:sp>
        <p:nvSpPr>
          <p:cNvPr id="55" name="Shape 53"/>
          <p:cNvSpPr/>
          <p:nvPr/>
        </p:nvSpPr>
        <p:spPr>
          <a:xfrm>
            <a:off x="502920" y="2271229"/>
            <a:ext cx="475488" cy="203278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56" name="Text 54"/>
          <p:cNvSpPr/>
          <p:nvPr/>
        </p:nvSpPr>
        <p:spPr>
          <a:xfrm>
            <a:off x="525780" y="2275801"/>
            <a:ext cx="429768" cy="1941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>
                <a:solidFill>
                  <a:srgbClr val="543443"/>
                </a:solidFill>
              </a:rPr>
              <a:t>6</a:t>
            </a:r>
            <a:endParaRPr lang="en-US" sz="1175"/>
          </a:p>
        </p:txBody>
      </p:sp>
      <p:sp>
        <p:nvSpPr>
          <p:cNvPr id="57" name="Shape 55"/>
          <p:cNvSpPr/>
          <p:nvPr/>
        </p:nvSpPr>
        <p:spPr>
          <a:xfrm>
            <a:off x="978408" y="2271229"/>
            <a:ext cx="3881628" cy="203278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 sz="2000"/>
          </a:p>
        </p:txBody>
      </p:sp>
      <p:sp>
        <p:nvSpPr>
          <p:cNvPr id="58" name="Text 56"/>
          <p:cNvSpPr/>
          <p:nvPr/>
        </p:nvSpPr>
        <p:spPr>
          <a:xfrm>
            <a:off x="1001268" y="2275801"/>
            <a:ext cx="3835908" cy="1941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>
                <a:solidFill>
                  <a:srgbClr val="543443"/>
                </a:solidFill>
              </a:rPr>
              <a:t>黃俊傑</a:t>
            </a:r>
            <a:endParaRPr lang="en-US" sz="1175"/>
          </a:p>
        </p:txBody>
      </p:sp>
      <p:sp>
        <p:nvSpPr>
          <p:cNvPr id="59" name="Shape 57"/>
          <p:cNvSpPr/>
          <p:nvPr/>
        </p:nvSpPr>
        <p:spPr>
          <a:xfrm>
            <a:off x="4860036" y="2271229"/>
            <a:ext cx="621792" cy="203278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60" name="Text 58"/>
          <p:cNvSpPr/>
          <p:nvPr/>
        </p:nvSpPr>
        <p:spPr>
          <a:xfrm>
            <a:off x="4882896" y="2275801"/>
            <a:ext cx="576072" cy="1941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>
                <a:solidFill>
                  <a:srgbClr val="543443"/>
                </a:solidFill>
              </a:rPr>
              <a:t>恩德</a:t>
            </a:r>
            <a:endParaRPr lang="en-US" sz="1175"/>
          </a:p>
        </p:txBody>
      </p:sp>
      <p:sp>
        <p:nvSpPr>
          <p:cNvPr id="61" name="Shape 59"/>
          <p:cNvSpPr/>
          <p:nvPr/>
        </p:nvSpPr>
        <p:spPr>
          <a:xfrm>
            <a:off x="5481828" y="2271229"/>
            <a:ext cx="530352" cy="203278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62" name="Text 60"/>
          <p:cNvSpPr/>
          <p:nvPr/>
        </p:nvSpPr>
        <p:spPr>
          <a:xfrm>
            <a:off x="5504688" y="2275801"/>
            <a:ext cx="484632" cy="1941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7B3C5E"/>
                </a:solidFill>
              </a:rPr>
              <a:t>2</a:t>
            </a:r>
            <a:endParaRPr lang="en-US" sz="1175"/>
          </a:p>
        </p:txBody>
      </p:sp>
      <p:sp>
        <p:nvSpPr>
          <p:cNvPr id="63" name="Shape 61"/>
          <p:cNvSpPr/>
          <p:nvPr/>
        </p:nvSpPr>
        <p:spPr>
          <a:xfrm>
            <a:off x="502920" y="2474507"/>
            <a:ext cx="475488" cy="203278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64" name="Text 62"/>
          <p:cNvSpPr/>
          <p:nvPr/>
        </p:nvSpPr>
        <p:spPr>
          <a:xfrm>
            <a:off x="525780" y="2479079"/>
            <a:ext cx="429768" cy="1941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>
                <a:solidFill>
                  <a:srgbClr val="543443"/>
                </a:solidFill>
              </a:rPr>
              <a:t>7</a:t>
            </a:r>
            <a:endParaRPr lang="en-US" sz="1175"/>
          </a:p>
        </p:txBody>
      </p:sp>
      <p:sp>
        <p:nvSpPr>
          <p:cNvPr id="65" name="Shape 63"/>
          <p:cNvSpPr/>
          <p:nvPr/>
        </p:nvSpPr>
        <p:spPr>
          <a:xfrm>
            <a:off x="978408" y="2474507"/>
            <a:ext cx="3881628" cy="203278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 sz="2000"/>
          </a:p>
        </p:txBody>
      </p:sp>
      <p:sp>
        <p:nvSpPr>
          <p:cNvPr id="66" name="Text 64"/>
          <p:cNvSpPr/>
          <p:nvPr/>
        </p:nvSpPr>
        <p:spPr>
          <a:xfrm>
            <a:off x="1001268" y="2479079"/>
            <a:ext cx="3835908" cy="1941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>
                <a:solidFill>
                  <a:srgbClr val="543443"/>
                </a:solidFill>
              </a:rPr>
              <a:t>陳美燕</a:t>
            </a:r>
            <a:endParaRPr lang="en-US" sz="1175"/>
          </a:p>
        </p:txBody>
      </p:sp>
      <p:sp>
        <p:nvSpPr>
          <p:cNvPr id="67" name="Shape 65"/>
          <p:cNvSpPr/>
          <p:nvPr/>
        </p:nvSpPr>
        <p:spPr>
          <a:xfrm>
            <a:off x="4860036" y="2474507"/>
            <a:ext cx="621792" cy="203278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68" name="Text 66"/>
          <p:cNvSpPr/>
          <p:nvPr/>
        </p:nvSpPr>
        <p:spPr>
          <a:xfrm>
            <a:off x="4882896" y="2479079"/>
            <a:ext cx="576072" cy="1941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>
                <a:solidFill>
                  <a:srgbClr val="543443"/>
                </a:solidFill>
              </a:rPr>
              <a:t>峻德</a:t>
            </a:r>
            <a:endParaRPr lang="en-US" sz="1175"/>
          </a:p>
        </p:txBody>
      </p:sp>
      <p:sp>
        <p:nvSpPr>
          <p:cNvPr id="69" name="Shape 67"/>
          <p:cNvSpPr/>
          <p:nvPr/>
        </p:nvSpPr>
        <p:spPr>
          <a:xfrm>
            <a:off x="5481828" y="2474507"/>
            <a:ext cx="530352" cy="203278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70" name="Text 68"/>
          <p:cNvSpPr/>
          <p:nvPr/>
        </p:nvSpPr>
        <p:spPr>
          <a:xfrm>
            <a:off x="5504688" y="2479079"/>
            <a:ext cx="484632" cy="1941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7B3C5E"/>
                </a:solidFill>
              </a:rPr>
              <a:t>1</a:t>
            </a:r>
            <a:endParaRPr lang="en-US" sz="1175"/>
          </a:p>
        </p:txBody>
      </p:sp>
      <p:sp>
        <p:nvSpPr>
          <p:cNvPr id="71" name="Shape 69"/>
          <p:cNvSpPr/>
          <p:nvPr/>
        </p:nvSpPr>
        <p:spPr>
          <a:xfrm>
            <a:off x="502920" y="2677785"/>
            <a:ext cx="475488" cy="203278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72" name="Text 70"/>
          <p:cNvSpPr/>
          <p:nvPr/>
        </p:nvSpPr>
        <p:spPr>
          <a:xfrm>
            <a:off x="525780" y="2682357"/>
            <a:ext cx="429768" cy="1941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>
                <a:solidFill>
                  <a:srgbClr val="543443"/>
                </a:solidFill>
              </a:rPr>
              <a:t>8</a:t>
            </a:r>
            <a:endParaRPr lang="en-US" sz="1175"/>
          </a:p>
        </p:txBody>
      </p:sp>
      <p:sp>
        <p:nvSpPr>
          <p:cNvPr id="73" name="Shape 71"/>
          <p:cNvSpPr/>
          <p:nvPr/>
        </p:nvSpPr>
        <p:spPr>
          <a:xfrm>
            <a:off x="978408" y="2677785"/>
            <a:ext cx="3881628" cy="203278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 sz="2000"/>
          </a:p>
        </p:txBody>
      </p:sp>
      <p:sp>
        <p:nvSpPr>
          <p:cNvPr id="74" name="Text 72"/>
          <p:cNvSpPr/>
          <p:nvPr/>
        </p:nvSpPr>
        <p:spPr>
          <a:xfrm>
            <a:off x="1001268" y="2682357"/>
            <a:ext cx="3835908" cy="1941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>
                <a:solidFill>
                  <a:srgbClr val="543443"/>
                </a:solidFill>
              </a:rPr>
              <a:t>高寶蕊</a:t>
            </a:r>
            <a:endParaRPr lang="en-US" sz="1175"/>
          </a:p>
        </p:txBody>
      </p:sp>
      <p:sp>
        <p:nvSpPr>
          <p:cNvPr id="75" name="Shape 73"/>
          <p:cNvSpPr/>
          <p:nvPr/>
        </p:nvSpPr>
        <p:spPr>
          <a:xfrm>
            <a:off x="4860036" y="2677785"/>
            <a:ext cx="621792" cy="203278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76" name="Text 74"/>
          <p:cNvSpPr/>
          <p:nvPr/>
        </p:nvSpPr>
        <p:spPr>
          <a:xfrm>
            <a:off x="4882896" y="2682357"/>
            <a:ext cx="576072" cy="1941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>
                <a:solidFill>
                  <a:srgbClr val="543443"/>
                </a:solidFill>
              </a:rPr>
              <a:t>順德</a:t>
            </a:r>
            <a:endParaRPr lang="en-US" sz="1175"/>
          </a:p>
        </p:txBody>
      </p:sp>
      <p:sp>
        <p:nvSpPr>
          <p:cNvPr id="77" name="Shape 75"/>
          <p:cNvSpPr/>
          <p:nvPr/>
        </p:nvSpPr>
        <p:spPr>
          <a:xfrm>
            <a:off x="5481828" y="2677785"/>
            <a:ext cx="530352" cy="203278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78" name="Text 76"/>
          <p:cNvSpPr/>
          <p:nvPr/>
        </p:nvSpPr>
        <p:spPr>
          <a:xfrm>
            <a:off x="5504688" y="2682357"/>
            <a:ext cx="484632" cy="1941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7B3C5E"/>
                </a:solidFill>
              </a:rPr>
              <a:t>8</a:t>
            </a:r>
            <a:endParaRPr lang="en-US" sz="1175"/>
          </a:p>
        </p:txBody>
      </p:sp>
      <p:sp>
        <p:nvSpPr>
          <p:cNvPr id="79" name="Shape 77"/>
          <p:cNvSpPr/>
          <p:nvPr/>
        </p:nvSpPr>
        <p:spPr>
          <a:xfrm>
            <a:off x="502920" y="2881063"/>
            <a:ext cx="475488" cy="203278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80" name="Text 78"/>
          <p:cNvSpPr/>
          <p:nvPr/>
        </p:nvSpPr>
        <p:spPr>
          <a:xfrm>
            <a:off x="525780" y="2885635"/>
            <a:ext cx="429768" cy="1941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>
                <a:solidFill>
                  <a:srgbClr val="543443"/>
                </a:solidFill>
              </a:rPr>
              <a:t>9</a:t>
            </a:r>
            <a:endParaRPr lang="en-US" sz="1175"/>
          </a:p>
        </p:txBody>
      </p:sp>
      <p:sp>
        <p:nvSpPr>
          <p:cNvPr id="81" name="Shape 79"/>
          <p:cNvSpPr/>
          <p:nvPr/>
        </p:nvSpPr>
        <p:spPr>
          <a:xfrm>
            <a:off x="978408" y="2881063"/>
            <a:ext cx="3881628" cy="203278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 sz="2000"/>
          </a:p>
        </p:txBody>
      </p:sp>
      <p:sp>
        <p:nvSpPr>
          <p:cNvPr id="82" name="Text 80"/>
          <p:cNvSpPr/>
          <p:nvPr/>
        </p:nvSpPr>
        <p:spPr>
          <a:xfrm>
            <a:off x="1001268" y="2885635"/>
            <a:ext cx="3835908" cy="1941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>
                <a:solidFill>
                  <a:srgbClr val="543443"/>
                </a:solidFill>
              </a:rPr>
              <a:t>陳小蕙</a:t>
            </a:r>
            <a:endParaRPr lang="en-US" sz="1175"/>
          </a:p>
        </p:txBody>
      </p:sp>
      <p:sp>
        <p:nvSpPr>
          <p:cNvPr id="83" name="Shape 81"/>
          <p:cNvSpPr/>
          <p:nvPr/>
        </p:nvSpPr>
        <p:spPr>
          <a:xfrm>
            <a:off x="4860036" y="2881063"/>
            <a:ext cx="621792" cy="203278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84" name="Text 82"/>
          <p:cNvSpPr/>
          <p:nvPr/>
        </p:nvSpPr>
        <p:spPr>
          <a:xfrm>
            <a:off x="4882896" y="2885635"/>
            <a:ext cx="576072" cy="1941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>
                <a:solidFill>
                  <a:srgbClr val="543443"/>
                </a:solidFill>
              </a:rPr>
              <a:t>順德</a:t>
            </a:r>
            <a:endParaRPr lang="en-US" sz="1175"/>
          </a:p>
        </p:txBody>
      </p:sp>
      <p:sp>
        <p:nvSpPr>
          <p:cNvPr id="85" name="Shape 83"/>
          <p:cNvSpPr/>
          <p:nvPr/>
        </p:nvSpPr>
        <p:spPr>
          <a:xfrm>
            <a:off x="5481828" y="2881063"/>
            <a:ext cx="530352" cy="203278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86" name="Text 84"/>
          <p:cNvSpPr/>
          <p:nvPr/>
        </p:nvSpPr>
        <p:spPr>
          <a:xfrm>
            <a:off x="5504688" y="2885635"/>
            <a:ext cx="484632" cy="1941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7B3C5E"/>
                </a:solidFill>
              </a:rPr>
              <a:t>4</a:t>
            </a:r>
            <a:endParaRPr lang="en-US" sz="1175"/>
          </a:p>
        </p:txBody>
      </p:sp>
      <p:sp>
        <p:nvSpPr>
          <p:cNvPr id="87" name="Shape 85"/>
          <p:cNvSpPr/>
          <p:nvPr/>
        </p:nvSpPr>
        <p:spPr>
          <a:xfrm>
            <a:off x="502920" y="3084342"/>
            <a:ext cx="475488" cy="203278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88" name="Text 86"/>
          <p:cNvSpPr/>
          <p:nvPr/>
        </p:nvSpPr>
        <p:spPr>
          <a:xfrm>
            <a:off x="525780" y="3088914"/>
            <a:ext cx="429768" cy="1941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>
                <a:solidFill>
                  <a:srgbClr val="543443"/>
                </a:solidFill>
              </a:rPr>
              <a:t>10</a:t>
            </a:r>
            <a:endParaRPr lang="en-US" sz="1175"/>
          </a:p>
        </p:txBody>
      </p:sp>
      <p:sp>
        <p:nvSpPr>
          <p:cNvPr id="89" name="Shape 87"/>
          <p:cNvSpPr/>
          <p:nvPr/>
        </p:nvSpPr>
        <p:spPr>
          <a:xfrm>
            <a:off x="978408" y="3084342"/>
            <a:ext cx="3881628" cy="203278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 sz="2000"/>
          </a:p>
        </p:txBody>
      </p:sp>
      <p:sp>
        <p:nvSpPr>
          <p:cNvPr id="90" name="Text 88"/>
          <p:cNvSpPr/>
          <p:nvPr/>
        </p:nvSpPr>
        <p:spPr>
          <a:xfrm>
            <a:off x="1001268" y="3088914"/>
            <a:ext cx="3835908" cy="1941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 err="1">
                <a:solidFill>
                  <a:srgbClr val="543443"/>
                </a:solidFill>
              </a:rPr>
              <a:t>楊惠芳</a:t>
            </a:r>
            <a:endParaRPr lang="en-US" sz="1175" dirty="0"/>
          </a:p>
        </p:txBody>
      </p:sp>
      <p:sp>
        <p:nvSpPr>
          <p:cNvPr id="91" name="Shape 89"/>
          <p:cNvSpPr/>
          <p:nvPr/>
        </p:nvSpPr>
        <p:spPr>
          <a:xfrm>
            <a:off x="4860036" y="3084342"/>
            <a:ext cx="621792" cy="203278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92" name="Text 90"/>
          <p:cNvSpPr/>
          <p:nvPr/>
        </p:nvSpPr>
        <p:spPr>
          <a:xfrm>
            <a:off x="4882896" y="3088914"/>
            <a:ext cx="576072" cy="1941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>
                <a:solidFill>
                  <a:srgbClr val="543443"/>
                </a:solidFill>
              </a:rPr>
              <a:t>順德</a:t>
            </a:r>
            <a:endParaRPr lang="en-US" sz="1175"/>
          </a:p>
        </p:txBody>
      </p:sp>
      <p:sp>
        <p:nvSpPr>
          <p:cNvPr id="93" name="Shape 91"/>
          <p:cNvSpPr/>
          <p:nvPr/>
        </p:nvSpPr>
        <p:spPr>
          <a:xfrm>
            <a:off x="5481828" y="3084342"/>
            <a:ext cx="530352" cy="203278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94" name="Text 92"/>
          <p:cNvSpPr/>
          <p:nvPr/>
        </p:nvSpPr>
        <p:spPr>
          <a:xfrm>
            <a:off x="5504688" y="3088914"/>
            <a:ext cx="484632" cy="1941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7B3C5E"/>
                </a:solidFill>
              </a:rPr>
              <a:t>4</a:t>
            </a:r>
            <a:endParaRPr lang="en-US" sz="1175"/>
          </a:p>
        </p:txBody>
      </p:sp>
      <p:sp>
        <p:nvSpPr>
          <p:cNvPr id="95" name="Shape 93"/>
          <p:cNvSpPr/>
          <p:nvPr/>
        </p:nvSpPr>
        <p:spPr>
          <a:xfrm>
            <a:off x="502920" y="3287620"/>
            <a:ext cx="475488" cy="203278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96" name="Text 94"/>
          <p:cNvSpPr/>
          <p:nvPr/>
        </p:nvSpPr>
        <p:spPr>
          <a:xfrm>
            <a:off x="525780" y="3292192"/>
            <a:ext cx="429768" cy="1941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>
                <a:solidFill>
                  <a:srgbClr val="543443"/>
                </a:solidFill>
              </a:rPr>
              <a:t>11</a:t>
            </a:r>
            <a:endParaRPr lang="en-US" sz="1175"/>
          </a:p>
        </p:txBody>
      </p:sp>
      <p:sp>
        <p:nvSpPr>
          <p:cNvPr id="97" name="Shape 95"/>
          <p:cNvSpPr/>
          <p:nvPr/>
        </p:nvSpPr>
        <p:spPr>
          <a:xfrm>
            <a:off x="978408" y="3287620"/>
            <a:ext cx="3881628" cy="203278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 sz="2000"/>
          </a:p>
        </p:txBody>
      </p:sp>
      <p:sp>
        <p:nvSpPr>
          <p:cNvPr id="98" name="Text 96"/>
          <p:cNvSpPr/>
          <p:nvPr/>
        </p:nvSpPr>
        <p:spPr>
          <a:xfrm>
            <a:off x="1001268" y="3292192"/>
            <a:ext cx="3835908" cy="1941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>
                <a:solidFill>
                  <a:srgbClr val="543443"/>
                </a:solidFill>
              </a:rPr>
              <a:t>王姵縈</a:t>
            </a:r>
            <a:endParaRPr lang="en-US" sz="1175"/>
          </a:p>
        </p:txBody>
      </p:sp>
      <p:sp>
        <p:nvSpPr>
          <p:cNvPr id="99" name="Shape 97"/>
          <p:cNvSpPr/>
          <p:nvPr/>
        </p:nvSpPr>
        <p:spPr>
          <a:xfrm>
            <a:off x="4860036" y="3287620"/>
            <a:ext cx="621792" cy="203278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00" name="Text 98"/>
          <p:cNvSpPr/>
          <p:nvPr/>
        </p:nvSpPr>
        <p:spPr>
          <a:xfrm>
            <a:off x="4882896" y="3292192"/>
            <a:ext cx="576072" cy="1941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>
                <a:solidFill>
                  <a:srgbClr val="543443"/>
                </a:solidFill>
              </a:rPr>
              <a:t>順德</a:t>
            </a:r>
            <a:endParaRPr lang="en-US" sz="1175"/>
          </a:p>
        </p:txBody>
      </p:sp>
      <p:sp>
        <p:nvSpPr>
          <p:cNvPr id="101" name="Shape 99"/>
          <p:cNvSpPr/>
          <p:nvPr/>
        </p:nvSpPr>
        <p:spPr>
          <a:xfrm>
            <a:off x="5481828" y="3287620"/>
            <a:ext cx="530352" cy="203278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02" name="Text 100"/>
          <p:cNvSpPr/>
          <p:nvPr/>
        </p:nvSpPr>
        <p:spPr>
          <a:xfrm>
            <a:off x="5504688" y="3292192"/>
            <a:ext cx="484632" cy="1941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7B3C5E"/>
                </a:solidFill>
              </a:rPr>
              <a:t>3</a:t>
            </a:r>
            <a:endParaRPr lang="en-US" sz="1175"/>
          </a:p>
        </p:txBody>
      </p:sp>
      <p:sp>
        <p:nvSpPr>
          <p:cNvPr id="103" name="Shape 101"/>
          <p:cNvSpPr/>
          <p:nvPr/>
        </p:nvSpPr>
        <p:spPr>
          <a:xfrm>
            <a:off x="502920" y="3490898"/>
            <a:ext cx="475488" cy="203278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04" name="Text 102"/>
          <p:cNvSpPr/>
          <p:nvPr/>
        </p:nvSpPr>
        <p:spPr>
          <a:xfrm>
            <a:off x="525780" y="3495470"/>
            <a:ext cx="429768" cy="1941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>
                <a:solidFill>
                  <a:srgbClr val="543443"/>
                </a:solidFill>
              </a:rPr>
              <a:t>12</a:t>
            </a:r>
            <a:endParaRPr lang="en-US" sz="1175"/>
          </a:p>
        </p:txBody>
      </p:sp>
      <p:sp>
        <p:nvSpPr>
          <p:cNvPr id="105" name="Shape 103"/>
          <p:cNvSpPr/>
          <p:nvPr/>
        </p:nvSpPr>
        <p:spPr>
          <a:xfrm>
            <a:off x="978408" y="3490898"/>
            <a:ext cx="3881628" cy="203278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 sz="2000"/>
          </a:p>
        </p:txBody>
      </p:sp>
      <p:sp>
        <p:nvSpPr>
          <p:cNvPr id="106" name="Text 104"/>
          <p:cNvSpPr/>
          <p:nvPr/>
        </p:nvSpPr>
        <p:spPr>
          <a:xfrm>
            <a:off x="1001268" y="3495470"/>
            <a:ext cx="3835908" cy="1941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>
                <a:solidFill>
                  <a:srgbClr val="543443"/>
                </a:solidFill>
              </a:rPr>
              <a:t>鄭玉芳</a:t>
            </a:r>
            <a:endParaRPr lang="en-US" sz="1175"/>
          </a:p>
        </p:txBody>
      </p:sp>
      <p:sp>
        <p:nvSpPr>
          <p:cNvPr id="107" name="Shape 105"/>
          <p:cNvSpPr/>
          <p:nvPr/>
        </p:nvSpPr>
        <p:spPr>
          <a:xfrm>
            <a:off x="4860036" y="3490898"/>
            <a:ext cx="621792" cy="203278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08" name="Text 106"/>
          <p:cNvSpPr/>
          <p:nvPr/>
        </p:nvSpPr>
        <p:spPr>
          <a:xfrm>
            <a:off x="4882896" y="3495470"/>
            <a:ext cx="576072" cy="1941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>
                <a:solidFill>
                  <a:srgbClr val="543443"/>
                </a:solidFill>
              </a:rPr>
              <a:t>順德</a:t>
            </a:r>
            <a:endParaRPr lang="en-US" sz="1175"/>
          </a:p>
        </p:txBody>
      </p:sp>
      <p:sp>
        <p:nvSpPr>
          <p:cNvPr id="109" name="Shape 107"/>
          <p:cNvSpPr/>
          <p:nvPr/>
        </p:nvSpPr>
        <p:spPr>
          <a:xfrm>
            <a:off x="5481828" y="3490898"/>
            <a:ext cx="530352" cy="203278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10" name="Text 108"/>
          <p:cNvSpPr/>
          <p:nvPr/>
        </p:nvSpPr>
        <p:spPr>
          <a:xfrm>
            <a:off x="5504688" y="3495470"/>
            <a:ext cx="484632" cy="1941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7B3C5E"/>
                </a:solidFill>
              </a:rPr>
              <a:t>3</a:t>
            </a:r>
            <a:endParaRPr lang="en-US" sz="1175"/>
          </a:p>
        </p:txBody>
      </p:sp>
      <p:sp>
        <p:nvSpPr>
          <p:cNvPr id="111" name="Shape 109"/>
          <p:cNvSpPr/>
          <p:nvPr/>
        </p:nvSpPr>
        <p:spPr>
          <a:xfrm>
            <a:off x="502920" y="3694176"/>
            <a:ext cx="475488" cy="203278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12" name="Text 110"/>
          <p:cNvSpPr/>
          <p:nvPr/>
        </p:nvSpPr>
        <p:spPr>
          <a:xfrm>
            <a:off x="525780" y="3698748"/>
            <a:ext cx="429768" cy="1941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>
                <a:solidFill>
                  <a:srgbClr val="543443"/>
                </a:solidFill>
              </a:rPr>
              <a:t>13</a:t>
            </a:r>
            <a:endParaRPr lang="en-US" sz="1175"/>
          </a:p>
        </p:txBody>
      </p:sp>
      <p:sp>
        <p:nvSpPr>
          <p:cNvPr id="113" name="Shape 111"/>
          <p:cNvSpPr/>
          <p:nvPr/>
        </p:nvSpPr>
        <p:spPr>
          <a:xfrm>
            <a:off x="978408" y="3694176"/>
            <a:ext cx="3881628" cy="203278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 sz="2000"/>
          </a:p>
        </p:txBody>
      </p:sp>
      <p:sp>
        <p:nvSpPr>
          <p:cNvPr id="114" name="Text 112"/>
          <p:cNvSpPr/>
          <p:nvPr/>
        </p:nvSpPr>
        <p:spPr>
          <a:xfrm>
            <a:off x="1001268" y="3698748"/>
            <a:ext cx="3835908" cy="1941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>
                <a:solidFill>
                  <a:srgbClr val="543443"/>
                </a:solidFill>
              </a:rPr>
              <a:t>陳瑞榮</a:t>
            </a:r>
            <a:endParaRPr lang="en-US" sz="1175"/>
          </a:p>
        </p:txBody>
      </p:sp>
      <p:sp>
        <p:nvSpPr>
          <p:cNvPr id="115" name="Shape 113"/>
          <p:cNvSpPr/>
          <p:nvPr/>
        </p:nvSpPr>
        <p:spPr>
          <a:xfrm>
            <a:off x="4860036" y="3694176"/>
            <a:ext cx="621792" cy="203278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16" name="Text 114"/>
          <p:cNvSpPr/>
          <p:nvPr/>
        </p:nvSpPr>
        <p:spPr>
          <a:xfrm>
            <a:off x="4882896" y="3698748"/>
            <a:ext cx="576072" cy="1941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>
                <a:solidFill>
                  <a:srgbClr val="543443"/>
                </a:solidFill>
              </a:rPr>
              <a:t>順德</a:t>
            </a:r>
            <a:endParaRPr lang="en-US" sz="1175"/>
          </a:p>
        </p:txBody>
      </p:sp>
      <p:sp>
        <p:nvSpPr>
          <p:cNvPr id="117" name="Shape 115"/>
          <p:cNvSpPr/>
          <p:nvPr/>
        </p:nvSpPr>
        <p:spPr>
          <a:xfrm>
            <a:off x="5481828" y="3694176"/>
            <a:ext cx="530352" cy="203278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18" name="Text 116"/>
          <p:cNvSpPr/>
          <p:nvPr/>
        </p:nvSpPr>
        <p:spPr>
          <a:xfrm>
            <a:off x="5504688" y="3698748"/>
            <a:ext cx="484632" cy="1941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7B3C5E"/>
                </a:solidFill>
              </a:rPr>
              <a:t>3</a:t>
            </a:r>
            <a:endParaRPr lang="en-US" sz="1175"/>
          </a:p>
        </p:txBody>
      </p:sp>
      <p:sp>
        <p:nvSpPr>
          <p:cNvPr id="119" name="Shape 117"/>
          <p:cNvSpPr/>
          <p:nvPr/>
        </p:nvSpPr>
        <p:spPr>
          <a:xfrm>
            <a:off x="502920" y="3897454"/>
            <a:ext cx="475488" cy="203278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20" name="Text 118"/>
          <p:cNvSpPr/>
          <p:nvPr/>
        </p:nvSpPr>
        <p:spPr>
          <a:xfrm>
            <a:off x="525780" y="3902026"/>
            <a:ext cx="429768" cy="1941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>
                <a:solidFill>
                  <a:srgbClr val="543443"/>
                </a:solidFill>
              </a:rPr>
              <a:t>14</a:t>
            </a:r>
            <a:endParaRPr lang="en-US" sz="1175"/>
          </a:p>
        </p:txBody>
      </p:sp>
      <p:sp>
        <p:nvSpPr>
          <p:cNvPr id="121" name="Shape 119"/>
          <p:cNvSpPr/>
          <p:nvPr/>
        </p:nvSpPr>
        <p:spPr>
          <a:xfrm>
            <a:off x="978408" y="3897454"/>
            <a:ext cx="3881628" cy="203278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 sz="2000"/>
          </a:p>
        </p:txBody>
      </p:sp>
      <p:sp>
        <p:nvSpPr>
          <p:cNvPr id="122" name="Text 120"/>
          <p:cNvSpPr/>
          <p:nvPr/>
        </p:nvSpPr>
        <p:spPr>
          <a:xfrm>
            <a:off x="1001268" y="3902026"/>
            <a:ext cx="3835908" cy="1941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>
                <a:solidFill>
                  <a:srgbClr val="543443"/>
                </a:solidFill>
              </a:rPr>
              <a:t>梁美燕</a:t>
            </a:r>
            <a:endParaRPr lang="en-US" sz="1175"/>
          </a:p>
        </p:txBody>
      </p:sp>
      <p:sp>
        <p:nvSpPr>
          <p:cNvPr id="123" name="Shape 121"/>
          <p:cNvSpPr/>
          <p:nvPr/>
        </p:nvSpPr>
        <p:spPr>
          <a:xfrm>
            <a:off x="4860036" y="3897454"/>
            <a:ext cx="621792" cy="203278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24" name="Text 122"/>
          <p:cNvSpPr/>
          <p:nvPr/>
        </p:nvSpPr>
        <p:spPr>
          <a:xfrm>
            <a:off x="4882896" y="3902026"/>
            <a:ext cx="576072" cy="1941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>
                <a:solidFill>
                  <a:srgbClr val="543443"/>
                </a:solidFill>
              </a:rPr>
              <a:t>順德</a:t>
            </a:r>
            <a:endParaRPr lang="en-US" sz="1175"/>
          </a:p>
        </p:txBody>
      </p:sp>
      <p:sp>
        <p:nvSpPr>
          <p:cNvPr id="125" name="Shape 123"/>
          <p:cNvSpPr/>
          <p:nvPr/>
        </p:nvSpPr>
        <p:spPr>
          <a:xfrm>
            <a:off x="5481828" y="3897454"/>
            <a:ext cx="530352" cy="203278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26" name="Text 124"/>
          <p:cNvSpPr/>
          <p:nvPr/>
        </p:nvSpPr>
        <p:spPr>
          <a:xfrm>
            <a:off x="5504688" y="3902026"/>
            <a:ext cx="484632" cy="1941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7B3C5E"/>
                </a:solidFill>
              </a:rPr>
              <a:t>2</a:t>
            </a:r>
            <a:endParaRPr lang="en-US" sz="1175"/>
          </a:p>
        </p:txBody>
      </p:sp>
      <p:sp>
        <p:nvSpPr>
          <p:cNvPr id="127" name="Shape 125"/>
          <p:cNvSpPr/>
          <p:nvPr/>
        </p:nvSpPr>
        <p:spPr>
          <a:xfrm>
            <a:off x="502920" y="4100732"/>
            <a:ext cx="475488" cy="203278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28" name="Text 126"/>
          <p:cNvSpPr/>
          <p:nvPr/>
        </p:nvSpPr>
        <p:spPr>
          <a:xfrm>
            <a:off x="525780" y="4105304"/>
            <a:ext cx="429768" cy="1941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>
                <a:solidFill>
                  <a:srgbClr val="543443"/>
                </a:solidFill>
              </a:rPr>
              <a:t>15</a:t>
            </a:r>
            <a:endParaRPr lang="en-US" sz="1175"/>
          </a:p>
        </p:txBody>
      </p:sp>
      <p:sp>
        <p:nvSpPr>
          <p:cNvPr id="129" name="Shape 127"/>
          <p:cNvSpPr/>
          <p:nvPr/>
        </p:nvSpPr>
        <p:spPr>
          <a:xfrm>
            <a:off x="978408" y="4100732"/>
            <a:ext cx="3881628" cy="203278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 sz="2000"/>
          </a:p>
        </p:txBody>
      </p:sp>
      <p:sp>
        <p:nvSpPr>
          <p:cNvPr id="130" name="Text 128"/>
          <p:cNvSpPr/>
          <p:nvPr/>
        </p:nvSpPr>
        <p:spPr>
          <a:xfrm>
            <a:off x="1001268" y="4105304"/>
            <a:ext cx="3835908" cy="1941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>
                <a:solidFill>
                  <a:srgbClr val="543443"/>
                </a:solidFill>
              </a:rPr>
              <a:t>饒麗珍</a:t>
            </a:r>
            <a:endParaRPr lang="en-US" sz="1175"/>
          </a:p>
        </p:txBody>
      </p:sp>
      <p:sp>
        <p:nvSpPr>
          <p:cNvPr id="131" name="Shape 129"/>
          <p:cNvSpPr/>
          <p:nvPr/>
        </p:nvSpPr>
        <p:spPr>
          <a:xfrm>
            <a:off x="4860036" y="4100732"/>
            <a:ext cx="621792" cy="203278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32" name="Text 130"/>
          <p:cNvSpPr/>
          <p:nvPr/>
        </p:nvSpPr>
        <p:spPr>
          <a:xfrm>
            <a:off x="4882896" y="4105304"/>
            <a:ext cx="576072" cy="1941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>
                <a:solidFill>
                  <a:srgbClr val="543443"/>
                </a:solidFill>
              </a:rPr>
              <a:t>順德</a:t>
            </a:r>
            <a:endParaRPr lang="en-US" sz="1175"/>
          </a:p>
        </p:txBody>
      </p:sp>
      <p:sp>
        <p:nvSpPr>
          <p:cNvPr id="133" name="Shape 131"/>
          <p:cNvSpPr/>
          <p:nvPr/>
        </p:nvSpPr>
        <p:spPr>
          <a:xfrm>
            <a:off x="5481828" y="4100732"/>
            <a:ext cx="530352" cy="203278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34" name="Text 132"/>
          <p:cNvSpPr/>
          <p:nvPr/>
        </p:nvSpPr>
        <p:spPr>
          <a:xfrm>
            <a:off x="5504688" y="4105304"/>
            <a:ext cx="484632" cy="1941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7B3C5E"/>
                </a:solidFill>
              </a:rPr>
              <a:t>2</a:t>
            </a:r>
            <a:endParaRPr lang="en-US" sz="1175"/>
          </a:p>
        </p:txBody>
      </p:sp>
      <p:sp>
        <p:nvSpPr>
          <p:cNvPr id="135" name="Shape 133"/>
          <p:cNvSpPr/>
          <p:nvPr/>
        </p:nvSpPr>
        <p:spPr>
          <a:xfrm>
            <a:off x="502920" y="4304010"/>
            <a:ext cx="475488" cy="203278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36" name="Text 134"/>
          <p:cNvSpPr/>
          <p:nvPr/>
        </p:nvSpPr>
        <p:spPr>
          <a:xfrm>
            <a:off x="525780" y="4308582"/>
            <a:ext cx="429768" cy="1941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>
                <a:solidFill>
                  <a:srgbClr val="543443"/>
                </a:solidFill>
              </a:rPr>
              <a:t>16</a:t>
            </a:r>
            <a:endParaRPr lang="en-US" sz="1175"/>
          </a:p>
        </p:txBody>
      </p:sp>
      <p:sp>
        <p:nvSpPr>
          <p:cNvPr id="137" name="Shape 135"/>
          <p:cNvSpPr/>
          <p:nvPr/>
        </p:nvSpPr>
        <p:spPr>
          <a:xfrm>
            <a:off x="978408" y="4304010"/>
            <a:ext cx="3881628" cy="203278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 sz="2000"/>
          </a:p>
        </p:txBody>
      </p:sp>
      <p:sp>
        <p:nvSpPr>
          <p:cNvPr id="138" name="Text 136"/>
          <p:cNvSpPr/>
          <p:nvPr/>
        </p:nvSpPr>
        <p:spPr>
          <a:xfrm>
            <a:off x="1001268" y="4308582"/>
            <a:ext cx="3835908" cy="1941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>
                <a:solidFill>
                  <a:srgbClr val="543443"/>
                </a:solidFill>
              </a:rPr>
              <a:t>紀梅心</a:t>
            </a:r>
            <a:endParaRPr lang="en-US" sz="1175"/>
          </a:p>
        </p:txBody>
      </p:sp>
      <p:sp>
        <p:nvSpPr>
          <p:cNvPr id="139" name="Shape 137"/>
          <p:cNvSpPr/>
          <p:nvPr/>
        </p:nvSpPr>
        <p:spPr>
          <a:xfrm>
            <a:off x="4860036" y="4304010"/>
            <a:ext cx="621792" cy="203278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40" name="Text 138"/>
          <p:cNvSpPr/>
          <p:nvPr/>
        </p:nvSpPr>
        <p:spPr>
          <a:xfrm>
            <a:off x="4882896" y="4308582"/>
            <a:ext cx="576072" cy="1941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>
                <a:solidFill>
                  <a:srgbClr val="543443"/>
                </a:solidFill>
              </a:rPr>
              <a:t>順德</a:t>
            </a:r>
            <a:endParaRPr lang="en-US" sz="1175"/>
          </a:p>
        </p:txBody>
      </p:sp>
      <p:sp>
        <p:nvSpPr>
          <p:cNvPr id="141" name="Shape 139"/>
          <p:cNvSpPr/>
          <p:nvPr/>
        </p:nvSpPr>
        <p:spPr>
          <a:xfrm>
            <a:off x="5481828" y="4304010"/>
            <a:ext cx="530352" cy="203278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42" name="Text 140"/>
          <p:cNvSpPr/>
          <p:nvPr/>
        </p:nvSpPr>
        <p:spPr>
          <a:xfrm>
            <a:off x="5504688" y="4308582"/>
            <a:ext cx="484632" cy="1941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7B3C5E"/>
                </a:solidFill>
              </a:rPr>
              <a:t>1</a:t>
            </a:r>
            <a:endParaRPr lang="en-US" sz="1175"/>
          </a:p>
        </p:txBody>
      </p:sp>
      <p:sp>
        <p:nvSpPr>
          <p:cNvPr id="143" name="Shape 141"/>
          <p:cNvSpPr/>
          <p:nvPr/>
        </p:nvSpPr>
        <p:spPr>
          <a:xfrm>
            <a:off x="502920" y="4507289"/>
            <a:ext cx="475488" cy="203278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44" name="Text 142"/>
          <p:cNvSpPr/>
          <p:nvPr/>
        </p:nvSpPr>
        <p:spPr>
          <a:xfrm>
            <a:off x="525780" y="4511861"/>
            <a:ext cx="429768" cy="1941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>
                <a:solidFill>
                  <a:srgbClr val="543443"/>
                </a:solidFill>
              </a:rPr>
              <a:t>17</a:t>
            </a:r>
            <a:endParaRPr lang="en-US" sz="1175"/>
          </a:p>
        </p:txBody>
      </p:sp>
      <p:sp>
        <p:nvSpPr>
          <p:cNvPr id="145" name="Shape 143"/>
          <p:cNvSpPr/>
          <p:nvPr/>
        </p:nvSpPr>
        <p:spPr>
          <a:xfrm>
            <a:off x="978408" y="4507289"/>
            <a:ext cx="3881628" cy="203278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 sz="2000"/>
          </a:p>
        </p:txBody>
      </p:sp>
      <p:sp>
        <p:nvSpPr>
          <p:cNvPr id="146" name="Text 144"/>
          <p:cNvSpPr/>
          <p:nvPr/>
        </p:nvSpPr>
        <p:spPr>
          <a:xfrm>
            <a:off x="1001268" y="4511861"/>
            <a:ext cx="3835908" cy="1941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>
                <a:solidFill>
                  <a:srgbClr val="543443"/>
                </a:solidFill>
              </a:rPr>
              <a:t>歐帶金</a:t>
            </a:r>
            <a:endParaRPr lang="en-US" sz="1175"/>
          </a:p>
        </p:txBody>
      </p:sp>
      <p:sp>
        <p:nvSpPr>
          <p:cNvPr id="147" name="Shape 145"/>
          <p:cNvSpPr/>
          <p:nvPr/>
        </p:nvSpPr>
        <p:spPr>
          <a:xfrm>
            <a:off x="4860036" y="4507289"/>
            <a:ext cx="621792" cy="203278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48" name="Text 146"/>
          <p:cNvSpPr/>
          <p:nvPr/>
        </p:nvSpPr>
        <p:spPr>
          <a:xfrm>
            <a:off x="4882896" y="4511861"/>
            <a:ext cx="576072" cy="1941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>
                <a:solidFill>
                  <a:srgbClr val="543443"/>
                </a:solidFill>
              </a:rPr>
              <a:t>順德</a:t>
            </a:r>
            <a:endParaRPr lang="en-US" sz="1175"/>
          </a:p>
        </p:txBody>
      </p:sp>
      <p:sp>
        <p:nvSpPr>
          <p:cNvPr id="149" name="Shape 147"/>
          <p:cNvSpPr/>
          <p:nvPr/>
        </p:nvSpPr>
        <p:spPr>
          <a:xfrm>
            <a:off x="5481828" y="4507289"/>
            <a:ext cx="530352" cy="203278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50" name="Text 148"/>
          <p:cNvSpPr/>
          <p:nvPr/>
        </p:nvSpPr>
        <p:spPr>
          <a:xfrm>
            <a:off x="5504688" y="4511861"/>
            <a:ext cx="484632" cy="1941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7B3C5E"/>
                </a:solidFill>
              </a:rPr>
              <a:t>1</a:t>
            </a:r>
            <a:endParaRPr lang="en-US" sz="1175"/>
          </a:p>
        </p:txBody>
      </p:sp>
      <p:sp>
        <p:nvSpPr>
          <p:cNvPr id="151" name="Shape 149"/>
          <p:cNvSpPr/>
          <p:nvPr/>
        </p:nvSpPr>
        <p:spPr>
          <a:xfrm>
            <a:off x="502920" y="4710567"/>
            <a:ext cx="475488" cy="203278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52" name="Text 150"/>
          <p:cNvSpPr/>
          <p:nvPr/>
        </p:nvSpPr>
        <p:spPr>
          <a:xfrm>
            <a:off x="525780" y="4715139"/>
            <a:ext cx="429768" cy="1941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>
                <a:solidFill>
                  <a:srgbClr val="543443"/>
                </a:solidFill>
              </a:rPr>
              <a:t>18</a:t>
            </a:r>
            <a:endParaRPr lang="en-US" sz="1175"/>
          </a:p>
        </p:txBody>
      </p:sp>
      <p:sp>
        <p:nvSpPr>
          <p:cNvPr id="153" name="Shape 151"/>
          <p:cNvSpPr/>
          <p:nvPr/>
        </p:nvSpPr>
        <p:spPr>
          <a:xfrm>
            <a:off x="978408" y="4710567"/>
            <a:ext cx="3881628" cy="203278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 sz="2000"/>
          </a:p>
        </p:txBody>
      </p:sp>
      <p:sp>
        <p:nvSpPr>
          <p:cNvPr id="154" name="Text 152"/>
          <p:cNvSpPr/>
          <p:nvPr/>
        </p:nvSpPr>
        <p:spPr>
          <a:xfrm>
            <a:off x="1001268" y="4715139"/>
            <a:ext cx="3835908" cy="1941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>
                <a:solidFill>
                  <a:srgbClr val="543443"/>
                </a:solidFill>
              </a:rPr>
              <a:t>王慶宗</a:t>
            </a:r>
            <a:endParaRPr lang="en-US" sz="1175"/>
          </a:p>
        </p:txBody>
      </p:sp>
      <p:sp>
        <p:nvSpPr>
          <p:cNvPr id="155" name="Shape 153"/>
          <p:cNvSpPr/>
          <p:nvPr/>
        </p:nvSpPr>
        <p:spPr>
          <a:xfrm>
            <a:off x="4860036" y="4710567"/>
            <a:ext cx="621792" cy="203278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56" name="Text 154"/>
          <p:cNvSpPr/>
          <p:nvPr/>
        </p:nvSpPr>
        <p:spPr>
          <a:xfrm>
            <a:off x="4882896" y="4715139"/>
            <a:ext cx="576072" cy="1941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>
                <a:solidFill>
                  <a:srgbClr val="543443"/>
                </a:solidFill>
              </a:rPr>
              <a:t>順德</a:t>
            </a:r>
            <a:endParaRPr lang="en-US" sz="1175"/>
          </a:p>
        </p:txBody>
      </p:sp>
      <p:sp>
        <p:nvSpPr>
          <p:cNvPr id="157" name="Shape 155"/>
          <p:cNvSpPr/>
          <p:nvPr/>
        </p:nvSpPr>
        <p:spPr>
          <a:xfrm>
            <a:off x="5481828" y="4710567"/>
            <a:ext cx="530352" cy="203278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58" name="Text 156"/>
          <p:cNvSpPr/>
          <p:nvPr/>
        </p:nvSpPr>
        <p:spPr>
          <a:xfrm>
            <a:off x="5504688" y="4715139"/>
            <a:ext cx="484632" cy="1941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7B3C5E"/>
                </a:solidFill>
              </a:rPr>
              <a:t>1</a:t>
            </a:r>
            <a:endParaRPr lang="en-US" sz="1175"/>
          </a:p>
        </p:txBody>
      </p:sp>
      <p:sp>
        <p:nvSpPr>
          <p:cNvPr id="159" name="Shape 157"/>
          <p:cNvSpPr/>
          <p:nvPr/>
        </p:nvSpPr>
        <p:spPr>
          <a:xfrm>
            <a:off x="502920" y="4913845"/>
            <a:ext cx="475488" cy="203278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60" name="Text 158"/>
          <p:cNvSpPr/>
          <p:nvPr/>
        </p:nvSpPr>
        <p:spPr>
          <a:xfrm>
            <a:off x="525780" y="4918417"/>
            <a:ext cx="429768" cy="1941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>
                <a:solidFill>
                  <a:srgbClr val="543443"/>
                </a:solidFill>
              </a:rPr>
              <a:t>19</a:t>
            </a:r>
            <a:endParaRPr lang="en-US" sz="1175"/>
          </a:p>
        </p:txBody>
      </p:sp>
      <p:sp>
        <p:nvSpPr>
          <p:cNvPr id="161" name="Shape 159"/>
          <p:cNvSpPr/>
          <p:nvPr/>
        </p:nvSpPr>
        <p:spPr>
          <a:xfrm>
            <a:off x="978408" y="4913845"/>
            <a:ext cx="3881628" cy="203278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 sz="2000"/>
          </a:p>
        </p:txBody>
      </p:sp>
      <p:sp>
        <p:nvSpPr>
          <p:cNvPr id="162" name="Text 160"/>
          <p:cNvSpPr/>
          <p:nvPr/>
        </p:nvSpPr>
        <p:spPr>
          <a:xfrm>
            <a:off x="1001268" y="4918417"/>
            <a:ext cx="3835908" cy="1941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>
                <a:solidFill>
                  <a:srgbClr val="543443"/>
                </a:solidFill>
              </a:rPr>
              <a:t>張亞霞</a:t>
            </a:r>
            <a:endParaRPr lang="en-US" sz="1175"/>
          </a:p>
        </p:txBody>
      </p:sp>
      <p:sp>
        <p:nvSpPr>
          <p:cNvPr id="163" name="Shape 161"/>
          <p:cNvSpPr/>
          <p:nvPr/>
        </p:nvSpPr>
        <p:spPr>
          <a:xfrm>
            <a:off x="4860036" y="4913845"/>
            <a:ext cx="621792" cy="203278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64" name="Text 162"/>
          <p:cNvSpPr/>
          <p:nvPr/>
        </p:nvSpPr>
        <p:spPr>
          <a:xfrm>
            <a:off x="4882896" y="4918417"/>
            <a:ext cx="576072" cy="1941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>
                <a:solidFill>
                  <a:srgbClr val="543443"/>
                </a:solidFill>
              </a:rPr>
              <a:t>順德</a:t>
            </a:r>
            <a:endParaRPr lang="en-US" sz="1175"/>
          </a:p>
        </p:txBody>
      </p:sp>
      <p:sp>
        <p:nvSpPr>
          <p:cNvPr id="165" name="Shape 163"/>
          <p:cNvSpPr/>
          <p:nvPr/>
        </p:nvSpPr>
        <p:spPr>
          <a:xfrm>
            <a:off x="5481828" y="4913845"/>
            <a:ext cx="530352" cy="203278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66" name="Text 164"/>
          <p:cNvSpPr/>
          <p:nvPr/>
        </p:nvSpPr>
        <p:spPr>
          <a:xfrm>
            <a:off x="5504688" y="4918417"/>
            <a:ext cx="484632" cy="1941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7B3C5E"/>
                </a:solidFill>
              </a:rPr>
              <a:t>1</a:t>
            </a:r>
            <a:endParaRPr lang="en-US" sz="1175"/>
          </a:p>
        </p:txBody>
      </p:sp>
      <p:sp>
        <p:nvSpPr>
          <p:cNvPr id="167" name="Shape 165"/>
          <p:cNvSpPr/>
          <p:nvPr/>
        </p:nvSpPr>
        <p:spPr>
          <a:xfrm>
            <a:off x="502920" y="5117123"/>
            <a:ext cx="475488" cy="203278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68" name="Text 166"/>
          <p:cNvSpPr/>
          <p:nvPr/>
        </p:nvSpPr>
        <p:spPr>
          <a:xfrm>
            <a:off x="525780" y="5121695"/>
            <a:ext cx="429768" cy="1941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>
                <a:solidFill>
                  <a:srgbClr val="543443"/>
                </a:solidFill>
              </a:rPr>
              <a:t>20</a:t>
            </a:r>
            <a:endParaRPr lang="en-US" sz="1175"/>
          </a:p>
        </p:txBody>
      </p:sp>
      <p:sp>
        <p:nvSpPr>
          <p:cNvPr id="169" name="Shape 167"/>
          <p:cNvSpPr/>
          <p:nvPr/>
        </p:nvSpPr>
        <p:spPr>
          <a:xfrm>
            <a:off x="978408" y="5117123"/>
            <a:ext cx="3881628" cy="203278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 sz="2000"/>
          </a:p>
        </p:txBody>
      </p:sp>
      <p:sp>
        <p:nvSpPr>
          <p:cNvPr id="170" name="Text 168"/>
          <p:cNvSpPr/>
          <p:nvPr/>
        </p:nvSpPr>
        <p:spPr>
          <a:xfrm>
            <a:off x="1001268" y="5121695"/>
            <a:ext cx="3835908" cy="1941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>
                <a:solidFill>
                  <a:srgbClr val="543443"/>
                </a:solidFill>
              </a:rPr>
              <a:t>曾榮德</a:t>
            </a:r>
            <a:endParaRPr lang="en-US" sz="1175"/>
          </a:p>
        </p:txBody>
      </p:sp>
      <p:sp>
        <p:nvSpPr>
          <p:cNvPr id="171" name="Shape 169"/>
          <p:cNvSpPr/>
          <p:nvPr/>
        </p:nvSpPr>
        <p:spPr>
          <a:xfrm>
            <a:off x="4860036" y="5117123"/>
            <a:ext cx="621792" cy="203278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72" name="Text 170"/>
          <p:cNvSpPr/>
          <p:nvPr/>
        </p:nvSpPr>
        <p:spPr>
          <a:xfrm>
            <a:off x="4882896" y="5121695"/>
            <a:ext cx="576072" cy="1941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>
                <a:solidFill>
                  <a:srgbClr val="543443"/>
                </a:solidFill>
              </a:rPr>
              <a:t>順德</a:t>
            </a:r>
            <a:endParaRPr lang="en-US" sz="1175"/>
          </a:p>
        </p:txBody>
      </p:sp>
      <p:sp>
        <p:nvSpPr>
          <p:cNvPr id="173" name="Shape 171"/>
          <p:cNvSpPr/>
          <p:nvPr/>
        </p:nvSpPr>
        <p:spPr>
          <a:xfrm>
            <a:off x="5481828" y="5117123"/>
            <a:ext cx="530352" cy="203278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74" name="Text 172"/>
          <p:cNvSpPr/>
          <p:nvPr/>
        </p:nvSpPr>
        <p:spPr>
          <a:xfrm>
            <a:off x="5504688" y="5121695"/>
            <a:ext cx="484632" cy="1941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7B3C5E"/>
                </a:solidFill>
              </a:rPr>
              <a:t>1</a:t>
            </a:r>
            <a:endParaRPr lang="en-US" sz="1175"/>
          </a:p>
        </p:txBody>
      </p:sp>
      <p:sp>
        <p:nvSpPr>
          <p:cNvPr id="175" name="Shape 173"/>
          <p:cNvSpPr/>
          <p:nvPr/>
        </p:nvSpPr>
        <p:spPr>
          <a:xfrm>
            <a:off x="502920" y="5320401"/>
            <a:ext cx="475488" cy="203278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76" name="Text 174"/>
          <p:cNvSpPr/>
          <p:nvPr/>
        </p:nvSpPr>
        <p:spPr>
          <a:xfrm>
            <a:off x="525780" y="5324973"/>
            <a:ext cx="429768" cy="1941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>
                <a:solidFill>
                  <a:srgbClr val="543443"/>
                </a:solidFill>
              </a:rPr>
              <a:t>21</a:t>
            </a:r>
            <a:endParaRPr lang="en-US" sz="1175"/>
          </a:p>
        </p:txBody>
      </p:sp>
      <p:sp>
        <p:nvSpPr>
          <p:cNvPr id="177" name="Shape 175"/>
          <p:cNvSpPr/>
          <p:nvPr/>
        </p:nvSpPr>
        <p:spPr>
          <a:xfrm>
            <a:off x="978408" y="5320401"/>
            <a:ext cx="3881628" cy="203278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 sz="2000"/>
          </a:p>
        </p:txBody>
      </p:sp>
      <p:sp>
        <p:nvSpPr>
          <p:cNvPr id="178" name="Text 176"/>
          <p:cNvSpPr/>
          <p:nvPr/>
        </p:nvSpPr>
        <p:spPr>
          <a:xfrm>
            <a:off x="1001268" y="5324973"/>
            <a:ext cx="3835908" cy="1941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>
                <a:solidFill>
                  <a:srgbClr val="543443"/>
                </a:solidFill>
              </a:rPr>
              <a:t>薛美琴</a:t>
            </a:r>
            <a:endParaRPr lang="en-US" sz="1175"/>
          </a:p>
        </p:txBody>
      </p:sp>
      <p:sp>
        <p:nvSpPr>
          <p:cNvPr id="179" name="Shape 177"/>
          <p:cNvSpPr/>
          <p:nvPr/>
        </p:nvSpPr>
        <p:spPr>
          <a:xfrm>
            <a:off x="4860036" y="5320401"/>
            <a:ext cx="621792" cy="203278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80" name="Text 178"/>
          <p:cNvSpPr/>
          <p:nvPr/>
        </p:nvSpPr>
        <p:spPr>
          <a:xfrm>
            <a:off x="4882896" y="5324973"/>
            <a:ext cx="576072" cy="1941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>
                <a:solidFill>
                  <a:srgbClr val="543443"/>
                </a:solidFill>
              </a:rPr>
              <a:t>順德</a:t>
            </a:r>
            <a:endParaRPr lang="en-US" sz="1175"/>
          </a:p>
        </p:txBody>
      </p:sp>
      <p:sp>
        <p:nvSpPr>
          <p:cNvPr id="181" name="Shape 179"/>
          <p:cNvSpPr/>
          <p:nvPr/>
        </p:nvSpPr>
        <p:spPr>
          <a:xfrm>
            <a:off x="5481828" y="5320401"/>
            <a:ext cx="530352" cy="203278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82" name="Text 180"/>
          <p:cNvSpPr/>
          <p:nvPr/>
        </p:nvSpPr>
        <p:spPr>
          <a:xfrm>
            <a:off x="5504688" y="5324973"/>
            <a:ext cx="484632" cy="1941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7B3C5E"/>
                </a:solidFill>
              </a:rPr>
              <a:t>1</a:t>
            </a:r>
            <a:endParaRPr lang="en-US" sz="1175"/>
          </a:p>
        </p:txBody>
      </p:sp>
      <p:sp>
        <p:nvSpPr>
          <p:cNvPr id="183" name="Shape 181"/>
          <p:cNvSpPr/>
          <p:nvPr/>
        </p:nvSpPr>
        <p:spPr>
          <a:xfrm>
            <a:off x="502920" y="5523679"/>
            <a:ext cx="475488" cy="203278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84" name="Text 182"/>
          <p:cNvSpPr/>
          <p:nvPr/>
        </p:nvSpPr>
        <p:spPr>
          <a:xfrm>
            <a:off x="525780" y="5528251"/>
            <a:ext cx="429768" cy="1941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>
                <a:solidFill>
                  <a:srgbClr val="543443"/>
                </a:solidFill>
              </a:rPr>
              <a:t>22</a:t>
            </a:r>
            <a:endParaRPr lang="en-US" sz="1175"/>
          </a:p>
        </p:txBody>
      </p:sp>
      <p:sp>
        <p:nvSpPr>
          <p:cNvPr id="185" name="Shape 183"/>
          <p:cNvSpPr/>
          <p:nvPr/>
        </p:nvSpPr>
        <p:spPr>
          <a:xfrm>
            <a:off x="978408" y="5523679"/>
            <a:ext cx="3881628" cy="203278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 sz="2000"/>
          </a:p>
        </p:txBody>
      </p:sp>
      <p:sp>
        <p:nvSpPr>
          <p:cNvPr id="186" name="Text 184"/>
          <p:cNvSpPr/>
          <p:nvPr/>
        </p:nvSpPr>
        <p:spPr>
          <a:xfrm>
            <a:off x="1001268" y="5528251"/>
            <a:ext cx="3835908" cy="1941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>
                <a:solidFill>
                  <a:srgbClr val="543443"/>
                </a:solidFill>
              </a:rPr>
              <a:t>李麗雁</a:t>
            </a:r>
            <a:endParaRPr lang="en-US" sz="1175"/>
          </a:p>
        </p:txBody>
      </p:sp>
      <p:sp>
        <p:nvSpPr>
          <p:cNvPr id="187" name="Shape 185"/>
          <p:cNvSpPr/>
          <p:nvPr/>
        </p:nvSpPr>
        <p:spPr>
          <a:xfrm>
            <a:off x="4860036" y="5523679"/>
            <a:ext cx="621792" cy="203278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88" name="Text 186"/>
          <p:cNvSpPr/>
          <p:nvPr/>
        </p:nvSpPr>
        <p:spPr>
          <a:xfrm>
            <a:off x="4882896" y="5528251"/>
            <a:ext cx="576072" cy="1941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>
                <a:solidFill>
                  <a:srgbClr val="543443"/>
                </a:solidFill>
              </a:rPr>
              <a:t>順德</a:t>
            </a:r>
            <a:endParaRPr lang="en-US" sz="1175"/>
          </a:p>
        </p:txBody>
      </p:sp>
      <p:sp>
        <p:nvSpPr>
          <p:cNvPr id="189" name="Shape 187"/>
          <p:cNvSpPr/>
          <p:nvPr/>
        </p:nvSpPr>
        <p:spPr>
          <a:xfrm>
            <a:off x="5481828" y="5523679"/>
            <a:ext cx="530352" cy="203278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90" name="Text 188"/>
          <p:cNvSpPr/>
          <p:nvPr/>
        </p:nvSpPr>
        <p:spPr>
          <a:xfrm>
            <a:off x="5504688" y="5528251"/>
            <a:ext cx="484632" cy="1941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7B3C5E"/>
                </a:solidFill>
              </a:rPr>
              <a:t>1</a:t>
            </a:r>
            <a:endParaRPr lang="en-US" sz="1175"/>
          </a:p>
        </p:txBody>
      </p:sp>
      <p:sp>
        <p:nvSpPr>
          <p:cNvPr id="191" name="Shape 189"/>
          <p:cNvSpPr/>
          <p:nvPr/>
        </p:nvSpPr>
        <p:spPr>
          <a:xfrm>
            <a:off x="502920" y="5726958"/>
            <a:ext cx="475488" cy="203278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92" name="Text 190"/>
          <p:cNvSpPr/>
          <p:nvPr/>
        </p:nvSpPr>
        <p:spPr>
          <a:xfrm>
            <a:off x="525780" y="5731530"/>
            <a:ext cx="429768" cy="1941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>
                <a:solidFill>
                  <a:srgbClr val="543443"/>
                </a:solidFill>
              </a:rPr>
              <a:t>23</a:t>
            </a:r>
            <a:endParaRPr lang="en-US" sz="1175"/>
          </a:p>
        </p:txBody>
      </p:sp>
      <p:sp>
        <p:nvSpPr>
          <p:cNvPr id="193" name="Shape 191"/>
          <p:cNvSpPr/>
          <p:nvPr/>
        </p:nvSpPr>
        <p:spPr>
          <a:xfrm>
            <a:off x="978408" y="5726958"/>
            <a:ext cx="3881628" cy="203278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 sz="2000"/>
          </a:p>
        </p:txBody>
      </p:sp>
      <p:sp>
        <p:nvSpPr>
          <p:cNvPr id="194" name="Text 192"/>
          <p:cNvSpPr/>
          <p:nvPr/>
        </p:nvSpPr>
        <p:spPr>
          <a:xfrm>
            <a:off x="1001268" y="5731530"/>
            <a:ext cx="3835908" cy="1941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>
                <a:solidFill>
                  <a:srgbClr val="543443"/>
                </a:solidFill>
              </a:rPr>
              <a:t>紀秀英</a:t>
            </a:r>
            <a:endParaRPr lang="en-US" sz="1175"/>
          </a:p>
        </p:txBody>
      </p:sp>
      <p:sp>
        <p:nvSpPr>
          <p:cNvPr id="195" name="Shape 193"/>
          <p:cNvSpPr/>
          <p:nvPr/>
        </p:nvSpPr>
        <p:spPr>
          <a:xfrm>
            <a:off x="4860036" y="5726958"/>
            <a:ext cx="621792" cy="203278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96" name="Text 194"/>
          <p:cNvSpPr/>
          <p:nvPr/>
        </p:nvSpPr>
        <p:spPr>
          <a:xfrm>
            <a:off x="4882896" y="5731530"/>
            <a:ext cx="576072" cy="1941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>
                <a:solidFill>
                  <a:srgbClr val="543443"/>
                </a:solidFill>
              </a:rPr>
              <a:t>順德</a:t>
            </a:r>
            <a:endParaRPr lang="en-US" sz="1175"/>
          </a:p>
        </p:txBody>
      </p:sp>
      <p:sp>
        <p:nvSpPr>
          <p:cNvPr id="197" name="Shape 195"/>
          <p:cNvSpPr/>
          <p:nvPr/>
        </p:nvSpPr>
        <p:spPr>
          <a:xfrm>
            <a:off x="5481828" y="5726958"/>
            <a:ext cx="530352" cy="203278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98" name="Text 196"/>
          <p:cNvSpPr/>
          <p:nvPr/>
        </p:nvSpPr>
        <p:spPr>
          <a:xfrm>
            <a:off x="5504688" y="5731530"/>
            <a:ext cx="484632" cy="1941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7B3C5E"/>
                </a:solidFill>
              </a:rPr>
              <a:t>1</a:t>
            </a:r>
            <a:endParaRPr lang="en-US" sz="1175"/>
          </a:p>
        </p:txBody>
      </p:sp>
      <p:sp>
        <p:nvSpPr>
          <p:cNvPr id="199" name="Shape 197"/>
          <p:cNvSpPr/>
          <p:nvPr/>
        </p:nvSpPr>
        <p:spPr>
          <a:xfrm>
            <a:off x="502920" y="5930236"/>
            <a:ext cx="475488" cy="203278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00" name="Text 198"/>
          <p:cNvSpPr/>
          <p:nvPr/>
        </p:nvSpPr>
        <p:spPr>
          <a:xfrm>
            <a:off x="525780" y="5934808"/>
            <a:ext cx="429768" cy="1941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>
                <a:solidFill>
                  <a:srgbClr val="543443"/>
                </a:solidFill>
              </a:rPr>
              <a:t>24</a:t>
            </a:r>
            <a:endParaRPr lang="en-US" sz="1175"/>
          </a:p>
        </p:txBody>
      </p:sp>
      <p:sp>
        <p:nvSpPr>
          <p:cNvPr id="201" name="Shape 199"/>
          <p:cNvSpPr/>
          <p:nvPr/>
        </p:nvSpPr>
        <p:spPr>
          <a:xfrm>
            <a:off x="978408" y="5930236"/>
            <a:ext cx="3881628" cy="203278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 sz="2000"/>
          </a:p>
        </p:txBody>
      </p:sp>
      <p:sp>
        <p:nvSpPr>
          <p:cNvPr id="202" name="Text 200"/>
          <p:cNvSpPr/>
          <p:nvPr/>
        </p:nvSpPr>
        <p:spPr>
          <a:xfrm>
            <a:off x="1001268" y="5934808"/>
            <a:ext cx="3835908" cy="1941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>
                <a:solidFill>
                  <a:srgbClr val="543443"/>
                </a:solidFill>
              </a:rPr>
              <a:t>黃薇琪</a:t>
            </a:r>
            <a:endParaRPr lang="en-US" sz="1175"/>
          </a:p>
        </p:txBody>
      </p:sp>
      <p:sp>
        <p:nvSpPr>
          <p:cNvPr id="203" name="Shape 201"/>
          <p:cNvSpPr/>
          <p:nvPr/>
        </p:nvSpPr>
        <p:spPr>
          <a:xfrm>
            <a:off x="4860036" y="5930236"/>
            <a:ext cx="621792" cy="203278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04" name="Text 202"/>
          <p:cNvSpPr/>
          <p:nvPr/>
        </p:nvSpPr>
        <p:spPr>
          <a:xfrm>
            <a:off x="4882896" y="5934808"/>
            <a:ext cx="576072" cy="1941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>
                <a:solidFill>
                  <a:srgbClr val="543443"/>
                </a:solidFill>
              </a:rPr>
              <a:t>順德</a:t>
            </a:r>
            <a:endParaRPr lang="en-US" sz="1175"/>
          </a:p>
        </p:txBody>
      </p:sp>
      <p:sp>
        <p:nvSpPr>
          <p:cNvPr id="205" name="Shape 203"/>
          <p:cNvSpPr/>
          <p:nvPr/>
        </p:nvSpPr>
        <p:spPr>
          <a:xfrm>
            <a:off x="5481828" y="5930236"/>
            <a:ext cx="530352" cy="203278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06" name="Text 204"/>
          <p:cNvSpPr/>
          <p:nvPr/>
        </p:nvSpPr>
        <p:spPr>
          <a:xfrm>
            <a:off x="5504688" y="5934808"/>
            <a:ext cx="484632" cy="1941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7B3C5E"/>
                </a:solidFill>
              </a:rPr>
              <a:t>1</a:t>
            </a:r>
            <a:endParaRPr lang="en-US" sz="1175"/>
          </a:p>
        </p:txBody>
      </p:sp>
      <p:sp>
        <p:nvSpPr>
          <p:cNvPr id="207" name="Shape 205"/>
          <p:cNvSpPr/>
          <p:nvPr/>
        </p:nvSpPr>
        <p:spPr>
          <a:xfrm>
            <a:off x="502920" y="6133514"/>
            <a:ext cx="475488" cy="203278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08" name="Text 206"/>
          <p:cNvSpPr/>
          <p:nvPr/>
        </p:nvSpPr>
        <p:spPr>
          <a:xfrm>
            <a:off x="525780" y="6138086"/>
            <a:ext cx="429768" cy="1941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>
                <a:solidFill>
                  <a:srgbClr val="543443"/>
                </a:solidFill>
              </a:rPr>
              <a:t>25</a:t>
            </a:r>
            <a:endParaRPr lang="en-US" sz="1175"/>
          </a:p>
        </p:txBody>
      </p:sp>
      <p:sp>
        <p:nvSpPr>
          <p:cNvPr id="209" name="Shape 207"/>
          <p:cNvSpPr/>
          <p:nvPr/>
        </p:nvSpPr>
        <p:spPr>
          <a:xfrm>
            <a:off x="978408" y="6133514"/>
            <a:ext cx="3881628" cy="203278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 sz="2000"/>
          </a:p>
        </p:txBody>
      </p:sp>
      <p:sp>
        <p:nvSpPr>
          <p:cNvPr id="210" name="Text 208"/>
          <p:cNvSpPr/>
          <p:nvPr/>
        </p:nvSpPr>
        <p:spPr>
          <a:xfrm>
            <a:off x="1001268" y="6138086"/>
            <a:ext cx="3835908" cy="1941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>
                <a:solidFill>
                  <a:srgbClr val="543443"/>
                </a:solidFill>
              </a:rPr>
              <a:t>王聯福</a:t>
            </a:r>
            <a:endParaRPr lang="en-US" sz="1175"/>
          </a:p>
        </p:txBody>
      </p:sp>
      <p:sp>
        <p:nvSpPr>
          <p:cNvPr id="211" name="Shape 209"/>
          <p:cNvSpPr/>
          <p:nvPr/>
        </p:nvSpPr>
        <p:spPr>
          <a:xfrm>
            <a:off x="4860036" y="6133514"/>
            <a:ext cx="621792" cy="203278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12" name="Text 210"/>
          <p:cNvSpPr/>
          <p:nvPr/>
        </p:nvSpPr>
        <p:spPr>
          <a:xfrm>
            <a:off x="4882896" y="6138086"/>
            <a:ext cx="576072" cy="1941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>
                <a:solidFill>
                  <a:srgbClr val="543443"/>
                </a:solidFill>
              </a:rPr>
              <a:t>順德</a:t>
            </a:r>
            <a:endParaRPr lang="en-US" sz="1175"/>
          </a:p>
        </p:txBody>
      </p:sp>
      <p:sp>
        <p:nvSpPr>
          <p:cNvPr id="213" name="Shape 211"/>
          <p:cNvSpPr/>
          <p:nvPr/>
        </p:nvSpPr>
        <p:spPr>
          <a:xfrm>
            <a:off x="5481828" y="6133514"/>
            <a:ext cx="530352" cy="203278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14" name="Text 212"/>
          <p:cNvSpPr/>
          <p:nvPr/>
        </p:nvSpPr>
        <p:spPr>
          <a:xfrm>
            <a:off x="5504688" y="6138086"/>
            <a:ext cx="484632" cy="1941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7B3C5E"/>
                </a:solidFill>
              </a:rPr>
              <a:t>1</a:t>
            </a:r>
            <a:endParaRPr lang="en-US" sz="1175"/>
          </a:p>
        </p:txBody>
      </p:sp>
      <p:sp>
        <p:nvSpPr>
          <p:cNvPr id="215" name="Shape 213"/>
          <p:cNvSpPr/>
          <p:nvPr/>
        </p:nvSpPr>
        <p:spPr>
          <a:xfrm>
            <a:off x="6176772" y="1051560"/>
            <a:ext cx="5509260" cy="5285232"/>
          </a:xfrm>
          <a:prstGeom prst="roundRect">
            <a:avLst/>
          </a:prstGeom>
          <a:solidFill>
            <a:srgbClr val="FFFCFA"/>
          </a:solidFill>
          <a:ln w="12700">
            <a:solidFill>
              <a:srgbClr val="D8B77D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16" name="Shape 214"/>
          <p:cNvSpPr/>
          <p:nvPr/>
        </p:nvSpPr>
        <p:spPr>
          <a:xfrm>
            <a:off x="6176772" y="1051560"/>
            <a:ext cx="475488" cy="203278"/>
          </a:xfrm>
          <a:prstGeom prst="rect">
            <a:avLst/>
          </a:prstGeom>
          <a:solidFill>
            <a:srgbClr val="92506F"/>
          </a:solidFill>
          <a:ln w="6350">
            <a:solidFill>
              <a:srgbClr val="E6C992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17" name="Text 215"/>
          <p:cNvSpPr/>
          <p:nvPr/>
        </p:nvSpPr>
        <p:spPr>
          <a:xfrm>
            <a:off x="6195060" y="1060704"/>
            <a:ext cx="438912" cy="1849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</a:rPr>
              <a:t>No</a:t>
            </a:r>
            <a:endParaRPr lang="en-US" sz="1120"/>
          </a:p>
        </p:txBody>
      </p:sp>
      <p:sp>
        <p:nvSpPr>
          <p:cNvPr id="218" name="Shape 216"/>
          <p:cNvSpPr/>
          <p:nvPr/>
        </p:nvSpPr>
        <p:spPr>
          <a:xfrm>
            <a:off x="6652260" y="1051560"/>
            <a:ext cx="3881628" cy="203278"/>
          </a:xfrm>
          <a:prstGeom prst="rect">
            <a:avLst/>
          </a:prstGeom>
          <a:solidFill>
            <a:srgbClr val="7B3C5E"/>
          </a:solidFill>
          <a:ln w="6350">
            <a:solidFill>
              <a:srgbClr val="E6C992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19" name="Text 217"/>
          <p:cNvSpPr/>
          <p:nvPr/>
        </p:nvSpPr>
        <p:spPr>
          <a:xfrm>
            <a:off x="6670548" y="1060704"/>
            <a:ext cx="3845052" cy="1849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</a:rPr>
              <a:t>負責人</a:t>
            </a:r>
            <a:endParaRPr lang="en-US" sz="1120"/>
          </a:p>
        </p:txBody>
      </p:sp>
      <p:sp>
        <p:nvSpPr>
          <p:cNvPr id="220" name="Shape 218"/>
          <p:cNvSpPr/>
          <p:nvPr/>
        </p:nvSpPr>
        <p:spPr>
          <a:xfrm>
            <a:off x="10533888" y="1051560"/>
            <a:ext cx="621792" cy="203278"/>
          </a:xfrm>
          <a:prstGeom prst="rect">
            <a:avLst/>
          </a:prstGeom>
          <a:solidFill>
            <a:srgbClr val="92506F"/>
          </a:solidFill>
          <a:ln w="6350">
            <a:solidFill>
              <a:srgbClr val="E6C992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21" name="Text 219"/>
          <p:cNvSpPr/>
          <p:nvPr/>
        </p:nvSpPr>
        <p:spPr>
          <a:xfrm>
            <a:off x="10552176" y="1060704"/>
            <a:ext cx="585216" cy="1849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</a:rPr>
              <a:t>屬壇</a:t>
            </a:r>
            <a:endParaRPr lang="en-US" sz="1120"/>
          </a:p>
        </p:txBody>
      </p:sp>
      <p:sp>
        <p:nvSpPr>
          <p:cNvPr id="222" name="Shape 220"/>
          <p:cNvSpPr/>
          <p:nvPr/>
        </p:nvSpPr>
        <p:spPr>
          <a:xfrm>
            <a:off x="11155680" y="1051560"/>
            <a:ext cx="530352" cy="203278"/>
          </a:xfrm>
          <a:prstGeom prst="rect">
            <a:avLst/>
          </a:prstGeom>
          <a:solidFill>
            <a:srgbClr val="92506F"/>
          </a:solidFill>
          <a:ln w="6350">
            <a:solidFill>
              <a:srgbClr val="E6C992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23" name="Text 221"/>
          <p:cNvSpPr/>
          <p:nvPr/>
        </p:nvSpPr>
        <p:spPr>
          <a:xfrm>
            <a:off x="11173968" y="1060704"/>
            <a:ext cx="493776" cy="1849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 err="1">
                <a:solidFill>
                  <a:srgbClr val="FFFFFF"/>
                </a:solidFill>
              </a:rPr>
              <a:t>畢班人數</a:t>
            </a:r>
            <a:endParaRPr lang="en-US" sz="900" dirty="0"/>
          </a:p>
        </p:txBody>
      </p:sp>
      <p:sp>
        <p:nvSpPr>
          <p:cNvPr id="224" name="Shape 222"/>
          <p:cNvSpPr/>
          <p:nvPr/>
        </p:nvSpPr>
        <p:spPr>
          <a:xfrm>
            <a:off x="6176772" y="1254838"/>
            <a:ext cx="475488" cy="203278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25" name="Text 223"/>
          <p:cNvSpPr/>
          <p:nvPr/>
        </p:nvSpPr>
        <p:spPr>
          <a:xfrm>
            <a:off x="6199632" y="1259410"/>
            <a:ext cx="429768" cy="1941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>
                <a:solidFill>
                  <a:srgbClr val="543443"/>
                </a:solidFill>
              </a:rPr>
              <a:t>26</a:t>
            </a:r>
            <a:endParaRPr lang="en-US" sz="1175"/>
          </a:p>
        </p:txBody>
      </p:sp>
      <p:sp>
        <p:nvSpPr>
          <p:cNvPr id="226" name="Shape 224"/>
          <p:cNvSpPr/>
          <p:nvPr/>
        </p:nvSpPr>
        <p:spPr>
          <a:xfrm>
            <a:off x="6652260" y="1254838"/>
            <a:ext cx="3881628" cy="203278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27" name="Text 225"/>
          <p:cNvSpPr/>
          <p:nvPr/>
        </p:nvSpPr>
        <p:spPr>
          <a:xfrm>
            <a:off x="6675120" y="1259410"/>
            <a:ext cx="3835908" cy="1941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>
                <a:solidFill>
                  <a:srgbClr val="543443"/>
                </a:solidFill>
              </a:rPr>
              <a:t>林秀柳</a:t>
            </a:r>
            <a:endParaRPr lang="en-US" sz="1175"/>
          </a:p>
        </p:txBody>
      </p:sp>
      <p:sp>
        <p:nvSpPr>
          <p:cNvPr id="228" name="Shape 226"/>
          <p:cNvSpPr/>
          <p:nvPr/>
        </p:nvSpPr>
        <p:spPr>
          <a:xfrm>
            <a:off x="10533888" y="1254838"/>
            <a:ext cx="621792" cy="203278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29" name="Text 227"/>
          <p:cNvSpPr/>
          <p:nvPr/>
        </p:nvSpPr>
        <p:spPr>
          <a:xfrm>
            <a:off x="10556748" y="1259410"/>
            <a:ext cx="576072" cy="1941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>
                <a:solidFill>
                  <a:srgbClr val="543443"/>
                </a:solidFill>
              </a:rPr>
              <a:t>順德</a:t>
            </a:r>
            <a:endParaRPr lang="en-US" sz="1175"/>
          </a:p>
        </p:txBody>
      </p:sp>
      <p:sp>
        <p:nvSpPr>
          <p:cNvPr id="230" name="Shape 228"/>
          <p:cNvSpPr/>
          <p:nvPr/>
        </p:nvSpPr>
        <p:spPr>
          <a:xfrm>
            <a:off x="11155680" y="1254838"/>
            <a:ext cx="530352" cy="203278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31" name="Text 229"/>
          <p:cNvSpPr/>
          <p:nvPr/>
        </p:nvSpPr>
        <p:spPr>
          <a:xfrm>
            <a:off x="11178540" y="1259410"/>
            <a:ext cx="484632" cy="1941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7B3C5E"/>
                </a:solidFill>
              </a:rPr>
              <a:t>1</a:t>
            </a:r>
            <a:endParaRPr lang="en-US" sz="1175"/>
          </a:p>
        </p:txBody>
      </p:sp>
      <p:sp>
        <p:nvSpPr>
          <p:cNvPr id="232" name="Shape 230"/>
          <p:cNvSpPr/>
          <p:nvPr/>
        </p:nvSpPr>
        <p:spPr>
          <a:xfrm>
            <a:off x="6176772" y="1458116"/>
            <a:ext cx="475488" cy="203278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33" name="Text 231"/>
          <p:cNvSpPr/>
          <p:nvPr/>
        </p:nvSpPr>
        <p:spPr>
          <a:xfrm>
            <a:off x="6199632" y="1462688"/>
            <a:ext cx="429768" cy="1941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>
                <a:solidFill>
                  <a:srgbClr val="543443"/>
                </a:solidFill>
              </a:rPr>
              <a:t>27</a:t>
            </a:r>
            <a:endParaRPr lang="en-US" sz="1175"/>
          </a:p>
        </p:txBody>
      </p:sp>
      <p:sp>
        <p:nvSpPr>
          <p:cNvPr id="234" name="Shape 232"/>
          <p:cNvSpPr/>
          <p:nvPr/>
        </p:nvSpPr>
        <p:spPr>
          <a:xfrm>
            <a:off x="6652260" y="1458116"/>
            <a:ext cx="3881628" cy="203278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35" name="Text 233"/>
          <p:cNvSpPr/>
          <p:nvPr/>
        </p:nvSpPr>
        <p:spPr>
          <a:xfrm>
            <a:off x="6675120" y="1462688"/>
            <a:ext cx="3835908" cy="1941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>
                <a:solidFill>
                  <a:srgbClr val="543443"/>
                </a:solidFill>
              </a:rPr>
              <a:t>陳碧華</a:t>
            </a:r>
            <a:endParaRPr lang="en-US" sz="1175"/>
          </a:p>
        </p:txBody>
      </p:sp>
      <p:sp>
        <p:nvSpPr>
          <p:cNvPr id="236" name="Shape 234"/>
          <p:cNvSpPr/>
          <p:nvPr/>
        </p:nvSpPr>
        <p:spPr>
          <a:xfrm>
            <a:off x="10533888" y="1458116"/>
            <a:ext cx="621792" cy="203278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37" name="Text 235"/>
          <p:cNvSpPr/>
          <p:nvPr/>
        </p:nvSpPr>
        <p:spPr>
          <a:xfrm>
            <a:off x="10556748" y="1462688"/>
            <a:ext cx="576072" cy="1941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>
                <a:solidFill>
                  <a:srgbClr val="543443"/>
                </a:solidFill>
              </a:rPr>
              <a:t>順德</a:t>
            </a:r>
            <a:endParaRPr lang="en-US" sz="1175"/>
          </a:p>
        </p:txBody>
      </p:sp>
      <p:sp>
        <p:nvSpPr>
          <p:cNvPr id="238" name="Shape 236"/>
          <p:cNvSpPr/>
          <p:nvPr/>
        </p:nvSpPr>
        <p:spPr>
          <a:xfrm>
            <a:off x="11155680" y="1458116"/>
            <a:ext cx="530352" cy="203278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39" name="Text 237"/>
          <p:cNvSpPr/>
          <p:nvPr/>
        </p:nvSpPr>
        <p:spPr>
          <a:xfrm>
            <a:off x="11178540" y="1462688"/>
            <a:ext cx="484632" cy="1941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7B3C5E"/>
                </a:solidFill>
              </a:rPr>
              <a:t>1</a:t>
            </a:r>
            <a:endParaRPr lang="en-US" sz="1175"/>
          </a:p>
        </p:txBody>
      </p:sp>
      <p:sp>
        <p:nvSpPr>
          <p:cNvPr id="240" name="Shape 238"/>
          <p:cNvSpPr/>
          <p:nvPr/>
        </p:nvSpPr>
        <p:spPr>
          <a:xfrm>
            <a:off x="6176772" y="1661394"/>
            <a:ext cx="475488" cy="203278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41" name="Text 239"/>
          <p:cNvSpPr/>
          <p:nvPr/>
        </p:nvSpPr>
        <p:spPr>
          <a:xfrm>
            <a:off x="6199632" y="1665966"/>
            <a:ext cx="429768" cy="1941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>
                <a:solidFill>
                  <a:srgbClr val="543443"/>
                </a:solidFill>
              </a:rPr>
              <a:t>28</a:t>
            </a:r>
            <a:endParaRPr lang="en-US" sz="1175"/>
          </a:p>
        </p:txBody>
      </p:sp>
      <p:sp>
        <p:nvSpPr>
          <p:cNvPr id="242" name="Shape 240"/>
          <p:cNvSpPr/>
          <p:nvPr/>
        </p:nvSpPr>
        <p:spPr>
          <a:xfrm>
            <a:off x="6652260" y="1661394"/>
            <a:ext cx="3881628" cy="203278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43" name="Text 241"/>
          <p:cNvSpPr/>
          <p:nvPr/>
        </p:nvSpPr>
        <p:spPr>
          <a:xfrm>
            <a:off x="6675120" y="1665966"/>
            <a:ext cx="3835908" cy="1941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>
                <a:solidFill>
                  <a:srgbClr val="543443"/>
                </a:solidFill>
              </a:rPr>
              <a:t>朱愛琴</a:t>
            </a:r>
            <a:endParaRPr lang="en-US" sz="1175"/>
          </a:p>
        </p:txBody>
      </p:sp>
      <p:sp>
        <p:nvSpPr>
          <p:cNvPr id="244" name="Shape 242"/>
          <p:cNvSpPr/>
          <p:nvPr/>
        </p:nvSpPr>
        <p:spPr>
          <a:xfrm>
            <a:off x="10533888" y="1661394"/>
            <a:ext cx="621792" cy="203278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45" name="Text 243"/>
          <p:cNvSpPr/>
          <p:nvPr/>
        </p:nvSpPr>
        <p:spPr>
          <a:xfrm>
            <a:off x="10556748" y="1665966"/>
            <a:ext cx="576072" cy="1941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>
                <a:solidFill>
                  <a:srgbClr val="543443"/>
                </a:solidFill>
              </a:rPr>
              <a:t>瑩德</a:t>
            </a:r>
            <a:endParaRPr lang="en-US" sz="1175"/>
          </a:p>
        </p:txBody>
      </p:sp>
      <p:sp>
        <p:nvSpPr>
          <p:cNvPr id="246" name="Shape 244"/>
          <p:cNvSpPr/>
          <p:nvPr/>
        </p:nvSpPr>
        <p:spPr>
          <a:xfrm>
            <a:off x="11155680" y="1661394"/>
            <a:ext cx="530352" cy="203278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47" name="Text 245"/>
          <p:cNvSpPr/>
          <p:nvPr/>
        </p:nvSpPr>
        <p:spPr>
          <a:xfrm>
            <a:off x="11178540" y="1665966"/>
            <a:ext cx="484632" cy="1941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7B3C5E"/>
                </a:solidFill>
              </a:rPr>
              <a:t>11</a:t>
            </a:r>
            <a:endParaRPr lang="en-US" sz="1175"/>
          </a:p>
        </p:txBody>
      </p:sp>
      <p:sp>
        <p:nvSpPr>
          <p:cNvPr id="248" name="Shape 246"/>
          <p:cNvSpPr/>
          <p:nvPr/>
        </p:nvSpPr>
        <p:spPr>
          <a:xfrm>
            <a:off x="6176772" y="1864673"/>
            <a:ext cx="475488" cy="203278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49" name="Text 247"/>
          <p:cNvSpPr/>
          <p:nvPr/>
        </p:nvSpPr>
        <p:spPr>
          <a:xfrm>
            <a:off x="6199632" y="1869245"/>
            <a:ext cx="429768" cy="1941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>
                <a:solidFill>
                  <a:srgbClr val="543443"/>
                </a:solidFill>
              </a:rPr>
              <a:t>29</a:t>
            </a:r>
            <a:endParaRPr lang="en-US" sz="1175"/>
          </a:p>
        </p:txBody>
      </p:sp>
      <p:sp>
        <p:nvSpPr>
          <p:cNvPr id="250" name="Shape 248"/>
          <p:cNvSpPr/>
          <p:nvPr/>
        </p:nvSpPr>
        <p:spPr>
          <a:xfrm>
            <a:off x="6652260" y="1864673"/>
            <a:ext cx="3881628" cy="203278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51" name="Text 249"/>
          <p:cNvSpPr/>
          <p:nvPr/>
        </p:nvSpPr>
        <p:spPr>
          <a:xfrm>
            <a:off x="6675120" y="1869245"/>
            <a:ext cx="3835908" cy="1941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>
                <a:solidFill>
                  <a:srgbClr val="543443"/>
                </a:solidFill>
              </a:rPr>
              <a:t>陳志勝</a:t>
            </a:r>
            <a:endParaRPr lang="en-US" sz="1175"/>
          </a:p>
        </p:txBody>
      </p:sp>
      <p:sp>
        <p:nvSpPr>
          <p:cNvPr id="252" name="Shape 250"/>
          <p:cNvSpPr/>
          <p:nvPr/>
        </p:nvSpPr>
        <p:spPr>
          <a:xfrm>
            <a:off x="10533888" y="1864673"/>
            <a:ext cx="621792" cy="203278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53" name="Text 251"/>
          <p:cNvSpPr/>
          <p:nvPr/>
        </p:nvSpPr>
        <p:spPr>
          <a:xfrm>
            <a:off x="10556748" y="1869245"/>
            <a:ext cx="576072" cy="1941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>
                <a:solidFill>
                  <a:srgbClr val="543443"/>
                </a:solidFill>
              </a:rPr>
              <a:t>瑩德</a:t>
            </a:r>
            <a:endParaRPr lang="en-US" sz="1175"/>
          </a:p>
        </p:txBody>
      </p:sp>
      <p:sp>
        <p:nvSpPr>
          <p:cNvPr id="254" name="Shape 252"/>
          <p:cNvSpPr/>
          <p:nvPr/>
        </p:nvSpPr>
        <p:spPr>
          <a:xfrm>
            <a:off x="11155680" y="1864673"/>
            <a:ext cx="530352" cy="203278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55" name="Text 253"/>
          <p:cNvSpPr/>
          <p:nvPr/>
        </p:nvSpPr>
        <p:spPr>
          <a:xfrm>
            <a:off x="11178540" y="1869245"/>
            <a:ext cx="484632" cy="1941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7B3C5E"/>
                </a:solidFill>
              </a:rPr>
              <a:t>5</a:t>
            </a:r>
            <a:endParaRPr lang="en-US" sz="1175"/>
          </a:p>
        </p:txBody>
      </p:sp>
      <p:sp>
        <p:nvSpPr>
          <p:cNvPr id="256" name="Shape 254"/>
          <p:cNvSpPr/>
          <p:nvPr/>
        </p:nvSpPr>
        <p:spPr>
          <a:xfrm>
            <a:off x="6176772" y="2067951"/>
            <a:ext cx="475488" cy="203278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57" name="Text 255"/>
          <p:cNvSpPr/>
          <p:nvPr/>
        </p:nvSpPr>
        <p:spPr>
          <a:xfrm>
            <a:off x="6199632" y="2072523"/>
            <a:ext cx="429768" cy="1941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>
                <a:solidFill>
                  <a:srgbClr val="543443"/>
                </a:solidFill>
              </a:rPr>
              <a:t>30</a:t>
            </a:r>
            <a:endParaRPr lang="en-US" sz="1175"/>
          </a:p>
        </p:txBody>
      </p:sp>
      <p:sp>
        <p:nvSpPr>
          <p:cNvPr id="258" name="Shape 256"/>
          <p:cNvSpPr/>
          <p:nvPr/>
        </p:nvSpPr>
        <p:spPr>
          <a:xfrm>
            <a:off x="6652260" y="2067951"/>
            <a:ext cx="3881628" cy="203278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59" name="Text 257"/>
          <p:cNvSpPr/>
          <p:nvPr/>
        </p:nvSpPr>
        <p:spPr>
          <a:xfrm>
            <a:off x="6675120" y="2072523"/>
            <a:ext cx="3835908" cy="1941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>
                <a:solidFill>
                  <a:srgbClr val="543443"/>
                </a:solidFill>
              </a:rPr>
              <a:t>陳美君</a:t>
            </a:r>
            <a:endParaRPr lang="en-US" sz="1175"/>
          </a:p>
        </p:txBody>
      </p:sp>
      <p:sp>
        <p:nvSpPr>
          <p:cNvPr id="260" name="Shape 258"/>
          <p:cNvSpPr/>
          <p:nvPr/>
        </p:nvSpPr>
        <p:spPr>
          <a:xfrm>
            <a:off x="10533888" y="2067951"/>
            <a:ext cx="621792" cy="203278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61" name="Text 259"/>
          <p:cNvSpPr/>
          <p:nvPr/>
        </p:nvSpPr>
        <p:spPr>
          <a:xfrm>
            <a:off x="10556748" y="2072523"/>
            <a:ext cx="576072" cy="1941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>
                <a:solidFill>
                  <a:srgbClr val="543443"/>
                </a:solidFill>
              </a:rPr>
              <a:t>瑩德</a:t>
            </a:r>
            <a:endParaRPr lang="en-US" sz="1175"/>
          </a:p>
        </p:txBody>
      </p:sp>
      <p:sp>
        <p:nvSpPr>
          <p:cNvPr id="262" name="Shape 260"/>
          <p:cNvSpPr/>
          <p:nvPr/>
        </p:nvSpPr>
        <p:spPr>
          <a:xfrm>
            <a:off x="11155680" y="2067951"/>
            <a:ext cx="530352" cy="203278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63" name="Text 261"/>
          <p:cNvSpPr/>
          <p:nvPr/>
        </p:nvSpPr>
        <p:spPr>
          <a:xfrm>
            <a:off x="11178540" y="2072523"/>
            <a:ext cx="484632" cy="1941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7B3C5E"/>
                </a:solidFill>
              </a:rPr>
              <a:t>3</a:t>
            </a:r>
            <a:endParaRPr lang="en-US" sz="1175"/>
          </a:p>
        </p:txBody>
      </p:sp>
      <p:sp>
        <p:nvSpPr>
          <p:cNvPr id="264" name="Shape 262"/>
          <p:cNvSpPr/>
          <p:nvPr/>
        </p:nvSpPr>
        <p:spPr>
          <a:xfrm>
            <a:off x="6176772" y="2271229"/>
            <a:ext cx="475488" cy="203278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65" name="Text 263"/>
          <p:cNvSpPr/>
          <p:nvPr/>
        </p:nvSpPr>
        <p:spPr>
          <a:xfrm>
            <a:off x="6199632" y="2275801"/>
            <a:ext cx="429768" cy="1941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>
                <a:solidFill>
                  <a:srgbClr val="543443"/>
                </a:solidFill>
              </a:rPr>
              <a:t>31</a:t>
            </a:r>
            <a:endParaRPr lang="en-US" sz="1175"/>
          </a:p>
        </p:txBody>
      </p:sp>
      <p:sp>
        <p:nvSpPr>
          <p:cNvPr id="266" name="Shape 264"/>
          <p:cNvSpPr/>
          <p:nvPr/>
        </p:nvSpPr>
        <p:spPr>
          <a:xfrm>
            <a:off x="6652260" y="2271229"/>
            <a:ext cx="3881628" cy="203278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67" name="Text 265"/>
          <p:cNvSpPr/>
          <p:nvPr/>
        </p:nvSpPr>
        <p:spPr>
          <a:xfrm>
            <a:off x="6675120" y="2275801"/>
            <a:ext cx="3835908" cy="1941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>
                <a:solidFill>
                  <a:srgbClr val="543443"/>
                </a:solidFill>
              </a:rPr>
              <a:t>覃雅嫻</a:t>
            </a:r>
            <a:endParaRPr lang="en-US" sz="1175"/>
          </a:p>
        </p:txBody>
      </p:sp>
      <p:sp>
        <p:nvSpPr>
          <p:cNvPr id="268" name="Shape 266"/>
          <p:cNvSpPr/>
          <p:nvPr/>
        </p:nvSpPr>
        <p:spPr>
          <a:xfrm>
            <a:off x="10533888" y="2271229"/>
            <a:ext cx="621792" cy="203278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69" name="Text 267"/>
          <p:cNvSpPr/>
          <p:nvPr/>
        </p:nvSpPr>
        <p:spPr>
          <a:xfrm>
            <a:off x="10556748" y="2275801"/>
            <a:ext cx="576072" cy="1941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>
                <a:solidFill>
                  <a:srgbClr val="543443"/>
                </a:solidFill>
              </a:rPr>
              <a:t>瑩德</a:t>
            </a:r>
            <a:endParaRPr lang="en-US" sz="1175"/>
          </a:p>
        </p:txBody>
      </p:sp>
      <p:sp>
        <p:nvSpPr>
          <p:cNvPr id="270" name="Shape 268"/>
          <p:cNvSpPr/>
          <p:nvPr/>
        </p:nvSpPr>
        <p:spPr>
          <a:xfrm>
            <a:off x="11155680" y="2271229"/>
            <a:ext cx="530352" cy="203278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71" name="Text 269"/>
          <p:cNvSpPr/>
          <p:nvPr/>
        </p:nvSpPr>
        <p:spPr>
          <a:xfrm>
            <a:off x="11178540" y="2275801"/>
            <a:ext cx="484632" cy="1941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7B3C5E"/>
                </a:solidFill>
              </a:rPr>
              <a:t>2</a:t>
            </a:r>
            <a:endParaRPr lang="en-US" sz="1175"/>
          </a:p>
        </p:txBody>
      </p:sp>
      <p:sp>
        <p:nvSpPr>
          <p:cNvPr id="272" name="Shape 270"/>
          <p:cNvSpPr/>
          <p:nvPr/>
        </p:nvSpPr>
        <p:spPr>
          <a:xfrm>
            <a:off x="6176772" y="2474507"/>
            <a:ext cx="475488" cy="203278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73" name="Text 271"/>
          <p:cNvSpPr/>
          <p:nvPr/>
        </p:nvSpPr>
        <p:spPr>
          <a:xfrm>
            <a:off x="6199632" y="2479079"/>
            <a:ext cx="429768" cy="1941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>
                <a:solidFill>
                  <a:srgbClr val="543443"/>
                </a:solidFill>
              </a:rPr>
              <a:t>32</a:t>
            </a:r>
            <a:endParaRPr lang="en-US" sz="1175"/>
          </a:p>
        </p:txBody>
      </p:sp>
      <p:sp>
        <p:nvSpPr>
          <p:cNvPr id="274" name="Shape 272"/>
          <p:cNvSpPr/>
          <p:nvPr/>
        </p:nvSpPr>
        <p:spPr>
          <a:xfrm>
            <a:off x="6652260" y="2474507"/>
            <a:ext cx="3881628" cy="203278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75" name="Text 273"/>
          <p:cNvSpPr/>
          <p:nvPr/>
        </p:nvSpPr>
        <p:spPr>
          <a:xfrm>
            <a:off x="6675120" y="2479079"/>
            <a:ext cx="3835908" cy="1941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>
                <a:solidFill>
                  <a:srgbClr val="543443"/>
                </a:solidFill>
              </a:rPr>
              <a:t>黃世豪</a:t>
            </a:r>
            <a:endParaRPr lang="en-US" sz="1175"/>
          </a:p>
        </p:txBody>
      </p:sp>
      <p:sp>
        <p:nvSpPr>
          <p:cNvPr id="276" name="Shape 274"/>
          <p:cNvSpPr/>
          <p:nvPr/>
        </p:nvSpPr>
        <p:spPr>
          <a:xfrm>
            <a:off x="10533888" y="2474507"/>
            <a:ext cx="621792" cy="203278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77" name="Text 275"/>
          <p:cNvSpPr/>
          <p:nvPr/>
        </p:nvSpPr>
        <p:spPr>
          <a:xfrm>
            <a:off x="10556748" y="2479079"/>
            <a:ext cx="576072" cy="1941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>
                <a:solidFill>
                  <a:srgbClr val="543443"/>
                </a:solidFill>
              </a:rPr>
              <a:t>瑩德</a:t>
            </a:r>
            <a:endParaRPr lang="en-US" sz="1175"/>
          </a:p>
        </p:txBody>
      </p:sp>
      <p:sp>
        <p:nvSpPr>
          <p:cNvPr id="278" name="Shape 276"/>
          <p:cNvSpPr/>
          <p:nvPr/>
        </p:nvSpPr>
        <p:spPr>
          <a:xfrm>
            <a:off x="11155680" y="2474507"/>
            <a:ext cx="530352" cy="203278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79" name="Text 277"/>
          <p:cNvSpPr/>
          <p:nvPr/>
        </p:nvSpPr>
        <p:spPr>
          <a:xfrm>
            <a:off x="11178540" y="2479079"/>
            <a:ext cx="484632" cy="1941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7B3C5E"/>
                </a:solidFill>
              </a:rPr>
              <a:t>2</a:t>
            </a:r>
            <a:endParaRPr lang="en-US" sz="1175"/>
          </a:p>
        </p:txBody>
      </p:sp>
      <p:sp>
        <p:nvSpPr>
          <p:cNvPr id="280" name="Shape 278"/>
          <p:cNvSpPr/>
          <p:nvPr/>
        </p:nvSpPr>
        <p:spPr>
          <a:xfrm>
            <a:off x="6176772" y="2677785"/>
            <a:ext cx="475488" cy="203278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81" name="Text 279"/>
          <p:cNvSpPr/>
          <p:nvPr/>
        </p:nvSpPr>
        <p:spPr>
          <a:xfrm>
            <a:off x="6199632" y="2682357"/>
            <a:ext cx="429768" cy="1941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>
                <a:solidFill>
                  <a:srgbClr val="543443"/>
                </a:solidFill>
              </a:rPr>
              <a:t>33</a:t>
            </a:r>
            <a:endParaRPr lang="en-US" sz="1175"/>
          </a:p>
        </p:txBody>
      </p:sp>
      <p:sp>
        <p:nvSpPr>
          <p:cNvPr id="282" name="Shape 280"/>
          <p:cNvSpPr/>
          <p:nvPr/>
        </p:nvSpPr>
        <p:spPr>
          <a:xfrm>
            <a:off x="6652260" y="2677785"/>
            <a:ext cx="3881628" cy="203278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83" name="Text 281"/>
          <p:cNvSpPr/>
          <p:nvPr/>
        </p:nvSpPr>
        <p:spPr>
          <a:xfrm>
            <a:off x="6675120" y="2682357"/>
            <a:ext cx="3835908" cy="1941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>
                <a:solidFill>
                  <a:srgbClr val="543443"/>
                </a:solidFill>
              </a:rPr>
              <a:t>馬秀菁</a:t>
            </a:r>
            <a:endParaRPr lang="en-US" sz="1175"/>
          </a:p>
        </p:txBody>
      </p:sp>
      <p:sp>
        <p:nvSpPr>
          <p:cNvPr id="284" name="Shape 282"/>
          <p:cNvSpPr/>
          <p:nvPr/>
        </p:nvSpPr>
        <p:spPr>
          <a:xfrm>
            <a:off x="10533888" y="2677785"/>
            <a:ext cx="621792" cy="203278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85" name="Text 283"/>
          <p:cNvSpPr/>
          <p:nvPr/>
        </p:nvSpPr>
        <p:spPr>
          <a:xfrm>
            <a:off x="10556748" y="2682357"/>
            <a:ext cx="576072" cy="1941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>
                <a:solidFill>
                  <a:srgbClr val="543443"/>
                </a:solidFill>
              </a:rPr>
              <a:t>瑩德</a:t>
            </a:r>
            <a:endParaRPr lang="en-US" sz="1175"/>
          </a:p>
        </p:txBody>
      </p:sp>
      <p:sp>
        <p:nvSpPr>
          <p:cNvPr id="286" name="Shape 284"/>
          <p:cNvSpPr/>
          <p:nvPr/>
        </p:nvSpPr>
        <p:spPr>
          <a:xfrm>
            <a:off x="11155680" y="2677785"/>
            <a:ext cx="530352" cy="203278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87" name="Text 285"/>
          <p:cNvSpPr/>
          <p:nvPr/>
        </p:nvSpPr>
        <p:spPr>
          <a:xfrm>
            <a:off x="11178540" y="2682357"/>
            <a:ext cx="484632" cy="1941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7B3C5E"/>
                </a:solidFill>
              </a:rPr>
              <a:t>2</a:t>
            </a:r>
            <a:endParaRPr lang="en-US" sz="1175"/>
          </a:p>
        </p:txBody>
      </p:sp>
      <p:sp>
        <p:nvSpPr>
          <p:cNvPr id="288" name="Shape 286"/>
          <p:cNvSpPr/>
          <p:nvPr/>
        </p:nvSpPr>
        <p:spPr>
          <a:xfrm>
            <a:off x="6176772" y="2881063"/>
            <a:ext cx="475488" cy="203278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89" name="Text 287"/>
          <p:cNvSpPr/>
          <p:nvPr/>
        </p:nvSpPr>
        <p:spPr>
          <a:xfrm>
            <a:off x="6199632" y="2885635"/>
            <a:ext cx="429768" cy="1941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>
                <a:solidFill>
                  <a:srgbClr val="543443"/>
                </a:solidFill>
              </a:rPr>
              <a:t>34</a:t>
            </a:r>
            <a:endParaRPr lang="en-US" sz="1175"/>
          </a:p>
        </p:txBody>
      </p:sp>
      <p:sp>
        <p:nvSpPr>
          <p:cNvPr id="290" name="Shape 288"/>
          <p:cNvSpPr/>
          <p:nvPr/>
        </p:nvSpPr>
        <p:spPr>
          <a:xfrm>
            <a:off x="6652260" y="2881063"/>
            <a:ext cx="3881628" cy="203278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91" name="Text 289"/>
          <p:cNvSpPr/>
          <p:nvPr/>
        </p:nvSpPr>
        <p:spPr>
          <a:xfrm>
            <a:off x="6675120" y="2885635"/>
            <a:ext cx="3835908" cy="1941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>
                <a:solidFill>
                  <a:srgbClr val="543443"/>
                </a:solidFill>
              </a:rPr>
              <a:t>蔡昌英</a:t>
            </a:r>
            <a:endParaRPr lang="en-US" sz="1175"/>
          </a:p>
        </p:txBody>
      </p:sp>
      <p:sp>
        <p:nvSpPr>
          <p:cNvPr id="292" name="Shape 290"/>
          <p:cNvSpPr/>
          <p:nvPr/>
        </p:nvSpPr>
        <p:spPr>
          <a:xfrm>
            <a:off x="10533888" y="2881063"/>
            <a:ext cx="621792" cy="203278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93" name="Text 291"/>
          <p:cNvSpPr/>
          <p:nvPr/>
        </p:nvSpPr>
        <p:spPr>
          <a:xfrm>
            <a:off x="10556748" y="2885635"/>
            <a:ext cx="576072" cy="1941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>
                <a:solidFill>
                  <a:srgbClr val="543443"/>
                </a:solidFill>
              </a:rPr>
              <a:t>瑩德</a:t>
            </a:r>
            <a:endParaRPr lang="en-US" sz="1175"/>
          </a:p>
        </p:txBody>
      </p:sp>
      <p:sp>
        <p:nvSpPr>
          <p:cNvPr id="294" name="Shape 292"/>
          <p:cNvSpPr/>
          <p:nvPr/>
        </p:nvSpPr>
        <p:spPr>
          <a:xfrm>
            <a:off x="11155680" y="2881063"/>
            <a:ext cx="530352" cy="203278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95" name="Text 293"/>
          <p:cNvSpPr/>
          <p:nvPr/>
        </p:nvSpPr>
        <p:spPr>
          <a:xfrm>
            <a:off x="11178540" y="2885635"/>
            <a:ext cx="484632" cy="1941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7B3C5E"/>
                </a:solidFill>
              </a:rPr>
              <a:t>2</a:t>
            </a:r>
            <a:endParaRPr lang="en-US" sz="1175"/>
          </a:p>
        </p:txBody>
      </p:sp>
      <p:sp>
        <p:nvSpPr>
          <p:cNvPr id="296" name="Shape 294"/>
          <p:cNvSpPr/>
          <p:nvPr/>
        </p:nvSpPr>
        <p:spPr>
          <a:xfrm>
            <a:off x="6176772" y="3084342"/>
            <a:ext cx="475488" cy="203278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97" name="Text 295"/>
          <p:cNvSpPr/>
          <p:nvPr/>
        </p:nvSpPr>
        <p:spPr>
          <a:xfrm>
            <a:off x="6199632" y="3088914"/>
            <a:ext cx="429768" cy="1941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>
                <a:solidFill>
                  <a:srgbClr val="543443"/>
                </a:solidFill>
              </a:rPr>
              <a:t>35</a:t>
            </a:r>
            <a:endParaRPr lang="en-US" sz="1175"/>
          </a:p>
        </p:txBody>
      </p:sp>
      <p:sp>
        <p:nvSpPr>
          <p:cNvPr id="298" name="Shape 296"/>
          <p:cNvSpPr/>
          <p:nvPr/>
        </p:nvSpPr>
        <p:spPr>
          <a:xfrm>
            <a:off x="6652260" y="3084342"/>
            <a:ext cx="3881628" cy="203278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99" name="Text 297"/>
          <p:cNvSpPr/>
          <p:nvPr/>
        </p:nvSpPr>
        <p:spPr>
          <a:xfrm>
            <a:off x="6675120" y="3088914"/>
            <a:ext cx="3835908" cy="1941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>
                <a:solidFill>
                  <a:srgbClr val="543443"/>
                </a:solidFill>
              </a:rPr>
              <a:t>郭釸安</a:t>
            </a:r>
            <a:endParaRPr lang="en-US" sz="1175"/>
          </a:p>
        </p:txBody>
      </p:sp>
      <p:sp>
        <p:nvSpPr>
          <p:cNvPr id="300" name="Shape 298"/>
          <p:cNvSpPr/>
          <p:nvPr/>
        </p:nvSpPr>
        <p:spPr>
          <a:xfrm>
            <a:off x="10533888" y="3084342"/>
            <a:ext cx="621792" cy="203278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01" name="Text 299"/>
          <p:cNvSpPr/>
          <p:nvPr/>
        </p:nvSpPr>
        <p:spPr>
          <a:xfrm>
            <a:off x="10556748" y="3088914"/>
            <a:ext cx="576072" cy="1941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>
                <a:solidFill>
                  <a:srgbClr val="543443"/>
                </a:solidFill>
              </a:rPr>
              <a:t>瑩德</a:t>
            </a:r>
            <a:endParaRPr lang="en-US" sz="1175"/>
          </a:p>
        </p:txBody>
      </p:sp>
      <p:sp>
        <p:nvSpPr>
          <p:cNvPr id="302" name="Shape 300"/>
          <p:cNvSpPr/>
          <p:nvPr/>
        </p:nvSpPr>
        <p:spPr>
          <a:xfrm>
            <a:off x="11155680" y="3084342"/>
            <a:ext cx="530352" cy="203278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03" name="Text 301"/>
          <p:cNvSpPr/>
          <p:nvPr/>
        </p:nvSpPr>
        <p:spPr>
          <a:xfrm>
            <a:off x="11178540" y="3088914"/>
            <a:ext cx="484632" cy="1941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7B3C5E"/>
                </a:solidFill>
              </a:rPr>
              <a:t>2</a:t>
            </a:r>
            <a:endParaRPr lang="en-US" sz="1175"/>
          </a:p>
        </p:txBody>
      </p:sp>
      <p:sp>
        <p:nvSpPr>
          <p:cNvPr id="304" name="Shape 302"/>
          <p:cNvSpPr/>
          <p:nvPr/>
        </p:nvSpPr>
        <p:spPr>
          <a:xfrm>
            <a:off x="6176772" y="3287620"/>
            <a:ext cx="475488" cy="203278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05" name="Text 303"/>
          <p:cNvSpPr/>
          <p:nvPr/>
        </p:nvSpPr>
        <p:spPr>
          <a:xfrm>
            <a:off x="6199632" y="3292192"/>
            <a:ext cx="429768" cy="1941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>
                <a:solidFill>
                  <a:srgbClr val="543443"/>
                </a:solidFill>
              </a:rPr>
              <a:t>36</a:t>
            </a:r>
            <a:endParaRPr lang="en-US" sz="1175"/>
          </a:p>
        </p:txBody>
      </p:sp>
      <p:sp>
        <p:nvSpPr>
          <p:cNvPr id="306" name="Shape 304"/>
          <p:cNvSpPr/>
          <p:nvPr/>
        </p:nvSpPr>
        <p:spPr>
          <a:xfrm>
            <a:off x="6652260" y="3287620"/>
            <a:ext cx="3881628" cy="203278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07" name="Text 305"/>
          <p:cNvSpPr/>
          <p:nvPr/>
        </p:nvSpPr>
        <p:spPr>
          <a:xfrm>
            <a:off x="6675120" y="3292192"/>
            <a:ext cx="3835908" cy="1941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>
                <a:solidFill>
                  <a:srgbClr val="543443"/>
                </a:solidFill>
              </a:rPr>
              <a:t>譚佩茵</a:t>
            </a:r>
            <a:endParaRPr lang="en-US" sz="1175"/>
          </a:p>
        </p:txBody>
      </p:sp>
      <p:sp>
        <p:nvSpPr>
          <p:cNvPr id="308" name="Shape 306"/>
          <p:cNvSpPr/>
          <p:nvPr/>
        </p:nvSpPr>
        <p:spPr>
          <a:xfrm>
            <a:off x="10533888" y="3287620"/>
            <a:ext cx="621792" cy="203278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09" name="Text 307"/>
          <p:cNvSpPr/>
          <p:nvPr/>
        </p:nvSpPr>
        <p:spPr>
          <a:xfrm>
            <a:off x="10556748" y="3292192"/>
            <a:ext cx="576072" cy="1941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>
                <a:solidFill>
                  <a:srgbClr val="543443"/>
                </a:solidFill>
              </a:rPr>
              <a:t>瑩德</a:t>
            </a:r>
            <a:endParaRPr lang="en-US" sz="1175"/>
          </a:p>
        </p:txBody>
      </p:sp>
      <p:sp>
        <p:nvSpPr>
          <p:cNvPr id="310" name="Shape 308"/>
          <p:cNvSpPr/>
          <p:nvPr/>
        </p:nvSpPr>
        <p:spPr>
          <a:xfrm>
            <a:off x="11155680" y="3287620"/>
            <a:ext cx="530352" cy="203278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11" name="Text 309"/>
          <p:cNvSpPr/>
          <p:nvPr/>
        </p:nvSpPr>
        <p:spPr>
          <a:xfrm>
            <a:off x="11178540" y="3292192"/>
            <a:ext cx="484632" cy="1941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7B3C5E"/>
                </a:solidFill>
              </a:rPr>
              <a:t>1</a:t>
            </a:r>
            <a:endParaRPr lang="en-US" sz="1175"/>
          </a:p>
        </p:txBody>
      </p:sp>
      <p:sp>
        <p:nvSpPr>
          <p:cNvPr id="312" name="Shape 310"/>
          <p:cNvSpPr/>
          <p:nvPr/>
        </p:nvSpPr>
        <p:spPr>
          <a:xfrm>
            <a:off x="6176772" y="3490898"/>
            <a:ext cx="475488" cy="203278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13" name="Text 311"/>
          <p:cNvSpPr/>
          <p:nvPr/>
        </p:nvSpPr>
        <p:spPr>
          <a:xfrm>
            <a:off x="6199632" y="3495470"/>
            <a:ext cx="429768" cy="1941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>
                <a:solidFill>
                  <a:srgbClr val="543443"/>
                </a:solidFill>
              </a:rPr>
              <a:t>37</a:t>
            </a:r>
            <a:endParaRPr lang="en-US" sz="1175"/>
          </a:p>
        </p:txBody>
      </p:sp>
      <p:sp>
        <p:nvSpPr>
          <p:cNvPr id="314" name="Shape 312"/>
          <p:cNvSpPr/>
          <p:nvPr/>
        </p:nvSpPr>
        <p:spPr>
          <a:xfrm>
            <a:off x="6652260" y="3490898"/>
            <a:ext cx="3881628" cy="203278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15" name="Text 313"/>
          <p:cNvSpPr/>
          <p:nvPr/>
        </p:nvSpPr>
        <p:spPr>
          <a:xfrm>
            <a:off x="6675120" y="3495470"/>
            <a:ext cx="3835908" cy="1941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>
                <a:solidFill>
                  <a:srgbClr val="543443"/>
                </a:solidFill>
              </a:rPr>
              <a:t>陳亞妹</a:t>
            </a:r>
            <a:endParaRPr lang="en-US" sz="1175"/>
          </a:p>
        </p:txBody>
      </p:sp>
      <p:sp>
        <p:nvSpPr>
          <p:cNvPr id="316" name="Shape 314"/>
          <p:cNvSpPr/>
          <p:nvPr/>
        </p:nvSpPr>
        <p:spPr>
          <a:xfrm>
            <a:off x="10533888" y="3490898"/>
            <a:ext cx="621792" cy="203278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17" name="Text 315"/>
          <p:cNvSpPr/>
          <p:nvPr/>
        </p:nvSpPr>
        <p:spPr>
          <a:xfrm>
            <a:off x="10556748" y="3495470"/>
            <a:ext cx="576072" cy="1941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>
                <a:solidFill>
                  <a:srgbClr val="543443"/>
                </a:solidFill>
              </a:rPr>
              <a:t>瑩德</a:t>
            </a:r>
            <a:endParaRPr lang="en-US" sz="1175"/>
          </a:p>
        </p:txBody>
      </p:sp>
      <p:sp>
        <p:nvSpPr>
          <p:cNvPr id="318" name="Shape 316"/>
          <p:cNvSpPr/>
          <p:nvPr/>
        </p:nvSpPr>
        <p:spPr>
          <a:xfrm>
            <a:off x="11155680" y="3490898"/>
            <a:ext cx="530352" cy="203278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19" name="Text 317"/>
          <p:cNvSpPr/>
          <p:nvPr/>
        </p:nvSpPr>
        <p:spPr>
          <a:xfrm>
            <a:off x="11178540" y="3495470"/>
            <a:ext cx="484632" cy="1941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7B3C5E"/>
                </a:solidFill>
              </a:rPr>
              <a:t>1</a:t>
            </a:r>
            <a:endParaRPr lang="en-US" sz="1175"/>
          </a:p>
        </p:txBody>
      </p:sp>
      <p:sp>
        <p:nvSpPr>
          <p:cNvPr id="320" name="Shape 318"/>
          <p:cNvSpPr/>
          <p:nvPr/>
        </p:nvSpPr>
        <p:spPr>
          <a:xfrm>
            <a:off x="6176772" y="3694176"/>
            <a:ext cx="475488" cy="203278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21" name="Text 319"/>
          <p:cNvSpPr/>
          <p:nvPr/>
        </p:nvSpPr>
        <p:spPr>
          <a:xfrm>
            <a:off x="6199632" y="3698748"/>
            <a:ext cx="429768" cy="1941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>
                <a:solidFill>
                  <a:srgbClr val="543443"/>
                </a:solidFill>
              </a:rPr>
              <a:t>38</a:t>
            </a:r>
            <a:endParaRPr lang="en-US" sz="1175"/>
          </a:p>
        </p:txBody>
      </p:sp>
      <p:sp>
        <p:nvSpPr>
          <p:cNvPr id="322" name="Shape 320"/>
          <p:cNvSpPr/>
          <p:nvPr/>
        </p:nvSpPr>
        <p:spPr>
          <a:xfrm>
            <a:off x="6652260" y="3694176"/>
            <a:ext cx="3881628" cy="203278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23" name="Text 321"/>
          <p:cNvSpPr/>
          <p:nvPr/>
        </p:nvSpPr>
        <p:spPr>
          <a:xfrm>
            <a:off x="6675120" y="3698748"/>
            <a:ext cx="3835908" cy="1941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>
                <a:solidFill>
                  <a:srgbClr val="543443"/>
                </a:solidFill>
              </a:rPr>
              <a:t>郭容發</a:t>
            </a:r>
            <a:endParaRPr lang="en-US" sz="1175"/>
          </a:p>
        </p:txBody>
      </p:sp>
      <p:sp>
        <p:nvSpPr>
          <p:cNvPr id="324" name="Shape 322"/>
          <p:cNvSpPr/>
          <p:nvPr/>
        </p:nvSpPr>
        <p:spPr>
          <a:xfrm>
            <a:off x="10533888" y="3694176"/>
            <a:ext cx="621792" cy="203278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25" name="Text 323"/>
          <p:cNvSpPr/>
          <p:nvPr/>
        </p:nvSpPr>
        <p:spPr>
          <a:xfrm>
            <a:off x="10556748" y="3698748"/>
            <a:ext cx="576072" cy="1941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>
                <a:solidFill>
                  <a:srgbClr val="543443"/>
                </a:solidFill>
              </a:rPr>
              <a:t>瑩德</a:t>
            </a:r>
            <a:endParaRPr lang="en-US" sz="1175"/>
          </a:p>
        </p:txBody>
      </p:sp>
      <p:sp>
        <p:nvSpPr>
          <p:cNvPr id="326" name="Shape 324"/>
          <p:cNvSpPr/>
          <p:nvPr/>
        </p:nvSpPr>
        <p:spPr>
          <a:xfrm>
            <a:off x="11155680" y="3694176"/>
            <a:ext cx="530352" cy="203278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27" name="Text 325"/>
          <p:cNvSpPr/>
          <p:nvPr/>
        </p:nvSpPr>
        <p:spPr>
          <a:xfrm>
            <a:off x="11178540" y="3698748"/>
            <a:ext cx="484632" cy="1941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7B3C5E"/>
                </a:solidFill>
              </a:rPr>
              <a:t>1</a:t>
            </a:r>
            <a:endParaRPr lang="en-US" sz="1175"/>
          </a:p>
        </p:txBody>
      </p:sp>
      <p:sp>
        <p:nvSpPr>
          <p:cNvPr id="328" name="Shape 326"/>
          <p:cNvSpPr/>
          <p:nvPr/>
        </p:nvSpPr>
        <p:spPr>
          <a:xfrm>
            <a:off x="6176772" y="3897454"/>
            <a:ext cx="475488" cy="203278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29" name="Text 327"/>
          <p:cNvSpPr/>
          <p:nvPr/>
        </p:nvSpPr>
        <p:spPr>
          <a:xfrm>
            <a:off x="6199632" y="3902026"/>
            <a:ext cx="429768" cy="1941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>
                <a:solidFill>
                  <a:srgbClr val="543443"/>
                </a:solidFill>
              </a:rPr>
              <a:t>39</a:t>
            </a:r>
            <a:endParaRPr lang="en-US" sz="1175"/>
          </a:p>
        </p:txBody>
      </p:sp>
      <p:sp>
        <p:nvSpPr>
          <p:cNvPr id="330" name="Shape 328"/>
          <p:cNvSpPr/>
          <p:nvPr/>
        </p:nvSpPr>
        <p:spPr>
          <a:xfrm>
            <a:off x="6652260" y="3897454"/>
            <a:ext cx="3881628" cy="203278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31" name="Text 329"/>
          <p:cNvSpPr/>
          <p:nvPr/>
        </p:nvSpPr>
        <p:spPr>
          <a:xfrm>
            <a:off x="6675120" y="3902026"/>
            <a:ext cx="3835908" cy="1941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>
                <a:solidFill>
                  <a:srgbClr val="543443"/>
                </a:solidFill>
              </a:rPr>
              <a:t>陳玲玉</a:t>
            </a:r>
            <a:endParaRPr lang="en-US" sz="1175"/>
          </a:p>
        </p:txBody>
      </p:sp>
      <p:sp>
        <p:nvSpPr>
          <p:cNvPr id="332" name="Shape 330"/>
          <p:cNvSpPr/>
          <p:nvPr/>
        </p:nvSpPr>
        <p:spPr>
          <a:xfrm>
            <a:off x="10533888" y="3897454"/>
            <a:ext cx="621792" cy="203278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33" name="Text 331"/>
          <p:cNvSpPr/>
          <p:nvPr/>
        </p:nvSpPr>
        <p:spPr>
          <a:xfrm>
            <a:off x="10556748" y="3902026"/>
            <a:ext cx="576072" cy="1941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>
                <a:solidFill>
                  <a:srgbClr val="543443"/>
                </a:solidFill>
              </a:rPr>
              <a:t>瑩德</a:t>
            </a:r>
            <a:endParaRPr lang="en-US" sz="1175"/>
          </a:p>
        </p:txBody>
      </p:sp>
      <p:sp>
        <p:nvSpPr>
          <p:cNvPr id="334" name="Shape 332"/>
          <p:cNvSpPr/>
          <p:nvPr/>
        </p:nvSpPr>
        <p:spPr>
          <a:xfrm>
            <a:off x="11155680" y="3897454"/>
            <a:ext cx="530352" cy="203278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35" name="Text 333"/>
          <p:cNvSpPr/>
          <p:nvPr/>
        </p:nvSpPr>
        <p:spPr>
          <a:xfrm>
            <a:off x="11178540" y="3902026"/>
            <a:ext cx="484632" cy="1941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7B3C5E"/>
                </a:solidFill>
              </a:rPr>
              <a:t>1</a:t>
            </a:r>
            <a:endParaRPr lang="en-US" sz="1175"/>
          </a:p>
        </p:txBody>
      </p:sp>
      <p:sp>
        <p:nvSpPr>
          <p:cNvPr id="336" name="Shape 334"/>
          <p:cNvSpPr/>
          <p:nvPr/>
        </p:nvSpPr>
        <p:spPr>
          <a:xfrm>
            <a:off x="6176772" y="4100732"/>
            <a:ext cx="475488" cy="203278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37" name="Text 335"/>
          <p:cNvSpPr/>
          <p:nvPr/>
        </p:nvSpPr>
        <p:spPr>
          <a:xfrm>
            <a:off x="6199632" y="4105304"/>
            <a:ext cx="429768" cy="1941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>
                <a:solidFill>
                  <a:srgbClr val="543443"/>
                </a:solidFill>
              </a:rPr>
              <a:t>40</a:t>
            </a:r>
            <a:endParaRPr lang="en-US" sz="1175"/>
          </a:p>
        </p:txBody>
      </p:sp>
      <p:sp>
        <p:nvSpPr>
          <p:cNvPr id="338" name="Shape 336"/>
          <p:cNvSpPr/>
          <p:nvPr/>
        </p:nvSpPr>
        <p:spPr>
          <a:xfrm>
            <a:off x="6652260" y="4100732"/>
            <a:ext cx="3881628" cy="203278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39" name="Text 337"/>
          <p:cNvSpPr/>
          <p:nvPr/>
        </p:nvSpPr>
        <p:spPr>
          <a:xfrm>
            <a:off x="6675120" y="4105304"/>
            <a:ext cx="3835908" cy="1941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>
                <a:solidFill>
                  <a:srgbClr val="543443"/>
                </a:solidFill>
              </a:rPr>
              <a:t>林麗嬌</a:t>
            </a:r>
            <a:endParaRPr lang="en-US" sz="1175"/>
          </a:p>
        </p:txBody>
      </p:sp>
      <p:sp>
        <p:nvSpPr>
          <p:cNvPr id="340" name="Shape 338"/>
          <p:cNvSpPr/>
          <p:nvPr/>
        </p:nvSpPr>
        <p:spPr>
          <a:xfrm>
            <a:off x="10533888" y="4100732"/>
            <a:ext cx="621792" cy="203278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41" name="Text 339"/>
          <p:cNvSpPr/>
          <p:nvPr/>
        </p:nvSpPr>
        <p:spPr>
          <a:xfrm>
            <a:off x="10556748" y="4105304"/>
            <a:ext cx="576072" cy="1941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>
                <a:solidFill>
                  <a:srgbClr val="543443"/>
                </a:solidFill>
              </a:rPr>
              <a:t>凱德</a:t>
            </a:r>
            <a:endParaRPr lang="en-US" sz="1175"/>
          </a:p>
        </p:txBody>
      </p:sp>
      <p:sp>
        <p:nvSpPr>
          <p:cNvPr id="342" name="Shape 340"/>
          <p:cNvSpPr/>
          <p:nvPr/>
        </p:nvSpPr>
        <p:spPr>
          <a:xfrm>
            <a:off x="11155680" y="4100732"/>
            <a:ext cx="530352" cy="203278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43" name="Text 341"/>
          <p:cNvSpPr/>
          <p:nvPr/>
        </p:nvSpPr>
        <p:spPr>
          <a:xfrm>
            <a:off x="11178540" y="4105304"/>
            <a:ext cx="484632" cy="1941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7B3C5E"/>
                </a:solidFill>
              </a:rPr>
              <a:t>2</a:t>
            </a:r>
            <a:endParaRPr lang="en-US" sz="1175"/>
          </a:p>
        </p:txBody>
      </p:sp>
      <p:sp>
        <p:nvSpPr>
          <p:cNvPr id="344" name="Shape 342"/>
          <p:cNvSpPr/>
          <p:nvPr/>
        </p:nvSpPr>
        <p:spPr>
          <a:xfrm>
            <a:off x="6176772" y="4304010"/>
            <a:ext cx="475488" cy="203278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45" name="Text 343"/>
          <p:cNvSpPr/>
          <p:nvPr/>
        </p:nvSpPr>
        <p:spPr>
          <a:xfrm>
            <a:off x="6199632" y="4308582"/>
            <a:ext cx="429768" cy="1941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>
                <a:solidFill>
                  <a:srgbClr val="543443"/>
                </a:solidFill>
              </a:rPr>
              <a:t>41</a:t>
            </a:r>
            <a:endParaRPr lang="en-US" sz="1175"/>
          </a:p>
        </p:txBody>
      </p:sp>
      <p:sp>
        <p:nvSpPr>
          <p:cNvPr id="346" name="Shape 344"/>
          <p:cNvSpPr/>
          <p:nvPr/>
        </p:nvSpPr>
        <p:spPr>
          <a:xfrm>
            <a:off x="6652260" y="4304010"/>
            <a:ext cx="3881628" cy="203278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47" name="Text 345"/>
          <p:cNvSpPr/>
          <p:nvPr/>
        </p:nvSpPr>
        <p:spPr>
          <a:xfrm>
            <a:off x="6675120" y="4308582"/>
            <a:ext cx="3835908" cy="1941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>
                <a:solidFill>
                  <a:srgbClr val="543443"/>
                </a:solidFill>
              </a:rPr>
              <a:t>許雅惠</a:t>
            </a:r>
            <a:endParaRPr lang="en-US" sz="1175"/>
          </a:p>
        </p:txBody>
      </p:sp>
      <p:sp>
        <p:nvSpPr>
          <p:cNvPr id="348" name="Shape 346"/>
          <p:cNvSpPr/>
          <p:nvPr/>
        </p:nvSpPr>
        <p:spPr>
          <a:xfrm>
            <a:off x="10533888" y="4304010"/>
            <a:ext cx="621792" cy="203278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49" name="Text 347"/>
          <p:cNvSpPr/>
          <p:nvPr/>
        </p:nvSpPr>
        <p:spPr>
          <a:xfrm>
            <a:off x="10556748" y="4308582"/>
            <a:ext cx="576072" cy="1941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>
                <a:solidFill>
                  <a:srgbClr val="543443"/>
                </a:solidFill>
              </a:rPr>
              <a:t>凱德</a:t>
            </a:r>
            <a:endParaRPr lang="en-US" sz="1175"/>
          </a:p>
        </p:txBody>
      </p:sp>
      <p:sp>
        <p:nvSpPr>
          <p:cNvPr id="350" name="Shape 348"/>
          <p:cNvSpPr/>
          <p:nvPr/>
        </p:nvSpPr>
        <p:spPr>
          <a:xfrm>
            <a:off x="11155680" y="4304010"/>
            <a:ext cx="530352" cy="203278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51" name="Text 349"/>
          <p:cNvSpPr/>
          <p:nvPr/>
        </p:nvSpPr>
        <p:spPr>
          <a:xfrm>
            <a:off x="11178540" y="4308582"/>
            <a:ext cx="484632" cy="1941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7B3C5E"/>
                </a:solidFill>
              </a:rPr>
              <a:t>2</a:t>
            </a:r>
            <a:endParaRPr lang="en-US" sz="1175"/>
          </a:p>
        </p:txBody>
      </p:sp>
      <p:sp>
        <p:nvSpPr>
          <p:cNvPr id="352" name="Shape 350"/>
          <p:cNvSpPr/>
          <p:nvPr/>
        </p:nvSpPr>
        <p:spPr>
          <a:xfrm>
            <a:off x="6176772" y="4507289"/>
            <a:ext cx="475488" cy="203278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53" name="Text 351"/>
          <p:cNvSpPr/>
          <p:nvPr/>
        </p:nvSpPr>
        <p:spPr>
          <a:xfrm>
            <a:off x="6199632" y="4511861"/>
            <a:ext cx="429768" cy="1941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>
                <a:solidFill>
                  <a:srgbClr val="543443"/>
                </a:solidFill>
              </a:rPr>
              <a:t>42</a:t>
            </a:r>
            <a:endParaRPr lang="en-US" sz="1175"/>
          </a:p>
        </p:txBody>
      </p:sp>
      <p:sp>
        <p:nvSpPr>
          <p:cNvPr id="354" name="Shape 352"/>
          <p:cNvSpPr/>
          <p:nvPr/>
        </p:nvSpPr>
        <p:spPr>
          <a:xfrm>
            <a:off x="6652260" y="4507289"/>
            <a:ext cx="3881628" cy="203278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55" name="Text 353"/>
          <p:cNvSpPr/>
          <p:nvPr/>
        </p:nvSpPr>
        <p:spPr>
          <a:xfrm>
            <a:off x="6675120" y="4511861"/>
            <a:ext cx="3835908" cy="1941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>
                <a:solidFill>
                  <a:srgbClr val="543443"/>
                </a:solidFill>
              </a:rPr>
              <a:t>林麗珍</a:t>
            </a:r>
            <a:endParaRPr lang="en-US" sz="1175"/>
          </a:p>
        </p:txBody>
      </p:sp>
      <p:sp>
        <p:nvSpPr>
          <p:cNvPr id="356" name="Shape 354"/>
          <p:cNvSpPr/>
          <p:nvPr/>
        </p:nvSpPr>
        <p:spPr>
          <a:xfrm>
            <a:off x="10533888" y="4507289"/>
            <a:ext cx="621792" cy="203278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57" name="Text 355"/>
          <p:cNvSpPr/>
          <p:nvPr/>
        </p:nvSpPr>
        <p:spPr>
          <a:xfrm>
            <a:off x="10556748" y="4511861"/>
            <a:ext cx="576072" cy="1941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>
                <a:solidFill>
                  <a:srgbClr val="543443"/>
                </a:solidFill>
              </a:rPr>
              <a:t>凱德</a:t>
            </a:r>
            <a:endParaRPr lang="en-US" sz="1175"/>
          </a:p>
        </p:txBody>
      </p:sp>
      <p:sp>
        <p:nvSpPr>
          <p:cNvPr id="358" name="Shape 356"/>
          <p:cNvSpPr/>
          <p:nvPr/>
        </p:nvSpPr>
        <p:spPr>
          <a:xfrm>
            <a:off x="11155680" y="4507289"/>
            <a:ext cx="530352" cy="203278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59" name="Text 357"/>
          <p:cNvSpPr/>
          <p:nvPr/>
        </p:nvSpPr>
        <p:spPr>
          <a:xfrm>
            <a:off x="11178540" y="4511861"/>
            <a:ext cx="484632" cy="1941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7B3C5E"/>
                </a:solidFill>
              </a:rPr>
              <a:t>1</a:t>
            </a:r>
            <a:endParaRPr lang="en-US" sz="1175"/>
          </a:p>
        </p:txBody>
      </p:sp>
      <p:sp>
        <p:nvSpPr>
          <p:cNvPr id="360" name="Shape 358"/>
          <p:cNvSpPr/>
          <p:nvPr/>
        </p:nvSpPr>
        <p:spPr>
          <a:xfrm>
            <a:off x="6176772" y="4710567"/>
            <a:ext cx="475488" cy="203278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61" name="Text 359"/>
          <p:cNvSpPr/>
          <p:nvPr/>
        </p:nvSpPr>
        <p:spPr>
          <a:xfrm>
            <a:off x="6199632" y="4715139"/>
            <a:ext cx="429768" cy="1941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>
                <a:solidFill>
                  <a:srgbClr val="543443"/>
                </a:solidFill>
              </a:rPr>
              <a:t>43</a:t>
            </a:r>
            <a:endParaRPr lang="en-US" sz="1175"/>
          </a:p>
        </p:txBody>
      </p:sp>
      <p:sp>
        <p:nvSpPr>
          <p:cNvPr id="362" name="Shape 360"/>
          <p:cNvSpPr/>
          <p:nvPr/>
        </p:nvSpPr>
        <p:spPr>
          <a:xfrm>
            <a:off x="6652260" y="4710567"/>
            <a:ext cx="3881628" cy="203278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63" name="Text 361"/>
          <p:cNvSpPr/>
          <p:nvPr/>
        </p:nvSpPr>
        <p:spPr>
          <a:xfrm>
            <a:off x="6675120" y="4715139"/>
            <a:ext cx="3835908" cy="1941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>
                <a:solidFill>
                  <a:srgbClr val="543443"/>
                </a:solidFill>
              </a:rPr>
              <a:t>陳增福</a:t>
            </a:r>
            <a:endParaRPr lang="en-US" sz="1175"/>
          </a:p>
        </p:txBody>
      </p:sp>
      <p:sp>
        <p:nvSpPr>
          <p:cNvPr id="364" name="Shape 362"/>
          <p:cNvSpPr/>
          <p:nvPr/>
        </p:nvSpPr>
        <p:spPr>
          <a:xfrm>
            <a:off x="10533888" y="4710567"/>
            <a:ext cx="621792" cy="203278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65" name="Text 363"/>
          <p:cNvSpPr/>
          <p:nvPr/>
        </p:nvSpPr>
        <p:spPr>
          <a:xfrm>
            <a:off x="10556748" y="4715139"/>
            <a:ext cx="576072" cy="1941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>
                <a:solidFill>
                  <a:srgbClr val="543443"/>
                </a:solidFill>
              </a:rPr>
              <a:t>養德</a:t>
            </a:r>
            <a:endParaRPr lang="en-US" sz="1175"/>
          </a:p>
        </p:txBody>
      </p:sp>
      <p:sp>
        <p:nvSpPr>
          <p:cNvPr id="366" name="Shape 364"/>
          <p:cNvSpPr/>
          <p:nvPr/>
        </p:nvSpPr>
        <p:spPr>
          <a:xfrm>
            <a:off x="11155680" y="4710567"/>
            <a:ext cx="530352" cy="203278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67" name="Text 365"/>
          <p:cNvSpPr/>
          <p:nvPr/>
        </p:nvSpPr>
        <p:spPr>
          <a:xfrm>
            <a:off x="11178540" y="4715139"/>
            <a:ext cx="484632" cy="1941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7B3C5E"/>
                </a:solidFill>
              </a:rPr>
              <a:t>1</a:t>
            </a:r>
            <a:endParaRPr lang="en-US" sz="1175"/>
          </a:p>
        </p:txBody>
      </p:sp>
      <p:sp>
        <p:nvSpPr>
          <p:cNvPr id="368" name="Shape 366"/>
          <p:cNvSpPr/>
          <p:nvPr/>
        </p:nvSpPr>
        <p:spPr>
          <a:xfrm>
            <a:off x="6176772" y="4913845"/>
            <a:ext cx="475488" cy="203278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69" name="Text 367"/>
          <p:cNvSpPr/>
          <p:nvPr/>
        </p:nvSpPr>
        <p:spPr>
          <a:xfrm>
            <a:off x="6199632" y="4918417"/>
            <a:ext cx="429768" cy="1941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>
                <a:solidFill>
                  <a:srgbClr val="543443"/>
                </a:solidFill>
              </a:rPr>
              <a:t>44</a:t>
            </a:r>
            <a:endParaRPr lang="en-US" sz="1175"/>
          </a:p>
        </p:txBody>
      </p:sp>
      <p:sp>
        <p:nvSpPr>
          <p:cNvPr id="370" name="Shape 368"/>
          <p:cNvSpPr/>
          <p:nvPr/>
        </p:nvSpPr>
        <p:spPr>
          <a:xfrm>
            <a:off x="6652260" y="4913845"/>
            <a:ext cx="3881628" cy="203278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71" name="Text 369"/>
          <p:cNvSpPr/>
          <p:nvPr/>
        </p:nvSpPr>
        <p:spPr>
          <a:xfrm>
            <a:off x="6675120" y="4918417"/>
            <a:ext cx="3835908" cy="1941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>
                <a:solidFill>
                  <a:srgbClr val="543443"/>
                </a:solidFill>
              </a:rPr>
              <a:t>楊燕妮</a:t>
            </a:r>
            <a:endParaRPr lang="en-US" sz="1175"/>
          </a:p>
        </p:txBody>
      </p:sp>
      <p:sp>
        <p:nvSpPr>
          <p:cNvPr id="372" name="Shape 370"/>
          <p:cNvSpPr/>
          <p:nvPr/>
        </p:nvSpPr>
        <p:spPr>
          <a:xfrm>
            <a:off x="10533888" y="4913845"/>
            <a:ext cx="621792" cy="203278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73" name="Text 371"/>
          <p:cNvSpPr/>
          <p:nvPr/>
        </p:nvSpPr>
        <p:spPr>
          <a:xfrm>
            <a:off x="10556748" y="4918417"/>
            <a:ext cx="576072" cy="1941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>
                <a:solidFill>
                  <a:srgbClr val="543443"/>
                </a:solidFill>
              </a:rPr>
              <a:t>養德</a:t>
            </a:r>
            <a:endParaRPr lang="en-US" sz="1175"/>
          </a:p>
        </p:txBody>
      </p:sp>
      <p:sp>
        <p:nvSpPr>
          <p:cNvPr id="374" name="Shape 372"/>
          <p:cNvSpPr/>
          <p:nvPr/>
        </p:nvSpPr>
        <p:spPr>
          <a:xfrm>
            <a:off x="11155680" y="4913845"/>
            <a:ext cx="530352" cy="203278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75" name="Text 373"/>
          <p:cNvSpPr/>
          <p:nvPr/>
        </p:nvSpPr>
        <p:spPr>
          <a:xfrm>
            <a:off x="11178540" y="4918417"/>
            <a:ext cx="484632" cy="1941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7B3C5E"/>
                </a:solidFill>
              </a:rPr>
              <a:t>1</a:t>
            </a:r>
            <a:endParaRPr lang="en-US" sz="1175"/>
          </a:p>
        </p:txBody>
      </p:sp>
      <p:sp>
        <p:nvSpPr>
          <p:cNvPr id="376" name="Shape 374"/>
          <p:cNvSpPr/>
          <p:nvPr/>
        </p:nvSpPr>
        <p:spPr>
          <a:xfrm>
            <a:off x="6176772" y="5117123"/>
            <a:ext cx="475488" cy="203278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77" name="Text 375"/>
          <p:cNvSpPr/>
          <p:nvPr/>
        </p:nvSpPr>
        <p:spPr>
          <a:xfrm>
            <a:off x="6199632" y="5121695"/>
            <a:ext cx="429768" cy="1941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>
                <a:solidFill>
                  <a:srgbClr val="543443"/>
                </a:solidFill>
              </a:rPr>
              <a:t>45</a:t>
            </a:r>
            <a:endParaRPr lang="en-US" sz="1175"/>
          </a:p>
        </p:txBody>
      </p:sp>
      <p:sp>
        <p:nvSpPr>
          <p:cNvPr id="378" name="Shape 376"/>
          <p:cNvSpPr/>
          <p:nvPr/>
        </p:nvSpPr>
        <p:spPr>
          <a:xfrm>
            <a:off x="6652260" y="5117123"/>
            <a:ext cx="3881628" cy="203278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79" name="Text 377"/>
          <p:cNvSpPr/>
          <p:nvPr/>
        </p:nvSpPr>
        <p:spPr>
          <a:xfrm>
            <a:off x="6675120" y="5121695"/>
            <a:ext cx="3835908" cy="1941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>
                <a:solidFill>
                  <a:srgbClr val="543443"/>
                </a:solidFill>
              </a:rPr>
              <a:t>饒麗珍</a:t>
            </a:r>
            <a:endParaRPr lang="en-US" sz="1175"/>
          </a:p>
        </p:txBody>
      </p:sp>
      <p:sp>
        <p:nvSpPr>
          <p:cNvPr id="380" name="Shape 378"/>
          <p:cNvSpPr/>
          <p:nvPr/>
        </p:nvSpPr>
        <p:spPr>
          <a:xfrm>
            <a:off x="10533888" y="5117123"/>
            <a:ext cx="621792" cy="203278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81" name="Text 379"/>
          <p:cNvSpPr/>
          <p:nvPr/>
        </p:nvSpPr>
        <p:spPr>
          <a:xfrm>
            <a:off x="10556748" y="5121695"/>
            <a:ext cx="576072" cy="1941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>
                <a:solidFill>
                  <a:srgbClr val="543443"/>
                </a:solidFill>
              </a:rPr>
              <a:t>承德</a:t>
            </a:r>
            <a:endParaRPr lang="en-US" sz="1175"/>
          </a:p>
        </p:txBody>
      </p:sp>
      <p:sp>
        <p:nvSpPr>
          <p:cNvPr id="382" name="Shape 380"/>
          <p:cNvSpPr/>
          <p:nvPr/>
        </p:nvSpPr>
        <p:spPr>
          <a:xfrm>
            <a:off x="11155680" y="5117123"/>
            <a:ext cx="530352" cy="203278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83" name="Text 381"/>
          <p:cNvSpPr/>
          <p:nvPr/>
        </p:nvSpPr>
        <p:spPr>
          <a:xfrm>
            <a:off x="11178540" y="5121695"/>
            <a:ext cx="484632" cy="1941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7B3C5E"/>
                </a:solidFill>
              </a:rPr>
              <a:t>1</a:t>
            </a:r>
            <a:endParaRPr lang="en-US" sz="1175"/>
          </a:p>
        </p:txBody>
      </p:sp>
      <p:sp>
        <p:nvSpPr>
          <p:cNvPr id="384" name="Shape 382"/>
          <p:cNvSpPr/>
          <p:nvPr/>
        </p:nvSpPr>
        <p:spPr>
          <a:xfrm>
            <a:off x="6176772" y="5320401"/>
            <a:ext cx="475488" cy="203278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85" name="Text 383"/>
          <p:cNvSpPr/>
          <p:nvPr/>
        </p:nvSpPr>
        <p:spPr>
          <a:xfrm>
            <a:off x="6199632" y="5324973"/>
            <a:ext cx="429768" cy="1941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>
                <a:solidFill>
                  <a:srgbClr val="543443"/>
                </a:solidFill>
              </a:rPr>
              <a:t>46</a:t>
            </a:r>
            <a:endParaRPr lang="en-US" sz="1175"/>
          </a:p>
        </p:txBody>
      </p:sp>
      <p:sp>
        <p:nvSpPr>
          <p:cNvPr id="386" name="Shape 384"/>
          <p:cNvSpPr/>
          <p:nvPr/>
        </p:nvSpPr>
        <p:spPr>
          <a:xfrm>
            <a:off x="6652260" y="5320401"/>
            <a:ext cx="3881628" cy="203278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87" name="Text 385"/>
          <p:cNvSpPr/>
          <p:nvPr/>
        </p:nvSpPr>
        <p:spPr>
          <a:xfrm>
            <a:off x="6675120" y="5324973"/>
            <a:ext cx="3835908" cy="1941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>
                <a:solidFill>
                  <a:srgbClr val="543443"/>
                </a:solidFill>
              </a:rPr>
              <a:t>郭釸安</a:t>
            </a:r>
            <a:endParaRPr lang="en-US" sz="1175"/>
          </a:p>
        </p:txBody>
      </p:sp>
      <p:sp>
        <p:nvSpPr>
          <p:cNvPr id="388" name="Shape 386"/>
          <p:cNvSpPr/>
          <p:nvPr/>
        </p:nvSpPr>
        <p:spPr>
          <a:xfrm>
            <a:off x="10533888" y="5320401"/>
            <a:ext cx="621792" cy="203278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89" name="Text 387"/>
          <p:cNvSpPr/>
          <p:nvPr/>
        </p:nvSpPr>
        <p:spPr>
          <a:xfrm>
            <a:off x="10556748" y="5324973"/>
            <a:ext cx="576072" cy="1941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>
                <a:solidFill>
                  <a:srgbClr val="543443"/>
                </a:solidFill>
              </a:rPr>
              <a:t>承德</a:t>
            </a:r>
            <a:endParaRPr lang="en-US" sz="1175"/>
          </a:p>
        </p:txBody>
      </p:sp>
      <p:sp>
        <p:nvSpPr>
          <p:cNvPr id="390" name="Shape 388"/>
          <p:cNvSpPr/>
          <p:nvPr/>
        </p:nvSpPr>
        <p:spPr>
          <a:xfrm>
            <a:off x="11155680" y="5320401"/>
            <a:ext cx="530352" cy="203278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91" name="Text 389"/>
          <p:cNvSpPr/>
          <p:nvPr/>
        </p:nvSpPr>
        <p:spPr>
          <a:xfrm>
            <a:off x="11178540" y="5324973"/>
            <a:ext cx="484632" cy="1941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7B3C5E"/>
                </a:solidFill>
              </a:rPr>
              <a:t>1</a:t>
            </a:r>
            <a:endParaRPr lang="en-US" sz="1175"/>
          </a:p>
        </p:txBody>
      </p:sp>
      <p:sp>
        <p:nvSpPr>
          <p:cNvPr id="392" name="Shape 390"/>
          <p:cNvSpPr/>
          <p:nvPr/>
        </p:nvSpPr>
        <p:spPr>
          <a:xfrm>
            <a:off x="6176772" y="5523679"/>
            <a:ext cx="475488" cy="203278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93" name="Text 391"/>
          <p:cNvSpPr/>
          <p:nvPr/>
        </p:nvSpPr>
        <p:spPr>
          <a:xfrm>
            <a:off x="6199632" y="5528251"/>
            <a:ext cx="429768" cy="1941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>
                <a:solidFill>
                  <a:srgbClr val="543443"/>
                </a:solidFill>
              </a:rPr>
              <a:t>47</a:t>
            </a:r>
            <a:endParaRPr lang="en-US" sz="1175"/>
          </a:p>
        </p:txBody>
      </p:sp>
      <p:sp>
        <p:nvSpPr>
          <p:cNvPr id="394" name="Shape 392"/>
          <p:cNvSpPr/>
          <p:nvPr/>
        </p:nvSpPr>
        <p:spPr>
          <a:xfrm>
            <a:off x="6652260" y="5523679"/>
            <a:ext cx="3881628" cy="203278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95" name="Text 393"/>
          <p:cNvSpPr/>
          <p:nvPr/>
        </p:nvSpPr>
        <p:spPr>
          <a:xfrm>
            <a:off x="6675120" y="5528251"/>
            <a:ext cx="3835908" cy="1941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>
                <a:solidFill>
                  <a:srgbClr val="543443"/>
                </a:solidFill>
              </a:rPr>
              <a:t>李雪英</a:t>
            </a:r>
            <a:endParaRPr lang="en-US" sz="1175"/>
          </a:p>
        </p:txBody>
      </p:sp>
      <p:sp>
        <p:nvSpPr>
          <p:cNvPr id="396" name="Shape 394"/>
          <p:cNvSpPr/>
          <p:nvPr/>
        </p:nvSpPr>
        <p:spPr>
          <a:xfrm>
            <a:off x="10533888" y="5523679"/>
            <a:ext cx="621792" cy="203278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97" name="Text 395"/>
          <p:cNvSpPr/>
          <p:nvPr/>
        </p:nvSpPr>
        <p:spPr>
          <a:xfrm>
            <a:off x="10556748" y="5528251"/>
            <a:ext cx="576072" cy="1941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>
                <a:solidFill>
                  <a:srgbClr val="543443"/>
                </a:solidFill>
              </a:rPr>
              <a:t>展德</a:t>
            </a:r>
            <a:endParaRPr lang="en-US" sz="1175"/>
          </a:p>
        </p:txBody>
      </p:sp>
      <p:sp>
        <p:nvSpPr>
          <p:cNvPr id="398" name="Shape 396"/>
          <p:cNvSpPr/>
          <p:nvPr/>
        </p:nvSpPr>
        <p:spPr>
          <a:xfrm>
            <a:off x="11155680" y="5523679"/>
            <a:ext cx="530352" cy="203278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99" name="Text 397"/>
          <p:cNvSpPr/>
          <p:nvPr/>
        </p:nvSpPr>
        <p:spPr>
          <a:xfrm>
            <a:off x="11178540" y="5528251"/>
            <a:ext cx="484632" cy="1941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7B3C5E"/>
                </a:solidFill>
              </a:rPr>
              <a:t>1</a:t>
            </a:r>
            <a:endParaRPr lang="en-US" sz="1175"/>
          </a:p>
        </p:txBody>
      </p:sp>
      <p:sp>
        <p:nvSpPr>
          <p:cNvPr id="400" name="Shape 398"/>
          <p:cNvSpPr/>
          <p:nvPr/>
        </p:nvSpPr>
        <p:spPr>
          <a:xfrm>
            <a:off x="6176772" y="5726958"/>
            <a:ext cx="475488" cy="203278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401" name="Text 399"/>
          <p:cNvSpPr/>
          <p:nvPr/>
        </p:nvSpPr>
        <p:spPr>
          <a:xfrm>
            <a:off x="6199632" y="5731530"/>
            <a:ext cx="429768" cy="1941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>
                <a:solidFill>
                  <a:srgbClr val="543443"/>
                </a:solidFill>
              </a:rPr>
              <a:t>48</a:t>
            </a:r>
            <a:endParaRPr lang="en-US" sz="1175"/>
          </a:p>
        </p:txBody>
      </p:sp>
      <p:sp>
        <p:nvSpPr>
          <p:cNvPr id="402" name="Shape 400"/>
          <p:cNvSpPr/>
          <p:nvPr/>
        </p:nvSpPr>
        <p:spPr>
          <a:xfrm>
            <a:off x="6652260" y="5726958"/>
            <a:ext cx="3881628" cy="203278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403" name="Text 401"/>
          <p:cNvSpPr/>
          <p:nvPr/>
        </p:nvSpPr>
        <p:spPr>
          <a:xfrm>
            <a:off x="6675120" y="5731530"/>
            <a:ext cx="3835908" cy="1941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>
                <a:solidFill>
                  <a:srgbClr val="543443"/>
                </a:solidFill>
              </a:rPr>
              <a:t>吳敬興</a:t>
            </a:r>
            <a:endParaRPr lang="en-US" sz="1175"/>
          </a:p>
        </p:txBody>
      </p:sp>
      <p:sp>
        <p:nvSpPr>
          <p:cNvPr id="404" name="Shape 402"/>
          <p:cNvSpPr/>
          <p:nvPr/>
        </p:nvSpPr>
        <p:spPr>
          <a:xfrm>
            <a:off x="10533888" y="5726958"/>
            <a:ext cx="621792" cy="203278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405" name="Text 403"/>
          <p:cNvSpPr/>
          <p:nvPr/>
        </p:nvSpPr>
        <p:spPr>
          <a:xfrm>
            <a:off x="10556748" y="5731530"/>
            <a:ext cx="576072" cy="1941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>
                <a:solidFill>
                  <a:srgbClr val="543443"/>
                </a:solidFill>
              </a:rPr>
              <a:t>展德</a:t>
            </a:r>
            <a:endParaRPr lang="en-US" sz="1175"/>
          </a:p>
        </p:txBody>
      </p:sp>
      <p:sp>
        <p:nvSpPr>
          <p:cNvPr id="406" name="Shape 404"/>
          <p:cNvSpPr/>
          <p:nvPr/>
        </p:nvSpPr>
        <p:spPr>
          <a:xfrm>
            <a:off x="11155680" y="5726958"/>
            <a:ext cx="530352" cy="203278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407" name="Text 405"/>
          <p:cNvSpPr/>
          <p:nvPr/>
        </p:nvSpPr>
        <p:spPr>
          <a:xfrm>
            <a:off x="11178540" y="5731530"/>
            <a:ext cx="484632" cy="1941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7B3C5E"/>
                </a:solidFill>
              </a:rPr>
              <a:t>1</a:t>
            </a:r>
            <a:endParaRPr lang="en-US" sz="1175"/>
          </a:p>
        </p:txBody>
      </p:sp>
      <p:sp>
        <p:nvSpPr>
          <p:cNvPr id="408" name="Shape 406"/>
          <p:cNvSpPr/>
          <p:nvPr/>
        </p:nvSpPr>
        <p:spPr>
          <a:xfrm>
            <a:off x="6176772" y="5930236"/>
            <a:ext cx="475488" cy="203278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409" name="Text 407"/>
          <p:cNvSpPr/>
          <p:nvPr/>
        </p:nvSpPr>
        <p:spPr>
          <a:xfrm>
            <a:off x="6199632" y="5934808"/>
            <a:ext cx="429768" cy="1941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>
                <a:solidFill>
                  <a:srgbClr val="543443"/>
                </a:solidFill>
              </a:rPr>
              <a:t>49</a:t>
            </a:r>
            <a:endParaRPr lang="en-US" sz="1175"/>
          </a:p>
        </p:txBody>
      </p:sp>
      <p:sp>
        <p:nvSpPr>
          <p:cNvPr id="410" name="Shape 408"/>
          <p:cNvSpPr/>
          <p:nvPr/>
        </p:nvSpPr>
        <p:spPr>
          <a:xfrm>
            <a:off x="6652260" y="5930236"/>
            <a:ext cx="3881628" cy="203278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411" name="Text 409"/>
          <p:cNvSpPr/>
          <p:nvPr/>
        </p:nvSpPr>
        <p:spPr>
          <a:xfrm>
            <a:off x="6675120" y="5934808"/>
            <a:ext cx="3835908" cy="1941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>
                <a:solidFill>
                  <a:srgbClr val="543443"/>
                </a:solidFill>
              </a:rPr>
              <a:t>廖梅鈴</a:t>
            </a:r>
            <a:endParaRPr lang="en-US" sz="1175"/>
          </a:p>
        </p:txBody>
      </p:sp>
      <p:sp>
        <p:nvSpPr>
          <p:cNvPr id="412" name="Shape 410"/>
          <p:cNvSpPr/>
          <p:nvPr/>
        </p:nvSpPr>
        <p:spPr>
          <a:xfrm>
            <a:off x="10533888" y="5930236"/>
            <a:ext cx="621792" cy="203278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413" name="Text 411"/>
          <p:cNvSpPr/>
          <p:nvPr/>
        </p:nvSpPr>
        <p:spPr>
          <a:xfrm>
            <a:off x="10556748" y="5934808"/>
            <a:ext cx="576072" cy="1941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>
                <a:solidFill>
                  <a:srgbClr val="543443"/>
                </a:solidFill>
              </a:rPr>
              <a:t>展德</a:t>
            </a:r>
            <a:endParaRPr lang="en-US" sz="1175"/>
          </a:p>
        </p:txBody>
      </p:sp>
      <p:sp>
        <p:nvSpPr>
          <p:cNvPr id="414" name="Shape 412"/>
          <p:cNvSpPr/>
          <p:nvPr/>
        </p:nvSpPr>
        <p:spPr>
          <a:xfrm>
            <a:off x="11155680" y="5930236"/>
            <a:ext cx="530352" cy="203278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415" name="Text 413"/>
          <p:cNvSpPr/>
          <p:nvPr/>
        </p:nvSpPr>
        <p:spPr>
          <a:xfrm>
            <a:off x="11178540" y="5934808"/>
            <a:ext cx="484632" cy="1941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7B3C5E"/>
                </a:solidFill>
              </a:rPr>
              <a:t>1</a:t>
            </a:r>
            <a:endParaRPr lang="en-US" sz="1175"/>
          </a:p>
        </p:txBody>
      </p:sp>
      <p:sp>
        <p:nvSpPr>
          <p:cNvPr id="416" name="Shape 414"/>
          <p:cNvSpPr/>
          <p:nvPr/>
        </p:nvSpPr>
        <p:spPr>
          <a:xfrm>
            <a:off x="6176772" y="6133514"/>
            <a:ext cx="475488" cy="203278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417" name="Text 415"/>
          <p:cNvSpPr/>
          <p:nvPr/>
        </p:nvSpPr>
        <p:spPr>
          <a:xfrm>
            <a:off x="6199632" y="6138086"/>
            <a:ext cx="429768" cy="1941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>
                <a:solidFill>
                  <a:srgbClr val="543443"/>
                </a:solidFill>
              </a:rPr>
              <a:t>50</a:t>
            </a:r>
            <a:endParaRPr lang="en-US" sz="1175"/>
          </a:p>
        </p:txBody>
      </p:sp>
      <p:sp>
        <p:nvSpPr>
          <p:cNvPr id="418" name="Shape 416"/>
          <p:cNvSpPr/>
          <p:nvPr/>
        </p:nvSpPr>
        <p:spPr>
          <a:xfrm>
            <a:off x="6652260" y="6133514"/>
            <a:ext cx="3881628" cy="203278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419" name="Text 417"/>
          <p:cNvSpPr/>
          <p:nvPr/>
        </p:nvSpPr>
        <p:spPr>
          <a:xfrm>
            <a:off x="6675120" y="6138086"/>
            <a:ext cx="3835908" cy="1941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>
                <a:solidFill>
                  <a:srgbClr val="543443"/>
                </a:solidFill>
              </a:rPr>
              <a:t>黃永強</a:t>
            </a:r>
            <a:endParaRPr lang="en-US" sz="1175"/>
          </a:p>
        </p:txBody>
      </p:sp>
      <p:sp>
        <p:nvSpPr>
          <p:cNvPr id="420" name="Shape 418"/>
          <p:cNvSpPr/>
          <p:nvPr/>
        </p:nvSpPr>
        <p:spPr>
          <a:xfrm>
            <a:off x="10533888" y="6133514"/>
            <a:ext cx="621792" cy="203278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421" name="Text 419"/>
          <p:cNvSpPr/>
          <p:nvPr/>
        </p:nvSpPr>
        <p:spPr>
          <a:xfrm>
            <a:off x="10556748" y="6138086"/>
            <a:ext cx="576072" cy="1941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>
                <a:solidFill>
                  <a:srgbClr val="543443"/>
                </a:solidFill>
              </a:rPr>
              <a:t>展德</a:t>
            </a:r>
            <a:endParaRPr lang="en-US" sz="1175"/>
          </a:p>
        </p:txBody>
      </p:sp>
      <p:sp>
        <p:nvSpPr>
          <p:cNvPr id="422" name="Shape 420"/>
          <p:cNvSpPr/>
          <p:nvPr/>
        </p:nvSpPr>
        <p:spPr>
          <a:xfrm>
            <a:off x="11155680" y="6133514"/>
            <a:ext cx="530352" cy="203278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423" name="Text 421"/>
          <p:cNvSpPr/>
          <p:nvPr/>
        </p:nvSpPr>
        <p:spPr>
          <a:xfrm>
            <a:off x="11178540" y="6138086"/>
            <a:ext cx="484632" cy="1941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7B3C5E"/>
                </a:solidFill>
              </a:rPr>
              <a:t>1</a:t>
            </a:r>
            <a:endParaRPr lang="en-US" sz="1175"/>
          </a:p>
        </p:txBody>
      </p:sp>
      <p:sp>
        <p:nvSpPr>
          <p:cNvPr id="424" name="Text 422"/>
          <p:cNvSpPr/>
          <p:nvPr/>
        </p:nvSpPr>
        <p:spPr>
          <a:xfrm>
            <a:off x="11338560" y="6510528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>
                <a:solidFill>
                  <a:srgbClr val="9E7284"/>
                </a:solidFill>
              </a:rPr>
              <a:t>13</a:t>
            </a:r>
            <a:endParaRPr lang="en-US" sz="900" dirty="0"/>
          </a:p>
        </p:txBody>
      </p:sp>
      <p:sp>
        <p:nvSpPr>
          <p:cNvPr id="429" name="Eyebrow">
            <a:extLst>
              <a:ext uri="{FF2B5EF4-FFF2-40B4-BE49-F238E27FC236}">
                <a16:creationId xmlns:a16="http://schemas.microsoft.com/office/drawing/2014/main" id="{5A970DB3-02E7-F558-5E77-0A5838A31BB5}"/>
              </a:ext>
            </a:extLst>
          </p:cNvPr>
          <p:cNvSpPr/>
          <p:nvPr/>
        </p:nvSpPr>
        <p:spPr>
          <a:xfrm>
            <a:off x="7315200" y="228600"/>
            <a:ext cx="4343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zh-TW" altLang="en-US" sz="1600" spc="200" dirty="0">
                <a:solidFill>
                  <a:srgbClr val="F7E8D2"/>
                </a:solidFill>
                <a:latin typeface="Noto Sans CJK TC"/>
                <a:ea typeface="Noto Sans CJK TC"/>
              </a:rPr>
              <a:t>2026年 · 巴生道務中心</a:t>
            </a:r>
            <a:endParaRPr lang="en-US" sz="1600" dirty="0"/>
          </a:p>
        </p:txBody>
      </p:sp>
      <p:sp>
        <p:nvSpPr>
          <p:cNvPr id="435" name="Text 2">
            <a:extLst>
              <a:ext uri="{FF2B5EF4-FFF2-40B4-BE49-F238E27FC236}">
                <a16:creationId xmlns:a16="http://schemas.microsoft.com/office/drawing/2014/main" id="{F2ADFCD5-EF64-3DA2-3EF1-639CB3A6D398}"/>
              </a:ext>
            </a:extLst>
          </p:cNvPr>
          <p:cNvSpPr/>
          <p:nvPr/>
        </p:nvSpPr>
        <p:spPr>
          <a:xfrm>
            <a:off x="502920" y="164592"/>
            <a:ext cx="8732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47" b="1" dirty="0" err="1">
                <a:solidFill>
                  <a:srgbClr val="FFFFFF"/>
                </a:solidFill>
              </a:rPr>
              <a:t>班務法會帶班員畢班｜南</a:t>
            </a:r>
            <a:r>
              <a:rPr lang="zh-CN" altLang="en-US" sz="2547" b="1" dirty="0">
                <a:solidFill>
                  <a:srgbClr val="FFFFFF"/>
                </a:solidFill>
              </a:rPr>
              <a:t>一</a:t>
            </a:r>
            <a:r>
              <a:rPr lang="en-US" sz="2547" b="1" dirty="0">
                <a:solidFill>
                  <a:srgbClr val="FFFFFF"/>
                </a:solidFill>
              </a:rPr>
              <a:t>組</a:t>
            </a:r>
            <a:endParaRPr lang="en-US" sz="2547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9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pic>
        <p:nvPicPr>
          <p:cNvPr id="353" name="Lotus Watermark"/>
          <p:cNvPicPr>
            <a:picLocks noChangeAspect="1"/>
          </p:cNvPicPr>
          <p:nvPr/>
        </p:nvPicPr>
        <p:blipFill>
          <a:blip r:embed="rId3">
            <a:alphaModFix amt="14000"/>
          </a:blip>
          <a:srcRect t="7771" b="777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7B3C5E"/>
          </a:solidFill>
          <a:ln w="12700">
            <a:solidFill>
              <a:srgbClr val="7B3C5E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" name="Shape 1"/>
          <p:cNvSpPr/>
          <p:nvPr/>
        </p:nvSpPr>
        <p:spPr>
          <a:xfrm>
            <a:off x="0" y="777240"/>
            <a:ext cx="12191695" cy="73152"/>
          </a:xfrm>
          <a:prstGeom prst="rect">
            <a:avLst/>
          </a:prstGeom>
          <a:solidFill>
            <a:srgbClr val="D8B06A"/>
          </a:solidFill>
          <a:ln w="12700">
            <a:solidFill>
              <a:srgbClr val="D8B06A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4" name="Text 2"/>
          <p:cNvSpPr/>
          <p:nvPr/>
        </p:nvSpPr>
        <p:spPr>
          <a:xfrm>
            <a:off x="502920" y="164592"/>
            <a:ext cx="8732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47" b="1" dirty="0" err="1">
                <a:solidFill>
                  <a:srgbClr val="FFFFFF"/>
                </a:solidFill>
              </a:rPr>
              <a:t>班務法會帶班員畢班｜南二組</a:t>
            </a:r>
            <a:endParaRPr lang="en-US" sz="2547" dirty="0"/>
          </a:p>
        </p:txBody>
      </p:sp>
      <p:sp>
        <p:nvSpPr>
          <p:cNvPr id="6" name="Shape 4"/>
          <p:cNvSpPr/>
          <p:nvPr/>
        </p:nvSpPr>
        <p:spPr>
          <a:xfrm>
            <a:off x="502920" y="1051560"/>
            <a:ext cx="5509260" cy="5285232"/>
          </a:xfrm>
          <a:prstGeom prst="roundRect">
            <a:avLst/>
          </a:prstGeom>
          <a:solidFill>
            <a:srgbClr val="FFFCFA"/>
          </a:solidFill>
          <a:ln w="12700">
            <a:solidFill>
              <a:srgbClr val="D8B77D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7" name="Shape 5"/>
          <p:cNvSpPr/>
          <p:nvPr/>
        </p:nvSpPr>
        <p:spPr>
          <a:xfrm>
            <a:off x="502920" y="1051560"/>
            <a:ext cx="475488" cy="240238"/>
          </a:xfrm>
          <a:prstGeom prst="rect">
            <a:avLst/>
          </a:prstGeom>
          <a:solidFill>
            <a:srgbClr val="92506F"/>
          </a:solidFill>
          <a:ln w="6350">
            <a:solidFill>
              <a:srgbClr val="E6C992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8" name="Text 6"/>
          <p:cNvSpPr/>
          <p:nvPr/>
        </p:nvSpPr>
        <p:spPr>
          <a:xfrm>
            <a:off x="521208" y="1060704"/>
            <a:ext cx="438912" cy="221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44" b="1">
                <a:solidFill>
                  <a:srgbClr val="FFFFFF"/>
                </a:solidFill>
              </a:rPr>
              <a:t>No</a:t>
            </a:r>
            <a:endParaRPr lang="en-US" sz="1344"/>
          </a:p>
        </p:txBody>
      </p:sp>
      <p:sp>
        <p:nvSpPr>
          <p:cNvPr id="9" name="Shape 7"/>
          <p:cNvSpPr/>
          <p:nvPr/>
        </p:nvSpPr>
        <p:spPr>
          <a:xfrm>
            <a:off x="978408" y="1051560"/>
            <a:ext cx="3881628" cy="240238"/>
          </a:xfrm>
          <a:prstGeom prst="rect">
            <a:avLst/>
          </a:prstGeom>
          <a:solidFill>
            <a:srgbClr val="7B3C5E"/>
          </a:solidFill>
          <a:ln w="6350">
            <a:solidFill>
              <a:srgbClr val="E6C992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0" name="Text 8"/>
          <p:cNvSpPr/>
          <p:nvPr/>
        </p:nvSpPr>
        <p:spPr>
          <a:xfrm>
            <a:off x="996696" y="1060704"/>
            <a:ext cx="3845052" cy="221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44" b="1">
                <a:solidFill>
                  <a:srgbClr val="FFFFFF"/>
                </a:solidFill>
              </a:rPr>
              <a:t>負責人</a:t>
            </a:r>
            <a:endParaRPr lang="en-US" sz="1344"/>
          </a:p>
        </p:txBody>
      </p:sp>
      <p:sp>
        <p:nvSpPr>
          <p:cNvPr id="11" name="Shape 9"/>
          <p:cNvSpPr/>
          <p:nvPr/>
        </p:nvSpPr>
        <p:spPr>
          <a:xfrm>
            <a:off x="4860036" y="1051560"/>
            <a:ext cx="621792" cy="240238"/>
          </a:xfrm>
          <a:prstGeom prst="rect">
            <a:avLst/>
          </a:prstGeom>
          <a:solidFill>
            <a:srgbClr val="92506F"/>
          </a:solidFill>
          <a:ln w="6350">
            <a:solidFill>
              <a:srgbClr val="E6C992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2" name="Text 10"/>
          <p:cNvSpPr/>
          <p:nvPr/>
        </p:nvSpPr>
        <p:spPr>
          <a:xfrm>
            <a:off x="4878324" y="1060704"/>
            <a:ext cx="585216" cy="221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44" b="1">
                <a:solidFill>
                  <a:srgbClr val="FFFFFF"/>
                </a:solidFill>
              </a:rPr>
              <a:t>屬壇</a:t>
            </a:r>
            <a:endParaRPr lang="en-US" sz="1344"/>
          </a:p>
        </p:txBody>
      </p:sp>
      <p:sp>
        <p:nvSpPr>
          <p:cNvPr id="13" name="Shape 11"/>
          <p:cNvSpPr/>
          <p:nvPr/>
        </p:nvSpPr>
        <p:spPr>
          <a:xfrm>
            <a:off x="5481828" y="1051560"/>
            <a:ext cx="530352" cy="240238"/>
          </a:xfrm>
          <a:prstGeom prst="rect">
            <a:avLst/>
          </a:prstGeom>
          <a:solidFill>
            <a:srgbClr val="92506F"/>
          </a:solidFill>
          <a:ln w="6350">
            <a:solidFill>
              <a:srgbClr val="E6C992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4" name="Text 12"/>
          <p:cNvSpPr/>
          <p:nvPr/>
        </p:nvSpPr>
        <p:spPr>
          <a:xfrm>
            <a:off x="5500116" y="1060704"/>
            <a:ext cx="493776" cy="221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 err="1">
                <a:solidFill>
                  <a:srgbClr val="FFFFFF"/>
                </a:solidFill>
              </a:rPr>
              <a:t>畢班人數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02920" y="1291798"/>
            <a:ext cx="475488" cy="240238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6" name="Text 14"/>
          <p:cNvSpPr/>
          <p:nvPr/>
        </p:nvSpPr>
        <p:spPr>
          <a:xfrm>
            <a:off x="525780" y="1296370"/>
            <a:ext cx="429768" cy="2310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99">
                <a:solidFill>
                  <a:srgbClr val="543443"/>
                </a:solidFill>
              </a:rPr>
              <a:t>1</a:t>
            </a:r>
            <a:endParaRPr lang="en-US" sz="1399"/>
          </a:p>
        </p:txBody>
      </p:sp>
      <p:sp>
        <p:nvSpPr>
          <p:cNvPr id="17" name="Shape 15"/>
          <p:cNvSpPr/>
          <p:nvPr/>
        </p:nvSpPr>
        <p:spPr>
          <a:xfrm>
            <a:off x="978408" y="1291798"/>
            <a:ext cx="3881628" cy="240238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8" name="Text 16"/>
          <p:cNvSpPr/>
          <p:nvPr/>
        </p:nvSpPr>
        <p:spPr>
          <a:xfrm>
            <a:off x="1001268" y="1296370"/>
            <a:ext cx="3835908" cy="2310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99" dirty="0" err="1">
                <a:solidFill>
                  <a:srgbClr val="543443"/>
                </a:solidFill>
              </a:rPr>
              <a:t>陳秀蓉</a:t>
            </a:r>
            <a:endParaRPr lang="en-US" sz="1399" dirty="0"/>
          </a:p>
        </p:txBody>
      </p:sp>
      <p:sp>
        <p:nvSpPr>
          <p:cNvPr id="19" name="Shape 17"/>
          <p:cNvSpPr/>
          <p:nvPr/>
        </p:nvSpPr>
        <p:spPr>
          <a:xfrm>
            <a:off x="4860036" y="1291798"/>
            <a:ext cx="621792" cy="240238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0" name="Text 18"/>
          <p:cNvSpPr/>
          <p:nvPr/>
        </p:nvSpPr>
        <p:spPr>
          <a:xfrm>
            <a:off x="4882896" y="1296370"/>
            <a:ext cx="576072" cy="2310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99">
                <a:solidFill>
                  <a:srgbClr val="543443"/>
                </a:solidFill>
              </a:rPr>
              <a:t>進德</a:t>
            </a:r>
            <a:endParaRPr lang="en-US" sz="1399"/>
          </a:p>
        </p:txBody>
      </p:sp>
      <p:sp>
        <p:nvSpPr>
          <p:cNvPr id="21" name="Shape 19"/>
          <p:cNvSpPr/>
          <p:nvPr/>
        </p:nvSpPr>
        <p:spPr>
          <a:xfrm>
            <a:off x="5481828" y="1291798"/>
            <a:ext cx="530352" cy="240238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2" name="Text 20"/>
          <p:cNvSpPr/>
          <p:nvPr/>
        </p:nvSpPr>
        <p:spPr>
          <a:xfrm>
            <a:off x="5504688" y="1296370"/>
            <a:ext cx="484632" cy="2310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99" b="1">
                <a:solidFill>
                  <a:srgbClr val="7B3C5E"/>
                </a:solidFill>
              </a:rPr>
              <a:t>4</a:t>
            </a:r>
            <a:endParaRPr lang="en-US" sz="1399"/>
          </a:p>
        </p:txBody>
      </p:sp>
      <p:sp>
        <p:nvSpPr>
          <p:cNvPr id="23" name="Shape 21"/>
          <p:cNvSpPr/>
          <p:nvPr/>
        </p:nvSpPr>
        <p:spPr>
          <a:xfrm>
            <a:off x="502920" y="1532036"/>
            <a:ext cx="475488" cy="240238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4" name="Text 22"/>
          <p:cNvSpPr/>
          <p:nvPr/>
        </p:nvSpPr>
        <p:spPr>
          <a:xfrm>
            <a:off x="525780" y="1536608"/>
            <a:ext cx="429768" cy="2310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99">
                <a:solidFill>
                  <a:srgbClr val="543443"/>
                </a:solidFill>
              </a:rPr>
              <a:t>2</a:t>
            </a:r>
            <a:endParaRPr lang="en-US" sz="1399"/>
          </a:p>
        </p:txBody>
      </p:sp>
      <p:sp>
        <p:nvSpPr>
          <p:cNvPr id="25" name="Shape 23"/>
          <p:cNvSpPr/>
          <p:nvPr/>
        </p:nvSpPr>
        <p:spPr>
          <a:xfrm>
            <a:off x="978408" y="1532036"/>
            <a:ext cx="3881628" cy="240238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6" name="Text 24"/>
          <p:cNvSpPr/>
          <p:nvPr/>
        </p:nvSpPr>
        <p:spPr>
          <a:xfrm>
            <a:off x="1001268" y="1536608"/>
            <a:ext cx="3835908" cy="2310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99" dirty="0" err="1">
                <a:solidFill>
                  <a:srgbClr val="543443"/>
                </a:solidFill>
              </a:rPr>
              <a:t>馬月娥</a:t>
            </a:r>
            <a:endParaRPr lang="en-US" sz="1399" dirty="0"/>
          </a:p>
        </p:txBody>
      </p:sp>
      <p:sp>
        <p:nvSpPr>
          <p:cNvPr id="27" name="Shape 25"/>
          <p:cNvSpPr/>
          <p:nvPr/>
        </p:nvSpPr>
        <p:spPr>
          <a:xfrm>
            <a:off x="4860036" y="1532036"/>
            <a:ext cx="621792" cy="240238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8" name="Text 26"/>
          <p:cNvSpPr/>
          <p:nvPr/>
        </p:nvSpPr>
        <p:spPr>
          <a:xfrm>
            <a:off x="4882896" y="1536608"/>
            <a:ext cx="576072" cy="2310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99">
                <a:solidFill>
                  <a:srgbClr val="543443"/>
                </a:solidFill>
              </a:rPr>
              <a:t>進德</a:t>
            </a:r>
            <a:endParaRPr lang="en-US" sz="1399"/>
          </a:p>
        </p:txBody>
      </p:sp>
      <p:sp>
        <p:nvSpPr>
          <p:cNvPr id="29" name="Shape 27"/>
          <p:cNvSpPr/>
          <p:nvPr/>
        </p:nvSpPr>
        <p:spPr>
          <a:xfrm>
            <a:off x="5481828" y="1532036"/>
            <a:ext cx="530352" cy="240238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0" name="Text 28"/>
          <p:cNvSpPr/>
          <p:nvPr/>
        </p:nvSpPr>
        <p:spPr>
          <a:xfrm>
            <a:off x="5504688" y="1536608"/>
            <a:ext cx="484632" cy="2310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99" b="1">
                <a:solidFill>
                  <a:srgbClr val="7B3C5E"/>
                </a:solidFill>
              </a:rPr>
              <a:t>2</a:t>
            </a:r>
            <a:endParaRPr lang="en-US" sz="1399"/>
          </a:p>
        </p:txBody>
      </p:sp>
      <p:sp>
        <p:nvSpPr>
          <p:cNvPr id="31" name="Shape 29"/>
          <p:cNvSpPr/>
          <p:nvPr/>
        </p:nvSpPr>
        <p:spPr>
          <a:xfrm>
            <a:off x="502920" y="1772273"/>
            <a:ext cx="475488" cy="240238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2" name="Text 30"/>
          <p:cNvSpPr/>
          <p:nvPr/>
        </p:nvSpPr>
        <p:spPr>
          <a:xfrm>
            <a:off x="525780" y="1776845"/>
            <a:ext cx="429768" cy="2310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99">
                <a:solidFill>
                  <a:srgbClr val="543443"/>
                </a:solidFill>
              </a:rPr>
              <a:t>3</a:t>
            </a:r>
            <a:endParaRPr lang="en-US" sz="1399"/>
          </a:p>
        </p:txBody>
      </p:sp>
      <p:sp>
        <p:nvSpPr>
          <p:cNvPr id="33" name="Shape 31"/>
          <p:cNvSpPr/>
          <p:nvPr/>
        </p:nvSpPr>
        <p:spPr>
          <a:xfrm>
            <a:off x="978408" y="1772273"/>
            <a:ext cx="3881628" cy="240238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4" name="Text 32"/>
          <p:cNvSpPr/>
          <p:nvPr/>
        </p:nvSpPr>
        <p:spPr>
          <a:xfrm>
            <a:off x="1001268" y="1776845"/>
            <a:ext cx="3835908" cy="2310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99">
                <a:solidFill>
                  <a:srgbClr val="543443"/>
                </a:solidFill>
              </a:rPr>
              <a:t>吳秀珍</a:t>
            </a:r>
            <a:endParaRPr lang="en-US" sz="1399"/>
          </a:p>
        </p:txBody>
      </p:sp>
      <p:sp>
        <p:nvSpPr>
          <p:cNvPr id="35" name="Shape 33"/>
          <p:cNvSpPr/>
          <p:nvPr/>
        </p:nvSpPr>
        <p:spPr>
          <a:xfrm>
            <a:off x="4860036" y="1772273"/>
            <a:ext cx="621792" cy="240238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6" name="Text 34"/>
          <p:cNvSpPr/>
          <p:nvPr/>
        </p:nvSpPr>
        <p:spPr>
          <a:xfrm>
            <a:off x="4882896" y="1776845"/>
            <a:ext cx="576072" cy="2310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99">
                <a:solidFill>
                  <a:srgbClr val="543443"/>
                </a:solidFill>
              </a:rPr>
              <a:t>進德</a:t>
            </a:r>
            <a:endParaRPr lang="en-US" sz="1399"/>
          </a:p>
        </p:txBody>
      </p:sp>
      <p:sp>
        <p:nvSpPr>
          <p:cNvPr id="37" name="Shape 35"/>
          <p:cNvSpPr/>
          <p:nvPr/>
        </p:nvSpPr>
        <p:spPr>
          <a:xfrm>
            <a:off x="5481828" y="1772273"/>
            <a:ext cx="530352" cy="240238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8" name="Text 36"/>
          <p:cNvSpPr/>
          <p:nvPr/>
        </p:nvSpPr>
        <p:spPr>
          <a:xfrm>
            <a:off x="5504688" y="1776845"/>
            <a:ext cx="484632" cy="2310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99" b="1">
                <a:solidFill>
                  <a:srgbClr val="7B3C5E"/>
                </a:solidFill>
              </a:rPr>
              <a:t>2</a:t>
            </a:r>
            <a:endParaRPr lang="en-US" sz="1399"/>
          </a:p>
        </p:txBody>
      </p:sp>
      <p:sp>
        <p:nvSpPr>
          <p:cNvPr id="39" name="Shape 37"/>
          <p:cNvSpPr/>
          <p:nvPr/>
        </p:nvSpPr>
        <p:spPr>
          <a:xfrm>
            <a:off x="502920" y="2012511"/>
            <a:ext cx="475488" cy="240238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40" name="Text 38"/>
          <p:cNvSpPr/>
          <p:nvPr/>
        </p:nvSpPr>
        <p:spPr>
          <a:xfrm>
            <a:off x="525780" y="2017083"/>
            <a:ext cx="429768" cy="2310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99">
                <a:solidFill>
                  <a:srgbClr val="543443"/>
                </a:solidFill>
              </a:rPr>
              <a:t>4</a:t>
            </a:r>
            <a:endParaRPr lang="en-US" sz="1399"/>
          </a:p>
        </p:txBody>
      </p:sp>
      <p:sp>
        <p:nvSpPr>
          <p:cNvPr id="41" name="Shape 39"/>
          <p:cNvSpPr/>
          <p:nvPr/>
        </p:nvSpPr>
        <p:spPr>
          <a:xfrm>
            <a:off x="978408" y="2012511"/>
            <a:ext cx="3881628" cy="240238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42" name="Text 40"/>
          <p:cNvSpPr/>
          <p:nvPr/>
        </p:nvSpPr>
        <p:spPr>
          <a:xfrm>
            <a:off x="1001268" y="2017083"/>
            <a:ext cx="3835908" cy="2310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99">
                <a:solidFill>
                  <a:srgbClr val="543443"/>
                </a:solidFill>
              </a:rPr>
              <a:t>曹愛芬</a:t>
            </a:r>
            <a:endParaRPr lang="en-US" sz="1399"/>
          </a:p>
        </p:txBody>
      </p:sp>
      <p:sp>
        <p:nvSpPr>
          <p:cNvPr id="43" name="Shape 41"/>
          <p:cNvSpPr/>
          <p:nvPr/>
        </p:nvSpPr>
        <p:spPr>
          <a:xfrm>
            <a:off x="4860036" y="2012511"/>
            <a:ext cx="621792" cy="240238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44" name="Text 42"/>
          <p:cNvSpPr/>
          <p:nvPr/>
        </p:nvSpPr>
        <p:spPr>
          <a:xfrm>
            <a:off x="4882896" y="2017083"/>
            <a:ext cx="576072" cy="2310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99">
                <a:solidFill>
                  <a:srgbClr val="543443"/>
                </a:solidFill>
              </a:rPr>
              <a:t>進德</a:t>
            </a:r>
            <a:endParaRPr lang="en-US" sz="1399"/>
          </a:p>
        </p:txBody>
      </p:sp>
      <p:sp>
        <p:nvSpPr>
          <p:cNvPr id="45" name="Shape 43"/>
          <p:cNvSpPr/>
          <p:nvPr/>
        </p:nvSpPr>
        <p:spPr>
          <a:xfrm>
            <a:off x="5481828" y="2012511"/>
            <a:ext cx="530352" cy="240238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46" name="Text 44"/>
          <p:cNvSpPr/>
          <p:nvPr/>
        </p:nvSpPr>
        <p:spPr>
          <a:xfrm>
            <a:off x="5504688" y="2017083"/>
            <a:ext cx="484632" cy="2310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99" b="1">
                <a:solidFill>
                  <a:srgbClr val="7B3C5E"/>
                </a:solidFill>
              </a:rPr>
              <a:t>2</a:t>
            </a:r>
            <a:endParaRPr lang="en-US" sz="1399"/>
          </a:p>
        </p:txBody>
      </p:sp>
      <p:sp>
        <p:nvSpPr>
          <p:cNvPr id="47" name="Shape 45"/>
          <p:cNvSpPr/>
          <p:nvPr/>
        </p:nvSpPr>
        <p:spPr>
          <a:xfrm>
            <a:off x="502920" y="2252749"/>
            <a:ext cx="475488" cy="240238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48" name="Text 46"/>
          <p:cNvSpPr/>
          <p:nvPr/>
        </p:nvSpPr>
        <p:spPr>
          <a:xfrm>
            <a:off x="525780" y="2257321"/>
            <a:ext cx="429768" cy="2310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99">
                <a:solidFill>
                  <a:srgbClr val="543443"/>
                </a:solidFill>
              </a:rPr>
              <a:t>5</a:t>
            </a:r>
            <a:endParaRPr lang="en-US" sz="1399"/>
          </a:p>
        </p:txBody>
      </p:sp>
      <p:sp>
        <p:nvSpPr>
          <p:cNvPr id="49" name="Shape 47"/>
          <p:cNvSpPr/>
          <p:nvPr/>
        </p:nvSpPr>
        <p:spPr>
          <a:xfrm>
            <a:off x="978408" y="2252749"/>
            <a:ext cx="3881628" cy="240238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50" name="Text 48"/>
          <p:cNvSpPr/>
          <p:nvPr/>
        </p:nvSpPr>
        <p:spPr>
          <a:xfrm>
            <a:off x="1001268" y="2257321"/>
            <a:ext cx="3835908" cy="2310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99" dirty="0" err="1">
                <a:solidFill>
                  <a:srgbClr val="543443"/>
                </a:solidFill>
              </a:rPr>
              <a:t>陳麗英</a:t>
            </a:r>
            <a:endParaRPr lang="en-US" sz="1399" dirty="0"/>
          </a:p>
        </p:txBody>
      </p:sp>
      <p:sp>
        <p:nvSpPr>
          <p:cNvPr id="51" name="Shape 49"/>
          <p:cNvSpPr/>
          <p:nvPr/>
        </p:nvSpPr>
        <p:spPr>
          <a:xfrm>
            <a:off x="4860036" y="2252749"/>
            <a:ext cx="621792" cy="240238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52" name="Text 50"/>
          <p:cNvSpPr/>
          <p:nvPr/>
        </p:nvSpPr>
        <p:spPr>
          <a:xfrm>
            <a:off x="4882896" y="2257321"/>
            <a:ext cx="576072" cy="2310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99">
                <a:solidFill>
                  <a:srgbClr val="543443"/>
                </a:solidFill>
              </a:rPr>
              <a:t>進德</a:t>
            </a:r>
            <a:endParaRPr lang="en-US" sz="1399"/>
          </a:p>
        </p:txBody>
      </p:sp>
      <p:sp>
        <p:nvSpPr>
          <p:cNvPr id="53" name="Shape 51"/>
          <p:cNvSpPr/>
          <p:nvPr/>
        </p:nvSpPr>
        <p:spPr>
          <a:xfrm>
            <a:off x="5481828" y="2252749"/>
            <a:ext cx="530352" cy="240238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54" name="Text 52"/>
          <p:cNvSpPr/>
          <p:nvPr/>
        </p:nvSpPr>
        <p:spPr>
          <a:xfrm>
            <a:off x="5504688" y="2257321"/>
            <a:ext cx="484632" cy="2310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99" b="1">
                <a:solidFill>
                  <a:srgbClr val="7B3C5E"/>
                </a:solidFill>
              </a:rPr>
              <a:t>1</a:t>
            </a:r>
            <a:endParaRPr lang="en-US" sz="1399"/>
          </a:p>
        </p:txBody>
      </p:sp>
      <p:sp>
        <p:nvSpPr>
          <p:cNvPr id="55" name="Shape 53"/>
          <p:cNvSpPr/>
          <p:nvPr/>
        </p:nvSpPr>
        <p:spPr>
          <a:xfrm>
            <a:off x="502920" y="2492987"/>
            <a:ext cx="475488" cy="240238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56" name="Text 54"/>
          <p:cNvSpPr/>
          <p:nvPr/>
        </p:nvSpPr>
        <p:spPr>
          <a:xfrm>
            <a:off x="525780" y="2497559"/>
            <a:ext cx="429768" cy="2310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99">
                <a:solidFill>
                  <a:srgbClr val="543443"/>
                </a:solidFill>
              </a:rPr>
              <a:t>6</a:t>
            </a:r>
            <a:endParaRPr lang="en-US" sz="1399"/>
          </a:p>
        </p:txBody>
      </p:sp>
      <p:sp>
        <p:nvSpPr>
          <p:cNvPr id="57" name="Shape 55"/>
          <p:cNvSpPr/>
          <p:nvPr/>
        </p:nvSpPr>
        <p:spPr>
          <a:xfrm>
            <a:off x="978408" y="2492987"/>
            <a:ext cx="3881628" cy="240238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58" name="Text 56"/>
          <p:cNvSpPr/>
          <p:nvPr/>
        </p:nvSpPr>
        <p:spPr>
          <a:xfrm>
            <a:off x="1001268" y="2497559"/>
            <a:ext cx="3835908" cy="2310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99">
                <a:solidFill>
                  <a:srgbClr val="543443"/>
                </a:solidFill>
              </a:rPr>
              <a:t>陳秋紅</a:t>
            </a:r>
            <a:endParaRPr lang="en-US" sz="1399"/>
          </a:p>
        </p:txBody>
      </p:sp>
      <p:sp>
        <p:nvSpPr>
          <p:cNvPr id="59" name="Shape 57"/>
          <p:cNvSpPr/>
          <p:nvPr/>
        </p:nvSpPr>
        <p:spPr>
          <a:xfrm>
            <a:off x="4860036" y="2492987"/>
            <a:ext cx="621792" cy="240238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60" name="Text 58"/>
          <p:cNvSpPr/>
          <p:nvPr/>
        </p:nvSpPr>
        <p:spPr>
          <a:xfrm>
            <a:off x="4882896" y="2497559"/>
            <a:ext cx="576072" cy="2310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99">
                <a:solidFill>
                  <a:srgbClr val="543443"/>
                </a:solidFill>
              </a:rPr>
              <a:t>進德</a:t>
            </a:r>
            <a:endParaRPr lang="en-US" sz="1399"/>
          </a:p>
        </p:txBody>
      </p:sp>
      <p:sp>
        <p:nvSpPr>
          <p:cNvPr id="61" name="Shape 59"/>
          <p:cNvSpPr/>
          <p:nvPr/>
        </p:nvSpPr>
        <p:spPr>
          <a:xfrm>
            <a:off x="5481828" y="2492987"/>
            <a:ext cx="530352" cy="240238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62" name="Text 60"/>
          <p:cNvSpPr/>
          <p:nvPr/>
        </p:nvSpPr>
        <p:spPr>
          <a:xfrm>
            <a:off x="5504688" y="2497559"/>
            <a:ext cx="484632" cy="2310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99" b="1">
                <a:solidFill>
                  <a:srgbClr val="7B3C5E"/>
                </a:solidFill>
              </a:rPr>
              <a:t>1</a:t>
            </a:r>
            <a:endParaRPr lang="en-US" sz="1399"/>
          </a:p>
        </p:txBody>
      </p:sp>
      <p:sp>
        <p:nvSpPr>
          <p:cNvPr id="63" name="Shape 61"/>
          <p:cNvSpPr/>
          <p:nvPr/>
        </p:nvSpPr>
        <p:spPr>
          <a:xfrm>
            <a:off x="502920" y="2733225"/>
            <a:ext cx="475488" cy="240238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64" name="Text 62"/>
          <p:cNvSpPr/>
          <p:nvPr/>
        </p:nvSpPr>
        <p:spPr>
          <a:xfrm>
            <a:off x="525780" y="2737797"/>
            <a:ext cx="429768" cy="2310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99">
                <a:solidFill>
                  <a:srgbClr val="543443"/>
                </a:solidFill>
              </a:rPr>
              <a:t>7</a:t>
            </a:r>
            <a:endParaRPr lang="en-US" sz="1399"/>
          </a:p>
        </p:txBody>
      </p:sp>
      <p:sp>
        <p:nvSpPr>
          <p:cNvPr id="65" name="Shape 63"/>
          <p:cNvSpPr/>
          <p:nvPr/>
        </p:nvSpPr>
        <p:spPr>
          <a:xfrm>
            <a:off x="978408" y="2733225"/>
            <a:ext cx="3881628" cy="240238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66" name="Text 64"/>
          <p:cNvSpPr/>
          <p:nvPr/>
        </p:nvSpPr>
        <p:spPr>
          <a:xfrm>
            <a:off x="1001268" y="2737797"/>
            <a:ext cx="3835908" cy="2310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99">
                <a:solidFill>
                  <a:srgbClr val="543443"/>
                </a:solidFill>
              </a:rPr>
              <a:t>張梅玲</a:t>
            </a:r>
            <a:endParaRPr lang="en-US" sz="1399"/>
          </a:p>
        </p:txBody>
      </p:sp>
      <p:sp>
        <p:nvSpPr>
          <p:cNvPr id="67" name="Shape 65"/>
          <p:cNvSpPr/>
          <p:nvPr/>
        </p:nvSpPr>
        <p:spPr>
          <a:xfrm>
            <a:off x="4860036" y="2733225"/>
            <a:ext cx="621792" cy="240238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68" name="Text 66"/>
          <p:cNvSpPr/>
          <p:nvPr/>
        </p:nvSpPr>
        <p:spPr>
          <a:xfrm>
            <a:off x="4882896" y="2737797"/>
            <a:ext cx="576072" cy="2310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99">
                <a:solidFill>
                  <a:srgbClr val="543443"/>
                </a:solidFill>
              </a:rPr>
              <a:t>進德</a:t>
            </a:r>
            <a:endParaRPr lang="en-US" sz="1399"/>
          </a:p>
        </p:txBody>
      </p:sp>
      <p:sp>
        <p:nvSpPr>
          <p:cNvPr id="69" name="Shape 67"/>
          <p:cNvSpPr/>
          <p:nvPr/>
        </p:nvSpPr>
        <p:spPr>
          <a:xfrm>
            <a:off x="5481828" y="2733225"/>
            <a:ext cx="530352" cy="240238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70" name="Text 68"/>
          <p:cNvSpPr/>
          <p:nvPr/>
        </p:nvSpPr>
        <p:spPr>
          <a:xfrm>
            <a:off x="5504688" y="2737797"/>
            <a:ext cx="484632" cy="2310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99" b="1">
                <a:solidFill>
                  <a:srgbClr val="7B3C5E"/>
                </a:solidFill>
              </a:rPr>
              <a:t>1</a:t>
            </a:r>
            <a:endParaRPr lang="en-US" sz="1399"/>
          </a:p>
        </p:txBody>
      </p:sp>
      <p:sp>
        <p:nvSpPr>
          <p:cNvPr id="71" name="Shape 69"/>
          <p:cNvSpPr/>
          <p:nvPr/>
        </p:nvSpPr>
        <p:spPr>
          <a:xfrm>
            <a:off x="502920" y="2973463"/>
            <a:ext cx="475488" cy="240238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72" name="Text 70"/>
          <p:cNvSpPr/>
          <p:nvPr/>
        </p:nvSpPr>
        <p:spPr>
          <a:xfrm>
            <a:off x="525780" y="2978035"/>
            <a:ext cx="429768" cy="2310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99">
                <a:solidFill>
                  <a:srgbClr val="543443"/>
                </a:solidFill>
              </a:rPr>
              <a:t>8</a:t>
            </a:r>
            <a:endParaRPr lang="en-US" sz="1399"/>
          </a:p>
        </p:txBody>
      </p:sp>
      <p:sp>
        <p:nvSpPr>
          <p:cNvPr id="73" name="Shape 71"/>
          <p:cNvSpPr/>
          <p:nvPr/>
        </p:nvSpPr>
        <p:spPr>
          <a:xfrm>
            <a:off x="978408" y="2973463"/>
            <a:ext cx="3881628" cy="240238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74" name="Text 72"/>
          <p:cNvSpPr/>
          <p:nvPr/>
        </p:nvSpPr>
        <p:spPr>
          <a:xfrm>
            <a:off x="1001268" y="2978035"/>
            <a:ext cx="3835908" cy="2310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99">
                <a:solidFill>
                  <a:srgbClr val="543443"/>
                </a:solidFill>
              </a:rPr>
              <a:t>陳麗華</a:t>
            </a:r>
            <a:endParaRPr lang="en-US" sz="1399"/>
          </a:p>
        </p:txBody>
      </p:sp>
      <p:sp>
        <p:nvSpPr>
          <p:cNvPr id="75" name="Shape 73"/>
          <p:cNvSpPr/>
          <p:nvPr/>
        </p:nvSpPr>
        <p:spPr>
          <a:xfrm>
            <a:off x="4860036" y="2973463"/>
            <a:ext cx="621792" cy="240238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76" name="Text 74"/>
          <p:cNvSpPr/>
          <p:nvPr/>
        </p:nvSpPr>
        <p:spPr>
          <a:xfrm>
            <a:off x="4882896" y="2978035"/>
            <a:ext cx="576072" cy="2310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99">
                <a:solidFill>
                  <a:srgbClr val="543443"/>
                </a:solidFill>
              </a:rPr>
              <a:t>進德</a:t>
            </a:r>
            <a:endParaRPr lang="en-US" sz="1399"/>
          </a:p>
        </p:txBody>
      </p:sp>
      <p:sp>
        <p:nvSpPr>
          <p:cNvPr id="77" name="Shape 75"/>
          <p:cNvSpPr/>
          <p:nvPr/>
        </p:nvSpPr>
        <p:spPr>
          <a:xfrm>
            <a:off x="5481828" y="2973463"/>
            <a:ext cx="530352" cy="240238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78" name="Text 76"/>
          <p:cNvSpPr/>
          <p:nvPr/>
        </p:nvSpPr>
        <p:spPr>
          <a:xfrm>
            <a:off x="5504688" y="2978035"/>
            <a:ext cx="484632" cy="2310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99" b="1">
                <a:solidFill>
                  <a:srgbClr val="7B3C5E"/>
                </a:solidFill>
              </a:rPr>
              <a:t>1</a:t>
            </a:r>
            <a:endParaRPr lang="en-US" sz="1399"/>
          </a:p>
        </p:txBody>
      </p:sp>
      <p:sp>
        <p:nvSpPr>
          <p:cNvPr id="79" name="Shape 77"/>
          <p:cNvSpPr/>
          <p:nvPr/>
        </p:nvSpPr>
        <p:spPr>
          <a:xfrm>
            <a:off x="502920" y="3213700"/>
            <a:ext cx="475488" cy="240238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80" name="Text 78"/>
          <p:cNvSpPr/>
          <p:nvPr/>
        </p:nvSpPr>
        <p:spPr>
          <a:xfrm>
            <a:off x="525780" y="3218272"/>
            <a:ext cx="429768" cy="2310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99">
                <a:solidFill>
                  <a:srgbClr val="543443"/>
                </a:solidFill>
              </a:rPr>
              <a:t>9</a:t>
            </a:r>
            <a:endParaRPr lang="en-US" sz="1399"/>
          </a:p>
        </p:txBody>
      </p:sp>
      <p:sp>
        <p:nvSpPr>
          <p:cNvPr id="81" name="Shape 79"/>
          <p:cNvSpPr/>
          <p:nvPr/>
        </p:nvSpPr>
        <p:spPr>
          <a:xfrm>
            <a:off x="978408" y="3213700"/>
            <a:ext cx="3881628" cy="240238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82" name="Text 80"/>
          <p:cNvSpPr/>
          <p:nvPr/>
        </p:nvSpPr>
        <p:spPr>
          <a:xfrm>
            <a:off x="1001268" y="3218272"/>
            <a:ext cx="3835908" cy="2310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99">
                <a:solidFill>
                  <a:srgbClr val="543443"/>
                </a:solidFill>
              </a:rPr>
              <a:t>劉懿玲</a:t>
            </a:r>
            <a:endParaRPr lang="en-US" sz="1399"/>
          </a:p>
        </p:txBody>
      </p:sp>
      <p:sp>
        <p:nvSpPr>
          <p:cNvPr id="83" name="Shape 81"/>
          <p:cNvSpPr/>
          <p:nvPr/>
        </p:nvSpPr>
        <p:spPr>
          <a:xfrm>
            <a:off x="4860036" y="3213700"/>
            <a:ext cx="621792" cy="240238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84" name="Text 82"/>
          <p:cNvSpPr/>
          <p:nvPr/>
        </p:nvSpPr>
        <p:spPr>
          <a:xfrm>
            <a:off x="4882896" y="3218272"/>
            <a:ext cx="576072" cy="2310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99">
                <a:solidFill>
                  <a:srgbClr val="543443"/>
                </a:solidFill>
              </a:rPr>
              <a:t>進德</a:t>
            </a:r>
            <a:endParaRPr lang="en-US" sz="1399"/>
          </a:p>
        </p:txBody>
      </p:sp>
      <p:sp>
        <p:nvSpPr>
          <p:cNvPr id="85" name="Shape 83"/>
          <p:cNvSpPr/>
          <p:nvPr/>
        </p:nvSpPr>
        <p:spPr>
          <a:xfrm>
            <a:off x="5481828" y="3213700"/>
            <a:ext cx="530352" cy="240238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86" name="Text 84"/>
          <p:cNvSpPr/>
          <p:nvPr/>
        </p:nvSpPr>
        <p:spPr>
          <a:xfrm>
            <a:off x="5504688" y="3218272"/>
            <a:ext cx="484632" cy="2310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99" b="1">
                <a:solidFill>
                  <a:srgbClr val="7B3C5E"/>
                </a:solidFill>
              </a:rPr>
              <a:t>1</a:t>
            </a:r>
            <a:endParaRPr lang="en-US" sz="1399"/>
          </a:p>
        </p:txBody>
      </p:sp>
      <p:sp>
        <p:nvSpPr>
          <p:cNvPr id="87" name="Shape 85"/>
          <p:cNvSpPr/>
          <p:nvPr/>
        </p:nvSpPr>
        <p:spPr>
          <a:xfrm>
            <a:off x="502920" y="3453938"/>
            <a:ext cx="475488" cy="240238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88" name="Text 86"/>
          <p:cNvSpPr/>
          <p:nvPr/>
        </p:nvSpPr>
        <p:spPr>
          <a:xfrm>
            <a:off x="525780" y="3458510"/>
            <a:ext cx="429768" cy="2310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99">
                <a:solidFill>
                  <a:srgbClr val="543443"/>
                </a:solidFill>
              </a:rPr>
              <a:t>10</a:t>
            </a:r>
            <a:endParaRPr lang="en-US" sz="1399"/>
          </a:p>
        </p:txBody>
      </p:sp>
      <p:sp>
        <p:nvSpPr>
          <p:cNvPr id="89" name="Shape 87"/>
          <p:cNvSpPr/>
          <p:nvPr/>
        </p:nvSpPr>
        <p:spPr>
          <a:xfrm>
            <a:off x="978408" y="3453938"/>
            <a:ext cx="3881628" cy="240238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90" name="Text 88"/>
          <p:cNvSpPr/>
          <p:nvPr/>
        </p:nvSpPr>
        <p:spPr>
          <a:xfrm>
            <a:off x="1001268" y="3458510"/>
            <a:ext cx="3835908" cy="2310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99" dirty="0" err="1">
                <a:solidFill>
                  <a:srgbClr val="543443"/>
                </a:solidFill>
              </a:rPr>
              <a:t>林美艷</a:t>
            </a:r>
            <a:endParaRPr lang="en-US" sz="1399" dirty="0"/>
          </a:p>
        </p:txBody>
      </p:sp>
      <p:sp>
        <p:nvSpPr>
          <p:cNvPr id="91" name="Shape 89"/>
          <p:cNvSpPr/>
          <p:nvPr/>
        </p:nvSpPr>
        <p:spPr>
          <a:xfrm>
            <a:off x="4860036" y="3453938"/>
            <a:ext cx="621792" cy="240238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92" name="Text 90"/>
          <p:cNvSpPr/>
          <p:nvPr/>
        </p:nvSpPr>
        <p:spPr>
          <a:xfrm>
            <a:off x="4882896" y="3458510"/>
            <a:ext cx="576072" cy="2310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99">
                <a:solidFill>
                  <a:srgbClr val="543443"/>
                </a:solidFill>
              </a:rPr>
              <a:t>進德</a:t>
            </a:r>
            <a:endParaRPr lang="en-US" sz="1399"/>
          </a:p>
        </p:txBody>
      </p:sp>
      <p:sp>
        <p:nvSpPr>
          <p:cNvPr id="93" name="Shape 91"/>
          <p:cNvSpPr/>
          <p:nvPr/>
        </p:nvSpPr>
        <p:spPr>
          <a:xfrm>
            <a:off x="5481828" y="3453938"/>
            <a:ext cx="530352" cy="240238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94" name="Text 92"/>
          <p:cNvSpPr/>
          <p:nvPr/>
        </p:nvSpPr>
        <p:spPr>
          <a:xfrm>
            <a:off x="5504688" y="3458510"/>
            <a:ext cx="484632" cy="2310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99" b="1">
                <a:solidFill>
                  <a:srgbClr val="7B3C5E"/>
                </a:solidFill>
              </a:rPr>
              <a:t>1</a:t>
            </a:r>
            <a:endParaRPr lang="en-US" sz="1399"/>
          </a:p>
        </p:txBody>
      </p:sp>
      <p:sp>
        <p:nvSpPr>
          <p:cNvPr id="95" name="Shape 93"/>
          <p:cNvSpPr/>
          <p:nvPr/>
        </p:nvSpPr>
        <p:spPr>
          <a:xfrm>
            <a:off x="502920" y="3694176"/>
            <a:ext cx="475488" cy="240238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96" name="Text 94"/>
          <p:cNvSpPr/>
          <p:nvPr/>
        </p:nvSpPr>
        <p:spPr>
          <a:xfrm>
            <a:off x="525780" y="3698748"/>
            <a:ext cx="429768" cy="2310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99">
                <a:solidFill>
                  <a:srgbClr val="543443"/>
                </a:solidFill>
              </a:rPr>
              <a:t>11</a:t>
            </a:r>
            <a:endParaRPr lang="en-US" sz="1399"/>
          </a:p>
        </p:txBody>
      </p:sp>
      <p:sp>
        <p:nvSpPr>
          <p:cNvPr id="97" name="Shape 95"/>
          <p:cNvSpPr/>
          <p:nvPr/>
        </p:nvSpPr>
        <p:spPr>
          <a:xfrm>
            <a:off x="978408" y="3694176"/>
            <a:ext cx="3881628" cy="240238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98" name="Text 96"/>
          <p:cNvSpPr/>
          <p:nvPr/>
        </p:nvSpPr>
        <p:spPr>
          <a:xfrm>
            <a:off x="1001268" y="3698748"/>
            <a:ext cx="3835908" cy="2310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99">
                <a:solidFill>
                  <a:srgbClr val="543443"/>
                </a:solidFill>
              </a:rPr>
              <a:t>龔秀蓮</a:t>
            </a:r>
            <a:endParaRPr lang="en-US" sz="1399"/>
          </a:p>
        </p:txBody>
      </p:sp>
      <p:sp>
        <p:nvSpPr>
          <p:cNvPr id="99" name="Shape 97"/>
          <p:cNvSpPr/>
          <p:nvPr/>
        </p:nvSpPr>
        <p:spPr>
          <a:xfrm>
            <a:off x="4860036" y="3694176"/>
            <a:ext cx="621792" cy="240238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00" name="Text 98"/>
          <p:cNvSpPr/>
          <p:nvPr/>
        </p:nvSpPr>
        <p:spPr>
          <a:xfrm>
            <a:off x="4882896" y="3698748"/>
            <a:ext cx="576072" cy="2310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99">
                <a:solidFill>
                  <a:srgbClr val="543443"/>
                </a:solidFill>
              </a:rPr>
              <a:t>謙德</a:t>
            </a:r>
            <a:endParaRPr lang="en-US" sz="1399"/>
          </a:p>
        </p:txBody>
      </p:sp>
      <p:sp>
        <p:nvSpPr>
          <p:cNvPr id="101" name="Shape 99"/>
          <p:cNvSpPr/>
          <p:nvPr/>
        </p:nvSpPr>
        <p:spPr>
          <a:xfrm>
            <a:off x="5481828" y="3694176"/>
            <a:ext cx="530352" cy="240238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02" name="Text 100"/>
          <p:cNvSpPr/>
          <p:nvPr/>
        </p:nvSpPr>
        <p:spPr>
          <a:xfrm>
            <a:off x="5504688" y="3698748"/>
            <a:ext cx="484632" cy="2310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99" b="1">
                <a:solidFill>
                  <a:srgbClr val="7B3C5E"/>
                </a:solidFill>
              </a:rPr>
              <a:t>1</a:t>
            </a:r>
            <a:endParaRPr lang="en-US" sz="1399"/>
          </a:p>
        </p:txBody>
      </p:sp>
      <p:sp>
        <p:nvSpPr>
          <p:cNvPr id="103" name="Shape 101"/>
          <p:cNvSpPr/>
          <p:nvPr/>
        </p:nvSpPr>
        <p:spPr>
          <a:xfrm>
            <a:off x="502920" y="3934414"/>
            <a:ext cx="475488" cy="240238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04" name="Text 102"/>
          <p:cNvSpPr/>
          <p:nvPr/>
        </p:nvSpPr>
        <p:spPr>
          <a:xfrm>
            <a:off x="525780" y="3938986"/>
            <a:ext cx="429768" cy="2310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99">
                <a:solidFill>
                  <a:srgbClr val="543443"/>
                </a:solidFill>
              </a:rPr>
              <a:t>12</a:t>
            </a:r>
            <a:endParaRPr lang="en-US" sz="1399"/>
          </a:p>
        </p:txBody>
      </p:sp>
      <p:sp>
        <p:nvSpPr>
          <p:cNvPr id="105" name="Shape 103"/>
          <p:cNvSpPr/>
          <p:nvPr/>
        </p:nvSpPr>
        <p:spPr>
          <a:xfrm>
            <a:off x="978408" y="3934414"/>
            <a:ext cx="3881628" cy="240238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06" name="Text 104"/>
          <p:cNvSpPr/>
          <p:nvPr/>
        </p:nvSpPr>
        <p:spPr>
          <a:xfrm>
            <a:off x="1001268" y="3938986"/>
            <a:ext cx="3835908" cy="2310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99">
                <a:solidFill>
                  <a:srgbClr val="543443"/>
                </a:solidFill>
              </a:rPr>
              <a:t>吳惠霞</a:t>
            </a:r>
            <a:endParaRPr lang="en-US" sz="1399"/>
          </a:p>
        </p:txBody>
      </p:sp>
      <p:sp>
        <p:nvSpPr>
          <p:cNvPr id="107" name="Shape 105"/>
          <p:cNvSpPr/>
          <p:nvPr/>
        </p:nvSpPr>
        <p:spPr>
          <a:xfrm>
            <a:off x="4860036" y="3934414"/>
            <a:ext cx="621792" cy="240238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08" name="Text 106"/>
          <p:cNvSpPr/>
          <p:nvPr/>
        </p:nvSpPr>
        <p:spPr>
          <a:xfrm>
            <a:off x="4882896" y="3938986"/>
            <a:ext cx="576072" cy="2310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99">
                <a:solidFill>
                  <a:srgbClr val="543443"/>
                </a:solidFill>
              </a:rPr>
              <a:t>璟德</a:t>
            </a:r>
            <a:endParaRPr lang="en-US" sz="1399"/>
          </a:p>
        </p:txBody>
      </p:sp>
      <p:sp>
        <p:nvSpPr>
          <p:cNvPr id="109" name="Shape 107"/>
          <p:cNvSpPr/>
          <p:nvPr/>
        </p:nvSpPr>
        <p:spPr>
          <a:xfrm>
            <a:off x="5481828" y="3934414"/>
            <a:ext cx="530352" cy="240238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10" name="Text 108"/>
          <p:cNvSpPr/>
          <p:nvPr/>
        </p:nvSpPr>
        <p:spPr>
          <a:xfrm>
            <a:off x="5504688" y="3938986"/>
            <a:ext cx="484632" cy="2310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99" b="1">
                <a:solidFill>
                  <a:srgbClr val="7B3C5E"/>
                </a:solidFill>
              </a:rPr>
              <a:t>2</a:t>
            </a:r>
            <a:endParaRPr lang="en-US" sz="1399"/>
          </a:p>
        </p:txBody>
      </p:sp>
      <p:sp>
        <p:nvSpPr>
          <p:cNvPr id="111" name="Shape 109"/>
          <p:cNvSpPr/>
          <p:nvPr/>
        </p:nvSpPr>
        <p:spPr>
          <a:xfrm>
            <a:off x="502920" y="4174652"/>
            <a:ext cx="475488" cy="240238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12" name="Text 110"/>
          <p:cNvSpPr/>
          <p:nvPr/>
        </p:nvSpPr>
        <p:spPr>
          <a:xfrm>
            <a:off x="525780" y="4179224"/>
            <a:ext cx="429768" cy="2310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99">
                <a:solidFill>
                  <a:srgbClr val="543443"/>
                </a:solidFill>
              </a:rPr>
              <a:t>13</a:t>
            </a:r>
            <a:endParaRPr lang="en-US" sz="1399"/>
          </a:p>
        </p:txBody>
      </p:sp>
      <p:sp>
        <p:nvSpPr>
          <p:cNvPr id="113" name="Shape 111"/>
          <p:cNvSpPr/>
          <p:nvPr/>
        </p:nvSpPr>
        <p:spPr>
          <a:xfrm>
            <a:off x="978408" y="4174652"/>
            <a:ext cx="3881628" cy="240238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14" name="Text 112"/>
          <p:cNvSpPr/>
          <p:nvPr/>
        </p:nvSpPr>
        <p:spPr>
          <a:xfrm>
            <a:off x="1001268" y="4179224"/>
            <a:ext cx="3835908" cy="2310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99">
                <a:solidFill>
                  <a:srgbClr val="543443"/>
                </a:solidFill>
              </a:rPr>
              <a:t>洪曉婷</a:t>
            </a:r>
            <a:endParaRPr lang="en-US" sz="1399"/>
          </a:p>
        </p:txBody>
      </p:sp>
      <p:sp>
        <p:nvSpPr>
          <p:cNvPr id="115" name="Shape 113"/>
          <p:cNvSpPr/>
          <p:nvPr/>
        </p:nvSpPr>
        <p:spPr>
          <a:xfrm>
            <a:off x="4860036" y="4174652"/>
            <a:ext cx="621792" cy="240238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16" name="Text 114"/>
          <p:cNvSpPr/>
          <p:nvPr/>
        </p:nvSpPr>
        <p:spPr>
          <a:xfrm>
            <a:off x="4882896" y="4179224"/>
            <a:ext cx="576072" cy="2310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99">
                <a:solidFill>
                  <a:srgbClr val="543443"/>
                </a:solidFill>
              </a:rPr>
              <a:t>璟德</a:t>
            </a:r>
            <a:endParaRPr lang="en-US" sz="1399"/>
          </a:p>
        </p:txBody>
      </p:sp>
      <p:sp>
        <p:nvSpPr>
          <p:cNvPr id="117" name="Shape 115"/>
          <p:cNvSpPr/>
          <p:nvPr/>
        </p:nvSpPr>
        <p:spPr>
          <a:xfrm>
            <a:off x="5481828" y="4174652"/>
            <a:ext cx="530352" cy="240238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18" name="Text 116"/>
          <p:cNvSpPr/>
          <p:nvPr/>
        </p:nvSpPr>
        <p:spPr>
          <a:xfrm>
            <a:off x="5504688" y="4179224"/>
            <a:ext cx="484632" cy="2310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99" b="1">
                <a:solidFill>
                  <a:srgbClr val="7B3C5E"/>
                </a:solidFill>
              </a:rPr>
              <a:t>2</a:t>
            </a:r>
            <a:endParaRPr lang="en-US" sz="1399"/>
          </a:p>
        </p:txBody>
      </p:sp>
      <p:sp>
        <p:nvSpPr>
          <p:cNvPr id="119" name="Shape 117"/>
          <p:cNvSpPr/>
          <p:nvPr/>
        </p:nvSpPr>
        <p:spPr>
          <a:xfrm>
            <a:off x="502920" y="4414889"/>
            <a:ext cx="475488" cy="240238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20" name="Text 118"/>
          <p:cNvSpPr/>
          <p:nvPr/>
        </p:nvSpPr>
        <p:spPr>
          <a:xfrm>
            <a:off x="525780" y="4419461"/>
            <a:ext cx="429768" cy="2310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99">
                <a:solidFill>
                  <a:srgbClr val="543443"/>
                </a:solidFill>
              </a:rPr>
              <a:t>14</a:t>
            </a:r>
            <a:endParaRPr lang="en-US" sz="1399"/>
          </a:p>
        </p:txBody>
      </p:sp>
      <p:sp>
        <p:nvSpPr>
          <p:cNvPr id="121" name="Shape 119"/>
          <p:cNvSpPr/>
          <p:nvPr/>
        </p:nvSpPr>
        <p:spPr>
          <a:xfrm>
            <a:off x="978408" y="4414889"/>
            <a:ext cx="3881628" cy="240238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22" name="Text 120"/>
          <p:cNvSpPr/>
          <p:nvPr/>
        </p:nvSpPr>
        <p:spPr>
          <a:xfrm>
            <a:off x="1001268" y="4419461"/>
            <a:ext cx="3835908" cy="2310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99">
                <a:solidFill>
                  <a:srgbClr val="543443"/>
                </a:solidFill>
              </a:rPr>
              <a:t>周麗娟</a:t>
            </a:r>
            <a:endParaRPr lang="en-US" sz="1399"/>
          </a:p>
        </p:txBody>
      </p:sp>
      <p:sp>
        <p:nvSpPr>
          <p:cNvPr id="123" name="Shape 121"/>
          <p:cNvSpPr/>
          <p:nvPr/>
        </p:nvSpPr>
        <p:spPr>
          <a:xfrm>
            <a:off x="4860036" y="4414889"/>
            <a:ext cx="621792" cy="240238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24" name="Text 122"/>
          <p:cNvSpPr/>
          <p:nvPr/>
        </p:nvSpPr>
        <p:spPr>
          <a:xfrm>
            <a:off x="4882896" y="4419461"/>
            <a:ext cx="576072" cy="2310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99">
                <a:solidFill>
                  <a:srgbClr val="543443"/>
                </a:solidFill>
              </a:rPr>
              <a:t>璟德</a:t>
            </a:r>
            <a:endParaRPr lang="en-US" sz="1399"/>
          </a:p>
        </p:txBody>
      </p:sp>
      <p:sp>
        <p:nvSpPr>
          <p:cNvPr id="125" name="Shape 123"/>
          <p:cNvSpPr/>
          <p:nvPr/>
        </p:nvSpPr>
        <p:spPr>
          <a:xfrm>
            <a:off x="5481828" y="4414889"/>
            <a:ext cx="530352" cy="240238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26" name="Text 124"/>
          <p:cNvSpPr/>
          <p:nvPr/>
        </p:nvSpPr>
        <p:spPr>
          <a:xfrm>
            <a:off x="5504688" y="4419461"/>
            <a:ext cx="484632" cy="2310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99" b="1">
                <a:solidFill>
                  <a:srgbClr val="7B3C5E"/>
                </a:solidFill>
              </a:rPr>
              <a:t>2</a:t>
            </a:r>
            <a:endParaRPr lang="en-US" sz="1399"/>
          </a:p>
        </p:txBody>
      </p:sp>
      <p:sp>
        <p:nvSpPr>
          <p:cNvPr id="127" name="Shape 125"/>
          <p:cNvSpPr/>
          <p:nvPr/>
        </p:nvSpPr>
        <p:spPr>
          <a:xfrm>
            <a:off x="502920" y="4655127"/>
            <a:ext cx="475488" cy="240238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28" name="Text 126"/>
          <p:cNvSpPr/>
          <p:nvPr/>
        </p:nvSpPr>
        <p:spPr>
          <a:xfrm>
            <a:off x="525780" y="4659699"/>
            <a:ext cx="429768" cy="2310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99">
                <a:solidFill>
                  <a:srgbClr val="543443"/>
                </a:solidFill>
              </a:rPr>
              <a:t>15</a:t>
            </a:r>
            <a:endParaRPr lang="en-US" sz="1399"/>
          </a:p>
        </p:txBody>
      </p:sp>
      <p:sp>
        <p:nvSpPr>
          <p:cNvPr id="129" name="Shape 127"/>
          <p:cNvSpPr/>
          <p:nvPr/>
        </p:nvSpPr>
        <p:spPr>
          <a:xfrm>
            <a:off x="978408" y="4655127"/>
            <a:ext cx="3881628" cy="240238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30" name="Text 128"/>
          <p:cNvSpPr/>
          <p:nvPr/>
        </p:nvSpPr>
        <p:spPr>
          <a:xfrm>
            <a:off x="1001268" y="4659699"/>
            <a:ext cx="3835908" cy="2310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99">
                <a:solidFill>
                  <a:srgbClr val="543443"/>
                </a:solidFill>
              </a:rPr>
              <a:t>余施霞</a:t>
            </a:r>
            <a:endParaRPr lang="en-US" sz="1399"/>
          </a:p>
        </p:txBody>
      </p:sp>
      <p:sp>
        <p:nvSpPr>
          <p:cNvPr id="131" name="Shape 129"/>
          <p:cNvSpPr/>
          <p:nvPr/>
        </p:nvSpPr>
        <p:spPr>
          <a:xfrm>
            <a:off x="4860036" y="4655127"/>
            <a:ext cx="621792" cy="240238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32" name="Text 130"/>
          <p:cNvSpPr/>
          <p:nvPr/>
        </p:nvSpPr>
        <p:spPr>
          <a:xfrm>
            <a:off x="4882896" y="4659699"/>
            <a:ext cx="576072" cy="2310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99">
                <a:solidFill>
                  <a:srgbClr val="543443"/>
                </a:solidFill>
              </a:rPr>
              <a:t>璟德</a:t>
            </a:r>
            <a:endParaRPr lang="en-US" sz="1399"/>
          </a:p>
        </p:txBody>
      </p:sp>
      <p:sp>
        <p:nvSpPr>
          <p:cNvPr id="133" name="Shape 131"/>
          <p:cNvSpPr/>
          <p:nvPr/>
        </p:nvSpPr>
        <p:spPr>
          <a:xfrm>
            <a:off x="5481828" y="4655127"/>
            <a:ext cx="530352" cy="240238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34" name="Text 132"/>
          <p:cNvSpPr/>
          <p:nvPr/>
        </p:nvSpPr>
        <p:spPr>
          <a:xfrm>
            <a:off x="5504688" y="4659699"/>
            <a:ext cx="484632" cy="2310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99" b="1">
                <a:solidFill>
                  <a:srgbClr val="7B3C5E"/>
                </a:solidFill>
              </a:rPr>
              <a:t>1</a:t>
            </a:r>
            <a:endParaRPr lang="en-US" sz="1399"/>
          </a:p>
        </p:txBody>
      </p:sp>
      <p:sp>
        <p:nvSpPr>
          <p:cNvPr id="135" name="Shape 133"/>
          <p:cNvSpPr/>
          <p:nvPr/>
        </p:nvSpPr>
        <p:spPr>
          <a:xfrm>
            <a:off x="502920" y="4895365"/>
            <a:ext cx="475488" cy="240238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36" name="Text 134"/>
          <p:cNvSpPr/>
          <p:nvPr/>
        </p:nvSpPr>
        <p:spPr>
          <a:xfrm>
            <a:off x="525780" y="4899937"/>
            <a:ext cx="429768" cy="2310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99">
                <a:solidFill>
                  <a:srgbClr val="543443"/>
                </a:solidFill>
              </a:rPr>
              <a:t>16</a:t>
            </a:r>
            <a:endParaRPr lang="en-US" sz="1399"/>
          </a:p>
        </p:txBody>
      </p:sp>
      <p:sp>
        <p:nvSpPr>
          <p:cNvPr id="137" name="Shape 135"/>
          <p:cNvSpPr/>
          <p:nvPr/>
        </p:nvSpPr>
        <p:spPr>
          <a:xfrm>
            <a:off x="978408" y="4895365"/>
            <a:ext cx="3881628" cy="240238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38" name="Text 136"/>
          <p:cNvSpPr/>
          <p:nvPr/>
        </p:nvSpPr>
        <p:spPr>
          <a:xfrm>
            <a:off x="1001268" y="4899937"/>
            <a:ext cx="3835908" cy="2310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99">
                <a:solidFill>
                  <a:srgbClr val="543443"/>
                </a:solidFill>
              </a:rPr>
              <a:t>周淑玲</a:t>
            </a:r>
            <a:endParaRPr lang="en-US" sz="1399"/>
          </a:p>
        </p:txBody>
      </p:sp>
      <p:sp>
        <p:nvSpPr>
          <p:cNvPr id="139" name="Shape 137"/>
          <p:cNvSpPr/>
          <p:nvPr/>
        </p:nvSpPr>
        <p:spPr>
          <a:xfrm>
            <a:off x="4860036" y="4895365"/>
            <a:ext cx="621792" cy="240238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40" name="Text 138"/>
          <p:cNvSpPr/>
          <p:nvPr/>
        </p:nvSpPr>
        <p:spPr>
          <a:xfrm>
            <a:off x="4882896" y="4899937"/>
            <a:ext cx="576072" cy="2310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99">
                <a:solidFill>
                  <a:srgbClr val="543443"/>
                </a:solidFill>
              </a:rPr>
              <a:t>璟德</a:t>
            </a:r>
            <a:endParaRPr lang="en-US" sz="1399"/>
          </a:p>
        </p:txBody>
      </p:sp>
      <p:sp>
        <p:nvSpPr>
          <p:cNvPr id="141" name="Shape 139"/>
          <p:cNvSpPr/>
          <p:nvPr/>
        </p:nvSpPr>
        <p:spPr>
          <a:xfrm>
            <a:off x="5481828" y="4895365"/>
            <a:ext cx="530352" cy="240238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42" name="Text 140"/>
          <p:cNvSpPr/>
          <p:nvPr/>
        </p:nvSpPr>
        <p:spPr>
          <a:xfrm>
            <a:off x="5504688" y="4899937"/>
            <a:ext cx="484632" cy="2310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99" b="1">
                <a:solidFill>
                  <a:srgbClr val="7B3C5E"/>
                </a:solidFill>
              </a:rPr>
              <a:t>1</a:t>
            </a:r>
            <a:endParaRPr lang="en-US" sz="1399"/>
          </a:p>
        </p:txBody>
      </p:sp>
      <p:sp>
        <p:nvSpPr>
          <p:cNvPr id="143" name="Shape 141"/>
          <p:cNvSpPr/>
          <p:nvPr/>
        </p:nvSpPr>
        <p:spPr>
          <a:xfrm>
            <a:off x="502920" y="5135603"/>
            <a:ext cx="475488" cy="240238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44" name="Text 142"/>
          <p:cNvSpPr/>
          <p:nvPr/>
        </p:nvSpPr>
        <p:spPr>
          <a:xfrm>
            <a:off x="525780" y="5140175"/>
            <a:ext cx="429768" cy="2310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99">
                <a:solidFill>
                  <a:srgbClr val="543443"/>
                </a:solidFill>
              </a:rPr>
              <a:t>17</a:t>
            </a:r>
            <a:endParaRPr lang="en-US" sz="1399"/>
          </a:p>
        </p:txBody>
      </p:sp>
      <p:sp>
        <p:nvSpPr>
          <p:cNvPr id="145" name="Shape 143"/>
          <p:cNvSpPr/>
          <p:nvPr/>
        </p:nvSpPr>
        <p:spPr>
          <a:xfrm>
            <a:off x="978408" y="5135603"/>
            <a:ext cx="3881628" cy="240238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46" name="Text 144"/>
          <p:cNvSpPr/>
          <p:nvPr/>
        </p:nvSpPr>
        <p:spPr>
          <a:xfrm>
            <a:off x="1001268" y="5140175"/>
            <a:ext cx="3835908" cy="2310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99" dirty="0" err="1">
                <a:solidFill>
                  <a:srgbClr val="543443"/>
                </a:solidFill>
              </a:rPr>
              <a:t>李啟義</a:t>
            </a:r>
            <a:endParaRPr lang="en-US" sz="1399" dirty="0"/>
          </a:p>
        </p:txBody>
      </p:sp>
      <p:sp>
        <p:nvSpPr>
          <p:cNvPr id="147" name="Shape 145"/>
          <p:cNvSpPr/>
          <p:nvPr/>
        </p:nvSpPr>
        <p:spPr>
          <a:xfrm>
            <a:off x="4860036" y="5135603"/>
            <a:ext cx="621792" cy="240238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48" name="Text 146"/>
          <p:cNvSpPr/>
          <p:nvPr/>
        </p:nvSpPr>
        <p:spPr>
          <a:xfrm>
            <a:off x="4882896" y="5140175"/>
            <a:ext cx="576072" cy="2310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99">
                <a:solidFill>
                  <a:srgbClr val="543443"/>
                </a:solidFill>
              </a:rPr>
              <a:t>璟德</a:t>
            </a:r>
            <a:endParaRPr lang="en-US" sz="1399"/>
          </a:p>
        </p:txBody>
      </p:sp>
      <p:sp>
        <p:nvSpPr>
          <p:cNvPr id="149" name="Shape 147"/>
          <p:cNvSpPr/>
          <p:nvPr/>
        </p:nvSpPr>
        <p:spPr>
          <a:xfrm>
            <a:off x="5481828" y="5135603"/>
            <a:ext cx="530352" cy="240238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50" name="Text 148"/>
          <p:cNvSpPr/>
          <p:nvPr/>
        </p:nvSpPr>
        <p:spPr>
          <a:xfrm>
            <a:off x="5504688" y="5140175"/>
            <a:ext cx="484632" cy="2310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99" b="1">
                <a:solidFill>
                  <a:srgbClr val="7B3C5E"/>
                </a:solidFill>
              </a:rPr>
              <a:t>1</a:t>
            </a:r>
            <a:endParaRPr lang="en-US" sz="1399"/>
          </a:p>
        </p:txBody>
      </p:sp>
      <p:sp>
        <p:nvSpPr>
          <p:cNvPr id="151" name="Shape 149"/>
          <p:cNvSpPr/>
          <p:nvPr/>
        </p:nvSpPr>
        <p:spPr>
          <a:xfrm>
            <a:off x="502920" y="5375841"/>
            <a:ext cx="475488" cy="240238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52" name="Text 150"/>
          <p:cNvSpPr/>
          <p:nvPr/>
        </p:nvSpPr>
        <p:spPr>
          <a:xfrm>
            <a:off x="525780" y="5380413"/>
            <a:ext cx="429768" cy="2310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99">
                <a:solidFill>
                  <a:srgbClr val="543443"/>
                </a:solidFill>
              </a:rPr>
              <a:t>18</a:t>
            </a:r>
            <a:endParaRPr lang="en-US" sz="1399"/>
          </a:p>
        </p:txBody>
      </p:sp>
      <p:sp>
        <p:nvSpPr>
          <p:cNvPr id="153" name="Shape 151"/>
          <p:cNvSpPr/>
          <p:nvPr/>
        </p:nvSpPr>
        <p:spPr>
          <a:xfrm>
            <a:off x="978408" y="5375841"/>
            <a:ext cx="3881628" cy="240238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54" name="Text 152"/>
          <p:cNvSpPr/>
          <p:nvPr/>
        </p:nvSpPr>
        <p:spPr>
          <a:xfrm>
            <a:off x="1001268" y="5380413"/>
            <a:ext cx="3835908" cy="2310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99">
                <a:solidFill>
                  <a:srgbClr val="543443"/>
                </a:solidFill>
              </a:rPr>
              <a:t>葉菁</a:t>
            </a:r>
            <a:endParaRPr lang="en-US" sz="1399"/>
          </a:p>
        </p:txBody>
      </p:sp>
      <p:sp>
        <p:nvSpPr>
          <p:cNvPr id="155" name="Shape 153"/>
          <p:cNvSpPr/>
          <p:nvPr/>
        </p:nvSpPr>
        <p:spPr>
          <a:xfrm>
            <a:off x="4860036" y="5375841"/>
            <a:ext cx="621792" cy="240238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56" name="Text 154"/>
          <p:cNvSpPr/>
          <p:nvPr/>
        </p:nvSpPr>
        <p:spPr>
          <a:xfrm>
            <a:off x="4882896" y="5380413"/>
            <a:ext cx="576072" cy="2310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99">
                <a:solidFill>
                  <a:srgbClr val="543443"/>
                </a:solidFill>
              </a:rPr>
              <a:t>璟德</a:t>
            </a:r>
            <a:endParaRPr lang="en-US" sz="1399"/>
          </a:p>
        </p:txBody>
      </p:sp>
      <p:sp>
        <p:nvSpPr>
          <p:cNvPr id="157" name="Shape 155"/>
          <p:cNvSpPr/>
          <p:nvPr/>
        </p:nvSpPr>
        <p:spPr>
          <a:xfrm>
            <a:off x="5481828" y="5375841"/>
            <a:ext cx="530352" cy="240238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58" name="Text 156"/>
          <p:cNvSpPr/>
          <p:nvPr/>
        </p:nvSpPr>
        <p:spPr>
          <a:xfrm>
            <a:off x="5504688" y="5380413"/>
            <a:ext cx="484632" cy="2310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99" b="1">
                <a:solidFill>
                  <a:srgbClr val="7B3C5E"/>
                </a:solidFill>
              </a:rPr>
              <a:t>1</a:t>
            </a:r>
            <a:endParaRPr lang="en-US" sz="1399"/>
          </a:p>
        </p:txBody>
      </p:sp>
      <p:sp>
        <p:nvSpPr>
          <p:cNvPr id="159" name="Shape 157"/>
          <p:cNvSpPr/>
          <p:nvPr/>
        </p:nvSpPr>
        <p:spPr>
          <a:xfrm>
            <a:off x="502920" y="5616079"/>
            <a:ext cx="475488" cy="240238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60" name="Text 158"/>
          <p:cNvSpPr/>
          <p:nvPr/>
        </p:nvSpPr>
        <p:spPr>
          <a:xfrm>
            <a:off x="525780" y="5620651"/>
            <a:ext cx="429768" cy="2310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99">
                <a:solidFill>
                  <a:srgbClr val="543443"/>
                </a:solidFill>
              </a:rPr>
              <a:t>19</a:t>
            </a:r>
            <a:endParaRPr lang="en-US" sz="1399"/>
          </a:p>
        </p:txBody>
      </p:sp>
      <p:sp>
        <p:nvSpPr>
          <p:cNvPr id="161" name="Shape 159"/>
          <p:cNvSpPr/>
          <p:nvPr/>
        </p:nvSpPr>
        <p:spPr>
          <a:xfrm>
            <a:off x="978408" y="5616079"/>
            <a:ext cx="3881628" cy="240238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62" name="Text 160"/>
          <p:cNvSpPr/>
          <p:nvPr/>
        </p:nvSpPr>
        <p:spPr>
          <a:xfrm>
            <a:off x="1001268" y="5620651"/>
            <a:ext cx="3835908" cy="2310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99">
                <a:solidFill>
                  <a:srgbClr val="543443"/>
                </a:solidFill>
              </a:rPr>
              <a:t>周賢明</a:t>
            </a:r>
            <a:endParaRPr lang="en-US" sz="1399"/>
          </a:p>
        </p:txBody>
      </p:sp>
      <p:sp>
        <p:nvSpPr>
          <p:cNvPr id="163" name="Shape 161"/>
          <p:cNvSpPr/>
          <p:nvPr/>
        </p:nvSpPr>
        <p:spPr>
          <a:xfrm>
            <a:off x="4860036" y="5616079"/>
            <a:ext cx="621792" cy="240238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64" name="Text 162"/>
          <p:cNvSpPr/>
          <p:nvPr/>
        </p:nvSpPr>
        <p:spPr>
          <a:xfrm>
            <a:off x="4882896" y="5620651"/>
            <a:ext cx="576072" cy="2310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99">
                <a:solidFill>
                  <a:srgbClr val="543443"/>
                </a:solidFill>
              </a:rPr>
              <a:t>璟德</a:t>
            </a:r>
            <a:endParaRPr lang="en-US" sz="1399"/>
          </a:p>
        </p:txBody>
      </p:sp>
      <p:sp>
        <p:nvSpPr>
          <p:cNvPr id="165" name="Shape 163"/>
          <p:cNvSpPr/>
          <p:nvPr/>
        </p:nvSpPr>
        <p:spPr>
          <a:xfrm>
            <a:off x="5481828" y="5616079"/>
            <a:ext cx="530352" cy="240238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66" name="Text 164"/>
          <p:cNvSpPr/>
          <p:nvPr/>
        </p:nvSpPr>
        <p:spPr>
          <a:xfrm>
            <a:off x="5504688" y="5620651"/>
            <a:ext cx="484632" cy="2310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99" b="1">
                <a:solidFill>
                  <a:srgbClr val="7B3C5E"/>
                </a:solidFill>
              </a:rPr>
              <a:t>1</a:t>
            </a:r>
            <a:endParaRPr lang="en-US" sz="1399"/>
          </a:p>
        </p:txBody>
      </p:sp>
      <p:sp>
        <p:nvSpPr>
          <p:cNvPr id="167" name="Shape 165"/>
          <p:cNvSpPr/>
          <p:nvPr/>
        </p:nvSpPr>
        <p:spPr>
          <a:xfrm>
            <a:off x="502920" y="5856316"/>
            <a:ext cx="475488" cy="240238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68" name="Text 166"/>
          <p:cNvSpPr/>
          <p:nvPr/>
        </p:nvSpPr>
        <p:spPr>
          <a:xfrm>
            <a:off x="525780" y="5860888"/>
            <a:ext cx="429768" cy="2310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99">
                <a:solidFill>
                  <a:srgbClr val="543443"/>
                </a:solidFill>
              </a:rPr>
              <a:t>20</a:t>
            </a:r>
            <a:endParaRPr lang="en-US" sz="1399"/>
          </a:p>
        </p:txBody>
      </p:sp>
      <p:sp>
        <p:nvSpPr>
          <p:cNvPr id="169" name="Shape 167"/>
          <p:cNvSpPr/>
          <p:nvPr/>
        </p:nvSpPr>
        <p:spPr>
          <a:xfrm>
            <a:off x="978408" y="5856316"/>
            <a:ext cx="3881628" cy="240238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70" name="Text 168"/>
          <p:cNvSpPr/>
          <p:nvPr/>
        </p:nvSpPr>
        <p:spPr>
          <a:xfrm>
            <a:off x="1001268" y="5860888"/>
            <a:ext cx="3835908" cy="2310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99">
                <a:solidFill>
                  <a:srgbClr val="543443"/>
                </a:solidFill>
              </a:rPr>
              <a:t>陳素琴</a:t>
            </a:r>
            <a:endParaRPr lang="en-US" sz="1399"/>
          </a:p>
        </p:txBody>
      </p:sp>
      <p:sp>
        <p:nvSpPr>
          <p:cNvPr id="171" name="Shape 169"/>
          <p:cNvSpPr/>
          <p:nvPr/>
        </p:nvSpPr>
        <p:spPr>
          <a:xfrm>
            <a:off x="4860036" y="5856316"/>
            <a:ext cx="621792" cy="240238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72" name="Text 170"/>
          <p:cNvSpPr/>
          <p:nvPr/>
        </p:nvSpPr>
        <p:spPr>
          <a:xfrm>
            <a:off x="4882896" y="5860888"/>
            <a:ext cx="576072" cy="2310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99">
                <a:solidFill>
                  <a:srgbClr val="543443"/>
                </a:solidFill>
              </a:rPr>
              <a:t>恭德</a:t>
            </a:r>
            <a:endParaRPr lang="en-US" sz="1399"/>
          </a:p>
        </p:txBody>
      </p:sp>
      <p:sp>
        <p:nvSpPr>
          <p:cNvPr id="173" name="Shape 171"/>
          <p:cNvSpPr/>
          <p:nvPr/>
        </p:nvSpPr>
        <p:spPr>
          <a:xfrm>
            <a:off x="5481828" y="5856316"/>
            <a:ext cx="530352" cy="240238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74" name="Text 172"/>
          <p:cNvSpPr/>
          <p:nvPr/>
        </p:nvSpPr>
        <p:spPr>
          <a:xfrm>
            <a:off x="5504688" y="5860888"/>
            <a:ext cx="484632" cy="2310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99" b="1">
                <a:solidFill>
                  <a:srgbClr val="7B3C5E"/>
                </a:solidFill>
              </a:rPr>
              <a:t>1</a:t>
            </a:r>
            <a:endParaRPr lang="en-US" sz="1399"/>
          </a:p>
        </p:txBody>
      </p:sp>
      <p:sp>
        <p:nvSpPr>
          <p:cNvPr id="175" name="Shape 173"/>
          <p:cNvSpPr/>
          <p:nvPr/>
        </p:nvSpPr>
        <p:spPr>
          <a:xfrm>
            <a:off x="502920" y="6096554"/>
            <a:ext cx="475488" cy="240238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76" name="Text 174"/>
          <p:cNvSpPr/>
          <p:nvPr/>
        </p:nvSpPr>
        <p:spPr>
          <a:xfrm>
            <a:off x="525780" y="6101126"/>
            <a:ext cx="429768" cy="2310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99">
                <a:solidFill>
                  <a:srgbClr val="543443"/>
                </a:solidFill>
              </a:rPr>
              <a:t>21</a:t>
            </a:r>
            <a:endParaRPr lang="en-US" sz="1399"/>
          </a:p>
        </p:txBody>
      </p:sp>
      <p:sp>
        <p:nvSpPr>
          <p:cNvPr id="177" name="Shape 175"/>
          <p:cNvSpPr/>
          <p:nvPr/>
        </p:nvSpPr>
        <p:spPr>
          <a:xfrm>
            <a:off x="978408" y="6096554"/>
            <a:ext cx="3881628" cy="240238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78" name="Text 176"/>
          <p:cNvSpPr/>
          <p:nvPr/>
        </p:nvSpPr>
        <p:spPr>
          <a:xfrm>
            <a:off x="1001268" y="6101126"/>
            <a:ext cx="3835908" cy="2310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99">
                <a:solidFill>
                  <a:srgbClr val="543443"/>
                </a:solidFill>
              </a:rPr>
              <a:t>李鎂蓮</a:t>
            </a:r>
            <a:endParaRPr lang="en-US" sz="1399"/>
          </a:p>
        </p:txBody>
      </p:sp>
      <p:sp>
        <p:nvSpPr>
          <p:cNvPr id="179" name="Shape 177"/>
          <p:cNvSpPr/>
          <p:nvPr/>
        </p:nvSpPr>
        <p:spPr>
          <a:xfrm>
            <a:off x="4860036" y="6096554"/>
            <a:ext cx="621792" cy="240238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80" name="Text 178"/>
          <p:cNvSpPr/>
          <p:nvPr/>
        </p:nvSpPr>
        <p:spPr>
          <a:xfrm>
            <a:off x="4882896" y="6101126"/>
            <a:ext cx="576072" cy="2310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99">
                <a:solidFill>
                  <a:srgbClr val="543443"/>
                </a:solidFill>
              </a:rPr>
              <a:t>理德</a:t>
            </a:r>
            <a:endParaRPr lang="en-US" sz="1399"/>
          </a:p>
        </p:txBody>
      </p:sp>
      <p:sp>
        <p:nvSpPr>
          <p:cNvPr id="181" name="Shape 179"/>
          <p:cNvSpPr/>
          <p:nvPr/>
        </p:nvSpPr>
        <p:spPr>
          <a:xfrm>
            <a:off x="5481828" y="6096554"/>
            <a:ext cx="530352" cy="240238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82" name="Text 180"/>
          <p:cNvSpPr/>
          <p:nvPr/>
        </p:nvSpPr>
        <p:spPr>
          <a:xfrm>
            <a:off x="5504688" y="6101126"/>
            <a:ext cx="484632" cy="2310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99" b="1">
                <a:solidFill>
                  <a:srgbClr val="7B3C5E"/>
                </a:solidFill>
              </a:rPr>
              <a:t>2</a:t>
            </a:r>
            <a:endParaRPr lang="en-US" sz="1399"/>
          </a:p>
        </p:txBody>
      </p:sp>
      <p:sp>
        <p:nvSpPr>
          <p:cNvPr id="183" name="Shape 181"/>
          <p:cNvSpPr/>
          <p:nvPr/>
        </p:nvSpPr>
        <p:spPr>
          <a:xfrm>
            <a:off x="6176772" y="1051560"/>
            <a:ext cx="5509260" cy="5285232"/>
          </a:xfrm>
          <a:prstGeom prst="roundRect">
            <a:avLst/>
          </a:prstGeom>
          <a:solidFill>
            <a:srgbClr val="FFFCFA"/>
          </a:solidFill>
          <a:ln w="12700">
            <a:solidFill>
              <a:srgbClr val="D8B77D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84" name="Shape 182"/>
          <p:cNvSpPr/>
          <p:nvPr/>
        </p:nvSpPr>
        <p:spPr>
          <a:xfrm>
            <a:off x="6176772" y="1051560"/>
            <a:ext cx="475488" cy="251678"/>
          </a:xfrm>
          <a:prstGeom prst="rect">
            <a:avLst/>
          </a:prstGeom>
          <a:solidFill>
            <a:srgbClr val="92506F"/>
          </a:solidFill>
          <a:ln w="6350">
            <a:solidFill>
              <a:srgbClr val="E6C992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85" name="Text 183"/>
          <p:cNvSpPr/>
          <p:nvPr/>
        </p:nvSpPr>
        <p:spPr>
          <a:xfrm>
            <a:off x="6195060" y="1060704"/>
            <a:ext cx="438912" cy="2333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13" b="1">
                <a:solidFill>
                  <a:srgbClr val="FFFFFF"/>
                </a:solidFill>
              </a:rPr>
              <a:t>No</a:t>
            </a:r>
            <a:endParaRPr lang="en-US" sz="1413"/>
          </a:p>
        </p:txBody>
      </p:sp>
      <p:sp>
        <p:nvSpPr>
          <p:cNvPr id="186" name="Shape 184"/>
          <p:cNvSpPr/>
          <p:nvPr/>
        </p:nvSpPr>
        <p:spPr>
          <a:xfrm>
            <a:off x="6652260" y="1051560"/>
            <a:ext cx="3881628" cy="251678"/>
          </a:xfrm>
          <a:prstGeom prst="rect">
            <a:avLst/>
          </a:prstGeom>
          <a:solidFill>
            <a:srgbClr val="7B3C5E"/>
          </a:solidFill>
          <a:ln w="6350">
            <a:solidFill>
              <a:srgbClr val="E6C992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87" name="Text 185"/>
          <p:cNvSpPr/>
          <p:nvPr/>
        </p:nvSpPr>
        <p:spPr>
          <a:xfrm>
            <a:off x="6670548" y="1060704"/>
            <a:ext cx="3845052" cy="2333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13" b="1">
                <a:solidFill>
                  <a:srgbClr val="FFFFFF"/>
                </a:solidFill>
              </a:rPr>
              <a:t>負責人</a:t>
            </a:r>
            <a:endParaRPr lang="en-US" sz="1413"/>
          </a:p>
        </p:txBody>
      </p:sp>
      <p:sp>
        <p:nvSpPr>
          <p:cNvPr id="188" name="Shape 186"/>
          <p:cNvSpPr/>
          <p:nvPr/>
        </p:nvSpPr>
        <p:spPr>
          <a:xfrm>
            <a:off x="10533888" y="1051560"/>
            <a:ext cx="621792" cy="251678"/>
          </a:xfrm>
          <a:prstGeom prst="rect">
            <a:avLst/>
          </a:prstGeom>
          <a:solidFill>
            <a:srgbClr val="92506F"/>
          </a:solidFill>
          <a:ln w="6350">
            <a:solidFill>
              <a:srgbClr val="E6C992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89" name="Text 187"/>
          <p:cNvSpPr/>
          <p:nvPr/>
        </p:nvSpPr>
        <p:spPr>
          <a:xfrm>
            <a:off x="10552176" y="1060704"/>
            <a:ext cx="585216" cy="2333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13" b="1">
                <a:solidFill>
                  <a:srgbClr val="FFFFFF"/>
                </a:solidFill>
              </a:rPr>
              <a:t>屬壇</a:t>
            </a:r>
            <a:endParaRPr lang="en-US" sz="1413"/>
          </a:p>
        </p:txBody>
      </p:sp>
      <p:sp>
        <p:nvSpPr>
          <p:cNvPr id="190" name="Shape 188"/>
          <p:cNvSpPr/>
          <p:nvPr/>
        </p:nvSpPr>
        <p:spPr>
          <a:xfrm>
            <a:off x="11155680" y="1051560"/>
            <a:ext cx="530352" cy="251678"/>
          </a:xfrm>
          <a:prstGeom prst="rect">
            <a:avLst/>
          </a:prstGeom>
          <a:solidFill>
            <a:srgbClr val="92506F"/>
          </a:solidFill>
          <a:ln w="6350">
            <a:solidFill>
              <a:srgbClr val="E6C992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91" name="Text 189"/>
          <p:cNvSpPr/>
          <p:nvPr/>
        </p:nvSpPr>
        <p:spPr>
          <a:xfrm>
            <a:off x="11173968" y="1060704"/>
            <a:ext cx="493776" cy="2333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 err="1">
                <a:solidFill>
                  <a:srgbClr val="FFFFFF"/>
                </a:solidFill>
              </a:rPr>
              <a:t>畢班人數</a:t>
            </a:r>
            <a:endParaRPr lang="en-US" sz="900" dirty="0"/>
          </a:p>
        </p:txBody>
      </p:sp>
      <p:sp>
        <p:nvSpPr>
          <p:cNvPr id="192" name="Shape 190"/>
          <p:cNvSpPr/>
          <p:nvPr/>
        </p:nvSpPr>
        <p:spPr>
          <a:xfrm>
            <a:off x="6176772" y="1303238"/>
            <a:ext cx="475488" cy="251678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93" name="Text 191"/>
          <p:cNvSpPr/>
          <p:nvPr/>
        </p:nvSpPr>
        <p:spPr>
          <a:xfrm>
            <a:off x="6199632" y="1307810"/>
            <a:ext cx="429768" cy="2425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69">
                <a:solidFill>
                  <a:srgbClr val="543443"/>
                </a:solidFill>
              </a:rPr>
              <a:t>22</a:t>
            </a:r>
            <a:endParaRPr lang="en-US" sz="1469"/>
          </a:p>
        </p:txBody>
      </p:sp>
      <p:sp>
        <p:nvSpPr>
          <p:cNvPr id="194" name="Shape 192"/>
          <p:cNvSpPr/>
          <p:nvPr/>
        </p:nvSpPr>
        <p:spPr>
          <a:xfrm>
            <a:off x="6652260" y="1303238"/>
            <a:ext cx="3881628" cy="251678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95" name="Text 193"/>
          <p:cNvSpPr/>
          <p:nvPr/>
        </p:nvSpPr>
        <p:spPr>
          <a:xfrm>
            <a:off x="6675120" y="1307810"/>
            <a:ext cx="3835908" cy="2425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69">
                <a:solidFill>
                  <a:srgbClr val="543443"/>
                </a:solidFill>
              </a:rPr>
              <a:t>李寶琴</a:t>
            </a:r>
            <a:endParaRPr lang="en-US" sz="1469"/>
          </a:p>
        </p:txBody>
      </p:sp>
      <p:sp>
        <p:nvSpPr>
          <p:cNvPr id="196" name="Shape 194"/>
          <p:cNvSpPr/>
          <p:nvPr/>
        </p:nvSpPr>
        <p:spPr>
          <a:xfrm>
            <a:off x="10533888" y="1303238"/>
            <a:ext cx="621792" cy="251678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97" name="Text 195"/>
          <p:cNvSpPr/>
          <p:nvPr/>
        </p:nvSpPr>
        <p:spPr>
          <a:xfrm>
            <a:off x="10556748" y="1307810"/>
            <a:ext cx="576072" cy="2425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69">
                <a:solidFill>
                  <a:srgbClr val="543443"/>
                </a:solidFill>
              </a:rPr>
              <a:t>理德</a:t>
            </a:r>
            <a:endParaRPr lang="en-US" sz="1469"/>
          </a:p>
        </p:txBody>
      </p:sp>
      <p:sp>
        <p:nvSpPr>
          <p:cNvPr id="198" name="Shape 196"/>
          <p:cNvSpPr/>
          <p:nvPr/>
        </p:nvSpPr>
        <p:spPr>
          <a:xfrm>
            <a:off x="11155680" y="1303238"/>
            <a:ext cx="530352" cy="251678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99" name="Text 197"/>
          <p:cNvSpPr/>
          <p:nvPr/>
        </p:nvSpPr>
        <p:spPr>
          <a:xfrm>
            <a:off x="11178540" y="1307810"/>
            <a:ext cx="484632" cy="2425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69" b="1">
                <a:solidFill>
                  <a:srgbClr val="7B3C5E"/>
                </a:solidFill>
              </a:rPr>
              <a:t>2</a:t>
            </a:r>
            <a:endParaRPr lang="en-US" sz="1469"/>
          </a:p>
        </p:txBody>
      </p:sp>
      <p:sp>
        <p:nvSpPr>
          <p:cNvPr id="200" name="Shape 198"/>
          <p:cNvSpPr/>
          <p:nvPr/>
        </p:nvSpPr>
        <p:spPr>
          <a:xfrm>
            <a:off x="6176772" y="1554915"/>
            <a:ext cx="475488" cy="251678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01" name="Text 199"/>
          <p:cNvSpPr/>
          <p:nvPr/>
        </p:nvSpPr>
        <p:spPr>
          <a:xfrm>
            <a:off x="6199632" y="1559487"/>
            <a:ext cx="429768" cy="2425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69">
                <a:solidFill>
                  <a:srgbClr val="543443"/>
                </a:solidFill>
              </a:rPr>
              <a:t>23</a:t>
            </a:r>
            <a:endParaRPr lang="en-US" sz="1469"/>
          </a:p>
        </p:txBody>
      </p:sp>
      <p:sp>
        <p:nvSpPr>
          <p:cNvPr id="202" name="Shape 200"/>
          <p:cNvSpPr/>
          <p:nvPr/>
        </p:nvSpPr>
        <p:spPr>
          <a:xfrm>
            <a:off x="6652260" y="1554915"/>
            <a:ext cx="3881628" cy="251678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03" name="Text 201"/>
          <p:cNvSpPr/>
          <p:nvPr/>
        </p:nvSpPr>
        <p:spPr>
          <a:xfrm>
            <a:off x="6675120" y="1559487"/>
            <a:ext cx="3835908" cy="2425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69">
                <a:solidFill>
                  <a:srgbClr val="543443"/>
                </a:solidFill>
              </a:rPr>
              <a:t>洪淑芬</a:t>
            </a:r>
            <a:endParaRPr lang="en-US" sz="1469"/>
          </a:p>
        </p:txBody>
      </p:sp>
      <p:sp>
        <p:nvSpPr>
          <p:cNvPr id="204" name="Shape 202"/>
          <p:cNvSpPr/>
          <p:nvPr/>
        </p:nvSpPr>
        <p:spPr>
          <a:xfrm>
            <a:off x="10533888" y="1554915"/>
            <a:ext cx="621792" cy="251678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05" name="Text 203"/>
          <p:cNvSpPr/>
          <p:nvPr/>
        </p:nvSpPr>
        <p:spPr>
          <a:xfrm>
            <a:off x="10556748" y="1559487"/>
            <a:ext cx="576072" cy="2425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69">
                <a:solidFill>
                  <a:srgbClr val="543443"/>
                </a:solidFill>
              </a:rPr>
              <a:t>理德</a:t>
            </a:r>
            <a:endParaRPr lang="en-US" sz="1469"/>
          </a:p>
        </p:txBody>
      </p:sp>
      <p:sp>
        <p:nvSpPr>
          <p:cNvPr id="206" name="Shape 204"/>
          <p:cNvSpPr/>
          <p:nvPr/>
        </p:nvSpPr>
        <p:spPr>
          <a:xfrm>
            <a:off x="11155680" y="1554915"/>
            <a:ext cx="530352" cy="251678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07" name="Text 205"/>
          <p:cNvSpPr/>
          <p:nvPr/>
        </p:nvSpPr>
        <p:spPr>
          <a:xfrm>
            <a:off x="11178540" y="1559487"/>
            <a:ext cx="484632" cy="2425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69" b="1">
                <a:solidFill>
                  <a:srgbClr val="7B3C5E"/>
                </a:solidFill>
              </a:rPr>
              <a:t>1</a:t>
            </a:r>
            <a:endParaRPr lang="en-US" sz="1469"/>
          </a:p>
        </p:txBody>
      </p:sp>
      <p:sp>
        <p:nvSpPr>
          <p:cNvPr id="208" name="Shape 206"/>
          <p:cNvSpPr/>
          <p:nvPr/>
        </p:nvSpPr>
        <p:spPr>
          <a:xfrm>
            <a:off x="6176772" y="1806593"/>
            <a:ext cx="475488" cy="251678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09" name="Text 207"/>
          <p:cNvSpPr/>
          <p:nvPr/>
        </p:nvSpPr>
        <p:spPr>
          <a:xfrm>
            <a:off x="6199632" y="1811165"/>
            <a:ext cx="429768" cy="2425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69">
                <a:solidFill>
                  <a:srgbClr val="543443"/>
                </a:solidFill>
              </a:rPr>
              <a:t>24</a:t>
            </a:r>
            <a:endParaRPr lang="en-US" sz="1469"/>
          </a:p>
        </p:txBody>
      </p:sp>
      <p:sp>
        <p:nvSpPr>
          <p:cNvPr id="210" name="Shape 208"/>
          <p:cNvSpPr/>
          <p:nvPr/>
        </p:nvSpPr>
        <p:spPr>
          <a:xfrm>
            <a:off x="6652260" y="1806593"/>
            <a:ext cx="3881628" cy="251678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11" name="Text 209"/>
          <p:cNvSpPr/>
          <p:nvPr/>
        </p:nvSpPr>
        <p:spPr>
          <a:xfrm>
            <a:off x="6675120" y="1811165"/>
            <a:ext cx="3835908" cy="2425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69">
                <a:solidFill>
                  <a:srgbClr val="543443"/>
                </a:solidFill>
              </a:rPr>
              <a:t>張梅雲</a:t>
            </a:r>
            <a:endParaRPr lang="en-US" sz="1469"/>
          </a:p>
        </p:txBody>
      </p:sp>
      <p:sp>
        <p:nvSpPr>
          <p:cNvPr id="212" name="Shape 210"/>
          <p:cNvSpPr/>
          <p:nvPr/>
        </p:nvSpPr>
        <p:spPr>
          <a:xfrm>
            <a:off x="10533888" y="1806593"/>
            <a:ext cx="621792" cy="251678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13" name="Text 211"/>
          <p:cNvSpPr/>
          <p:nvPr/>
        </p:nvSpPr>
        <p:spPr>
          <a:xfrm>
            <a:off x="10556748" y="1811165"/>
            <a:ext cx="576072" cy="2425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69">
                <a:solidFill>
                  <a:srgbClr val="543443"/>
                </a:solidFill>
              </a:rPr>
              <a:t>理德</a:t>
            </a:r>
            <a:endParaRPr lang="en-US" sz="1469"/>
          </a:p>
        </p:txBody>
      </p:sp>
      <p:sp>
        <p:nvSpPr>
          <p:cNvPr id="214" name="Shape 212"/>
          <p:cNvSpPr/>
          <p:nvPr/>
        </p:nvSpPr>
        <p:spPr>
          <a:xfrm>
            <a:off x="11155680" y="1806593"/>
            <a:ext cx="530352" cy="251678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15" name="Text 213"/>
          <p:cNvSpPr/>
          <p:nvPr/>
        </p:nvSpPr>
        <p:spPr>
          <a:xfrm>
            <a:off x="11178540" y="1811165"/>
            <a:ext cx="484632" cy="2425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69" b="1">
                <a:solidFill>
                  <a:srgbClr val="7B3C5E"/>
                </a:solidFill>
              </a:rPr>
              <a:t>1</a:t>
            </a:r>
            <a:endParaRPr lang="en-US" sz="1469"/>
          </a:p>
        </p:txBody>
      </p:sp>
      <p:sp>
        <p:nvSpPr>
          <p:cNvPr id="216" name="Shape 214"/>
          <p:cNvSpPr/>
          <p:nvPr/>
        </p:nvSpPr>
        <p:spPr>
          <a:xfrm>
            <a:off x="6176772" y="2058271"/>
            <a:ext cx="475488" cy="251678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17" name="Text 215"/>
          <p:cNvSpPr/>
          <p:nvPr/>
        </p:nvSpPr>
        <p:spPr>
          <a:xfrm>
            <a:off x="6199632" y="2062843"/>
            <a:ext cx="429768" cy="2425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69">
                <a:solidFill>
                  <a:srgbClr val="543443"/>
                </a:solidFill>
              </a:rPr>
              <a:t>25</a:t>
            </a:r>
            <a:endParaRPr lang="en-US" sz="1469"/>
          </a:p>
        </p:txBody>
      </p:sp>
      <p:sp>
        <p:nvSpPr>
          <p:cNvPr id="218" name="Shape 216"/>
          <p:cNvSpPr/>
          <p:nvPr/>
        </p:nvSpPr>
        <p:spPr>
          <a:xfrm>
            <a:off x="6652260" y="2058271"/>
            <a:ext cx="3881628" cy="251678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19" name="Text 217"/>
          <p:cNvSpPr/>
          <p:nvPr/>
        </p:nvSpPr>
        <p:spPr>
          <a:xfrm>
            <a:off x="6675120" y="2062843"/>
            <a:ext cx="3835908" cy="2425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69">
                <a:solidFill>
                  <a:srgbClr val="543443"/>
                </a:solidFill>
              </a:rPr>
              <a:t>陳彩玲</a:t>
            </a:r>
            <a:endParaRPr lang="en-US" sz="1469"/>
          </a:p>
        </p:txBody>
      </p:sp>
      <p:sp>
        <p:nvSpPr>
          <p:cNvPr id="220" name="Shape 218"/>
          <p:cNvSpPr/>
          <p:nvPr/>
        </p:nvSpPr>
        <p:spPr>
          <a:xfrm>
            <a:off x="10533888" y="2058271"/>
            <a:ext cx="621792" cy="251678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21" name="Text 219"/>
          <p:cNvSpPr/>
          <p:nvPr/>
        </p:nvSpPr>
        <p:spPr>
          <a:xfrm>
            <a:off x="10556748" y="2062843"/>
            <a:ext cx="576072" cy="2425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69">
                <a:solidFill>
                  <a:srgbClr val="543443"/>
                </a:solidFill>
              </a:rPr>
              <a:t>理德</a:t>
            </a:r>
            <a:endParaRPr lang="en-US" sz="1469"/>
          </a:p>
        </p:txBody>
      </p:sp>
      <p:sp>
        <p:nvSpPr>
          <p:cNvPr id="222" name="Shape 220"/>
          <p:cNvSpPr/>
          <p:nvPr/>
        </p:nvSpPr>
        <p:spPr>
          <a:xfrm>
            <a:off x="11155680" y="2058271"/>
            <a:ext cx="530352" cy="251678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23" name="Text 221"/>
          <p:cNvSpPr/>
          <p:nvPr/>
        </p:nvSpPr>
        <p:spPr>
          <a:xfrm>
            <a:off x="11178540" y="2062843"/>
            <a:ext cx="484632" cy="2425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69" b="1">
                <a:solidFill>
                  <a:srgbClr val="7B3C5E"/>
                </a:solidFill>
              </a:rPr>
              <a:t>1</a:t>
            </a:r>
            <a:endParaRPr lang="en-US" sz="1469"/>
          </a:p>
        </p:txBody>
      </p:sp>
      <p:sp>
        <p:nvSpPr>
          <p:cNvPr id="224" name="Shape 222"/>
          <p:cNvSpPr/>
          <p:nvPr/>
        </p:nvSpPr>
        <p:spPr>
          <a:xfrm>
            <a:off x="6176772" y="2309949"/>
            <a:ext cx="475488" cy="251678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25" name="Text 223"/>
          <p:cNvSpPr/>
          <p:nvPr/>
        </p:nvSpPr>
        <p:spPr>
          <a:xfrm>
            <a:off x="6199632" y="2314521"/>
            <a:ext cx="429768" cy="2425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69">
                <a:solidFill>
                  <a:srgbClr val="543443"/>
                </a:solidFill>
              </a:rPr>
              <a:t>26</a:t>
            </a:r>
            <a:endParaRPr lang="en-US" sz="1469"/>
          </a:p>
        </p:txBody>
      </p:sp>
      <p:sp>
        <p:nvSpPr>
          <p:cNvPr id="226" name="Shape 224"/>
          <p:cNvSpPr/>
          <p:nvPr/>
        </p:nvSpPr>
        <p:spPr>
          <a:xfrm>
            <a:off x="6652260" y="2309949"/>
            <a:ext cx="3881628" cy="251678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27" name="Text 225"/>
          <p:cNvSpPr/>
          <p:nvPr/>
        </p:nvSpPr>
        <p:spPr>
          <a:xfrm>
            <a:off x="6675120" y="2314521"/>
            <a:ext cx="3835908" cy="2425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69">
                <a:solidFill>
                  <a:srgbClr val="543443"/>
                </a:solidFill>
              </a:rPr>
              <a:t>胡秋蕓</a:t>
            </a:r>
            <a:endParaRPr lang="en-US" sz="1469"/>
          </a:p>
        </p:txBody>
      </p:sp>
      <p:sp>
        <p:nvSpPr>
          <p:cNvPr id="228" name="Shape 226"/>
          <p:cNvSpPr/>
          <p:nvPr/>
        </p:nvSpPr>
        <p:spPr>
          <a:xfrm>
            <a:off x="10533888" y="2309949"/>
            <a:ext cx="621792" cy="251678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29" name="Text 227"/>
          <p:cNvSpPr/>
          <p:nvPr/>
        </p:nvSpPr>
        <p:spPr>
          <a:xfrm>
            <a:off x="10556748" y="2314521"/>
            <a:ext cx="576072" cy="2425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69">
                <a:solidFill>
                  <a:srgbClr val="543443"/>
                </a:solidFill>
              </a:rPr>
              <a:t>理德</a:t>
            </a:r>
            <a:endParaRPr lang="en-US" sz="1469"/>
          </a:p>
        </p:txBody>
      </p:sp>
      <p:sp>
        <p:nvSpPr>
          <p:cNvPr id="230" name="Shape 228"/>
          <p:cNvSpPr/>
          <p:nvPr/>
        </p:nvSpPr>
        <p:spPr>
          <a:xfrm>
            <a:off x="11155680" y="2309949"/>
            <a:ext cx="530352" cy="251678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31" name="Text 229"/>
          <p:cNvSpPr/>
          <p:nvPr/>
        </p:nvSpPr>
        <p:spPr>
          <a:xfrm>
            <a:off x="11178540" y="2314521"/>
            <a:ext cx="484632" cy="2425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69" b="1">
                <a:solidFill>
                  <a:srgbClr val="7B3C5E"/>
                </a:solidFill>
              </a:rPr>
              <a:t>1</a:t>
            </a:r>
            <a:endParaRPr lang="en-US" sz="1469"/>
          </a:p>
        </p:txBody>
      </p:sp>
      <p:sp>
        <p:nvSpPr>
          <p:cNvPr id="232" name="Shape 230"/>
          <p:cNvSpPr/>
          <p:nvPr/>
        </p:nvSpPr>
        <p:spPr>
          <a:xfrm>
            <a:off x="6176772" y="2561626"/>
            <a:ext cx="475488" cy="251678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33" name="Text 231"/>
          <p:cNvSpPr/>
          <p:nvPr/>
        </p:nvSpPr>
        <p:spPr>
          <a:xfrm>
            <a:off x="6199632" y="2566198"/>
            <a:ext cx="429768" cy="2425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69">
                <a:solidFill>
                  <a:srgbClr val="543443"/>
                </a:solidFill>
              </a:rPr>
              <a:t>27</a:t>
            </a:r>
            <a:endParaRPr lang="en-US" sz="1469"/>
          </a:p>
        </p:txBody>
      </p:sp>
      <p:sp>
        <p:nvSpPr>
          <p:cNvPr id="234" name="Shape 232"/>
          <p:cNvSpPr/>
          <p:nvPr/>
        </p:nvSpPr>
        <p:spPr>
          <a:xfrm>
            <a:off x="6652260" y="2561626"/>
            <a:ext cx="3881628" cy="251678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35" name="Text 233"/>
          <p:cNvSpPr/>
          <p:nvPr/>
        </p:nvSpPr>
        <p:spPr>
          <a:xfrm>
            <a:off x="6675120" y="2566198"/>
            <a:ext cx="3835908" cy="2425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69">
                <a:solidFill>
                  <a:srgbClr val="543443"/>
                </a:solidFill>
              </a:rPr>
              <a:t>陳素娥</a:t>
            </a:r>
            <a:endParaRPr lang="en-US" sz="1469"/>
          </a:p>
        </p:txBody>
      </p:sp>
      <p:sp>
        <p:nvSpPr>
          <p:cNvPr id="236" name="Shape 234"/>
          <p:cNvSpPr/>
          <p:nvPr/>
        </p:nvSpPr>
        <p:spPr>
          <a:xfrm>
            <a:off x="10533888" y="2561626"/>
            <a:ext cx="621792" cy="251678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37" name="Text 235"/>
          <p:cNvSpPr/>
          <p:nvPr/>
        </p:nvSpPr>
        <p:spPr>
          <a:xfrm>
            <a:off x="10556748" y="2566198"/>
            <a:ext cx="576072" cy="2425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69">
                <a:solidFill>
                  <a:srgbClr val="543443"/>
                </a:solidFill>
              </a:rPr>
              <a:t>怡德</a:t>
            </a:r>
            <a:endParaRPr lang="en-US" sz="1469"/>
          </a:p>
        </p:txBody>
      </p:sp>
      <p:sp>
        <p:nvSpPr>
          <p:cNvPr id="238" name="Shape 236"/>
          <p:cNvSpPr/>
          <p:nvPr/>
        </p:nvSpPr>
        <p:spPr>
          <a:xfrm>
            <a:off x="11155680" y="2561626"/>
            <a:ext cx="530352" cy="251678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39" name="Text 237"/>
          <p:cNvSpPr/>
          <p:nvPr/>
        </p:nvSpPr>
        <p:spPr>
          <a:xfrm>
            <a:off x="11178540" y="2566198"/>
            <a:ext cx="484632" cy="2425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69" b="1">
                <a:solidFill>
                  <a:srgbClr val="7B3C5E"/>
                </a:solidFill>
              </a:rPr>
              <a:t>1</a:t>
            </a:r>
            <a:endParaRPr lang="en-US" sz="1469"/>
          </a:p>
        </p:txBody>
      </p:sp>
      <p:sp>
        <p:nvSpPr>
          <p:cNvPr id="240" name="Shape 238"/>
          <p:cNvSpPr/>
          <p:nvPr/>
        </p:nvSpPr>
        <p:spPr>
          <a:xfrm>
            <a:off x="6176772" y="2813304"/>
            <a:ext cx="475488" cy="251678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41" name="Text 239"/>
          <p:cNvSpPr/>
          <p:nvPr/>
        </p:nvSpPr>
        <p:spPr>
          <a:xfrm>
            <a:off x="6199632" y="2817876"/>
            <a:ext cx="429768" cy="2425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69">
                <a:solidFill>
                  <a:srgbClr val="543443"/>
                </a:solidFill>
              </a:rPr>
              <a:t>28</a:t>
            </a:r>
            <a:endParaRPr lang="en-US" sz="1469"/>
          </a:p>
        </p:txBody>
      </p:sp>
      <p:sp>
        <p:nvSpPr>
          <p:cNvPr id="242" name="Shape 240"/>
          <p:cNvSpPr/>
          <p:nvPr/>
        </p:nvSpPr>
        <p:spPr>
          <a:xfrm>
            <a:off x="6652260" y="2813304"/>
            <a:ext cx="3881628" cy="251678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43" name="Text 241"/>
          <p:cNvSpPr/>
          <p:nvPr/>
        </p:nvSpPr>
        <p:spPr>
          <a:xfrm>
            <a:off x="6675120" y="2817876"/>
            <a:ext cx="3835908" cy="2425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69">
                <a:solidFill>
                  <a:srgbClr val="543443"/>
                </a:solidFill>
              </a:rPr>
              <a:t>張秀蓮</a:t>
            </a:r>
            <a:endParaRPr lang="en-US" sz="1469"/>
          </a:p>
        </p:txBody>
      </p:sp>
      <p:sp>
        <p:nvSpPr>
          <p:cNvPr id="244" name="Shape 242"/>
          <p:cNvSpPr/>
          <p:nvPr/>
        </p:nvSpPr>
        <p:spPr>
          <a:xfrm>
            <a:off x="10533888" y="2813304"/>
            <a:ext cx="621792" cy="251678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45" name="Text 243"/>
          <p:cNvSpPr/>
          <p:nvPr/>
        </p:nvSpPr>
        <p:spPr>
          <a:xfrm>
            <a:off x="10556748" y="2817876"/>
            <a:ext cx="576072" cy="2425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69">
                <a:solidFill>
                  <a:srgbClr val="543443"/>
                </a:solidFill>
              </a:rPr>
              <a:t>怡德</a:t>
            </a:r>
            <a:endParaRPr lang="en-US" sz="1469"/>
          </a:p>
        </p:txBody>
      </p:sp>
      <p:sp>
        <p:nvSpPr>
          <p:cNvPr id="246" name="Shape 244"/>
          <p:cNvSpPr/>
          <p:nvPr/>
        </p:nvSpPr>
        <p:spPr>
          <a:xfrm>
            <a:off x="11155680" y="2813304"/>
            <a:ext cx="530352" cy="251678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47" name="Text 245"/>
          <p:cNvSpPr/>
          <p:nvPr/>
        </p:nvSpPr>
        <p:spPr>
          <a:xfrm>
            <a:off x="11178540" y="2817876"/>
            <a:ext cx="484632" cy="2425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69" b="1">
                <a:solidFill>
                  <a:srgbClr val="7B3C5E"/>
                </a:solidFill>
              </a:rPr>
              <a:t>1</a:t>
            </a:r>
            <a:endParaRPr lang="en-US" sz="1469"/>
          </a:p>
        </p:txBody>
      </p:sp>
      <p:sp>
        <p:nvSpPr>
          <p:cNvPr id="248" name="Shape 246"/>
          <p:cNvSpPr/>
          <p:nvPr/>
        </p:nvSpPr>
        <p:spPr>
          <a:xfrm>
            <a:off x="6176772" y="3064982"/>
            <a:ext cx="475488" cy="251678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49" name="Text 247"/>
          <p:cNvSpPr/>
          <p:nvPr/>
        </p:nvSpPr>
        <p:spPr>
          <a:xfrm>
            <a:off x="6199632" y="3069554"/>
            <a:ext cx="429768" cy="2425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69">
                <a:solidFill>
                  <a:srgbClr val="543443"/>
                </a:solidFill>
              </a:rPr>
              <a:t>29</a:t>
            </a:r>
            <a:endParaRPr lang="en-US" sz="1469"/>
          </a:p>
        </p:txBody>
      </p:sp>
      <p:sp>
        <p:nvSpPr>
          <p:cNvPr id="250" name="Shape 248"/>
          <p:cNvSpPr/>
          <p:nvPr/>
        </p:nvSpPr>
        <p:spPr>
          <a:xfrm>
            <a:off x="6652260" y="3064982"/>
            <a:ext cx="3881628" cy="251678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51" name="Text 249"/>
          <p:cNvSpPr/>
          <p:nvPr/>
        </p:nvSpPr>
        <p:spPr>
          <a:xfrm>
            <a:off x="6675120" y="3069554"/>
            <a:ext cx="3835908" cy="2425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69">
                <a:solidFill>
                  <a:srgbClr val="543443"/>
                </a:solidFill>
              </a:rPr>
              <a:t>陳桂鳳</a:t>
            </a:r>
            <a:endParaRPr lang="en-US" sz="1469"/>
          </a:p>
        </p:txBody>
      </p:sp>
      <p:sp>
        <p:nvSpPr>
          <p:cNvPr id="252" name="Shape 250"/>
          <p:cNvSpPr/>
          <p:nvPr/>
        </p:nvSpPr>
        <p:spPr>
          <a:xfrm>
            <a:off x="10533888" y="3064982"/>
            <a:ext cx="621792" cy="251678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53" name="Text 251"/>
          <p:cNvSpPr/>
          <p:nvPr/>
        </p:nvSpPr>
        <p:spPr>
          <a:xfrm>
            <a:off x="10556748" y="3069554"/>
            <a:ext cx="576072" cy="2425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69">
                <a:solidFill>
                  <a:srgbClr val="543443"/>
                </a:solidFill>
              </a:rPr>
              <a:t>齊德</a:t>
            </a:r>
            <a:endParaRPr lang="en-US" sz="1469"/>
          </a:p>
        </p:txBody>
      </p:sp>
      <p:sp>
        <p:nvSpPr>
          <p:cNvPr id="254" name="Shape 252"/>
          <p:cNvSpPr/>
          <p:nvPr/>
        </p:nvSpPr>
        <p:spPr>
          <a:xfrm>
            <a:off x="11155680" y="3064982"/>
            <a:ext cx="530352" cy="251678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55" name="Text 253"/>
          <p:cNvSpPr/>
          <p:nvPr/>
        </p:nvSpPr>
        <p:spPr>
          <a:xfrm>
            <a:off x="11178540" y="3069554"/>
            <a:ext cx="484632" cy="2425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69" b="1">
                <a:solidFill>
                  <a:srgbClr val="7B3C5E"/>
                </a:solidFill>
              </a:rPr>
              <a:t>1</a:t>
            </a:r>
            <a:endParaRPr lang="en-US" sz="1469"/>
          </a:p>
        </p:txBody>
      </p:sp>
      <p:sp>
        <p:nvSpPr>
          <p:cNvPr id="256" name="Shape 254"/>
          <p:cNvSpPr/>
          <p:nvPr/>
        </p:nvSpPr>
        <p:spPr>
          <a:xfrm>
            <a:off x="6176772" y="3316659"/>
            <a:ext cx="475488" cy="251678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57" name="Text 255"/>
          <p:cNvSpPr/>
          <p:nvPr/>
        </p:nvSpPr>
        <p:spPr>
          <a:xfrm>
            <a:off x="6199632" y="3321231"/>
            <a:ext cx="429768" cy="2425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69">
                <a:solidFill>
                  <a:srgbClr val="543443"/>
                </a:solidFill>
              </a:rPr>
              <a:t>30</a:t>
            </a:r>
            <a:endParaRPr lang="en-US" sz="1469"/>
          </a:p>
        </p:txBody>
      </p:sp>
      <p:sp>
        <p:nvSpPr>
          <p:cNvPr id="258" name="Shape 256"/>
          <p:cNvSpPr/>
          <p:nvPr/>
        </p:nvSpPr>
        <p:spPr>
          <a:xfrm>
            <a:off x="6652260" y="3316659"/>
            <a:ext cx="3881628" cy="251678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59" name="Text 257"/>
          <p:cNvSpPr/>
          <p:nvPr/>
        </p:nvSpPr>
        <p:spPr>
          <a:xfrm>
            <a:off x="6675120" y="3321231"/>
            <a:ext cx="3835908" cy="2425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69">
                <a:solidFill>
                  <a:srgbClr val="543443"/>
                </a:solidFill>
              </a:rPr>
              <a:t>李毓秀</a:t>
            </a:r>
            <a:endParaRPr lang="en-US" sz="1469"/>
          </a:p>
        </p:txBody>
      </p:sp>
      <p:sp>
        <p:nvSpPr>
          <p:cNvPr id="260" name="Shape 258"/>
          <p:cNvSpPr/>
          <p:nvPr/>
        </p:nvSpPr>
        <p:spPr>
          <a:xfrm>
            <a:off x="10533888" y="3316659"/>
            <a:ext cx="621792" cy="251678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61" name="Text 259"/>
          <p:cNvSpPr/>
          <p:nvPr/>
        </p:nvSpPr>
        <p:spPr>
          <a:xfrm>
            <a:off x="10556748" y="3321231"/>
            <a:ext cx="576072" cy="2425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69">
                <a:solidFill>
                  <a:srgbClr val="543443"/>
                </a:solidFill>
              </a:rPr>
              <a:t>齊德</a:t>
            </a:r>
            <a:endParaRPr lang="en-US" sz="1469"/>
          </a:p>
        </p:txBody>
      </p:sp>
      <p:sp>
        <p:nvSpPr>
          <p:cNvPr id="262" name="Shape 260"/>
          <p:cNvSpPr/>
          <p:nvPr/>
        </p:nvSpPr>
        <p:spPr>
          <a:xfrm>
            <a:off x="11155680" y="3316659"/>
            <a:ext cx="530352" cy="251678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63" name="Text 261"/>
          <p:cNvSpPr/>
          <p:nvPr/>
        </p:nvSpPr>
        <p:spPr>
          <a:xfrm>
            <a:off x="11178540" y="3321231"/>
            <a:ext cx="484632" cy="2425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69" b="1">
                <a:solidFill>
                  <a:srgbClr val="7B3C5E"/>
                </a:solidFill>
              </a:rPr>
              <a:t>1</a:t>
            </a:r>
            <a:endParaRPr lang="en-US" sz="1469"/>
          </a:p>
        </p:txBody>
      </p:sp>
      <p:sp>
        <p:nvSpPr>
          <p:cNvPr id="264" name="Shape 262"/>
          <p:cNvSpPr/>
          <p:nvPr/>
        </p:nvSpPr>
        <p:spPr>
          <a:xfrm>
            <a:off x="6176772" y="3568337"/>
            <a:ext cx="475488" cy="251678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65" name="Text 263"/>
          <p:cNvSpPr/>
          <p:nvPr/>
        </p:nvSpPr>
        <p:spPr>
          <a:xfrm>
            <a:off x="6199632" y="3572909"/>
            <a:ext cx="429768" cy="2425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69">
                <a:solidFill>
                  <a:srgbClr val="543443"/>
                </a:solidFill>
              </a:rPr>
              <a:t>31</a:t>
            </a:r>
            <a:endParaRPr lang="en-US" sz="1469"/>
          </a:p>
        </p:txBody>
      </p:sp>
      <p:sp>
        <p:nvSpPr>
          <p:cNvPr id="266" name="Shape 264"/>
          <p:cNvSpPr/>
          <p:nvPr/>
        </p:nvSpPr>
        <p:spPr>
          <a:xfrm>
            <a:off x="6652260" y="3568337"/>
            <a:ext cx="3881628" cy="251678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67" name="Text 265"/>
          <p:cNvSpPr/>
          <p:nvPr/>
        </p:nvSpPr>
        <p:spPr>
          <a:xfrm>
            <a:off x="6675120" y="3572909"/>
            <a:ext cx="3835908" cy="2425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69">
                <a:solidFill>
                  <a:srgbClr val="543443"/>
                </a:solidFill>
              </a:rPr>
              <a:t>孫鑀梨</a:t>
            </a:r>
            <a:endParaRPr lang="en-US" sz="1469"/>
          </a:p>
        </p:txBody>
      </p:sp>
      <p:sp>
        <p:nvSpPr>
          <p:cNvPr id="268" name="Shape 266"/>
          <p:cNvSpPr/>
          <p:nvPr/>
        </p:nvSpPr>
        <p:spPr>
          <a:xfrm>
            <a:off x="10533888" y="3568337"/>
            <a:ext cx="621792" cy="251678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69" name="Text 267"/>
          <p:cNvSpPr/>
          <p:nvPr/>
        </p:nvSpPr>
        <p:spPr>
          <a:xfrm>
            <a:off x="10556748" y="3572909"/>
            <a:ext cx="576072" cy="2425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69">
                <a:solidFill>
                  <a:srgbClr val="543443"/>
                </a:solidFill>
              </a:rPr>
              <a:t>融德</a:t>
            </a:r>
            <a:endParaRPr lang="en-US" sz="1469"/>
          </a:p>
        </p:txBody>
      </p:sp>
      <p:sp>
        <p:nvSpPr>
          <p:cNvPr id="270" name="Shape 268"/>
          <p:cNvSpPr/>
          <p:nvPr/>
        </p:nvSpPr>
        <p:spPr>
          <a:xfrm>
            <a:off x="11155680" y="3568337"/>
            <a:ext cx="530352" cy="251678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71" name="Text 269"/>
          <p:cNvSpPr/>
          <p:nvPr/>
        </p:nvSpPr>
        <p:spPr>
          <a:xfrm>
            <a:off x="11178540" y="3572909"/>
            <a:ext cx="484632" cy="2425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69" b="1">
                <a:solidFill>
                  <a:srgbClr val="7B3C5E"/>
                </a:solidFill>
              </a:rPr>
              <a:t>1</a:t>
            </a:r>
            <a:endParaRPr lang="en-US" sz="1469"/>
          </a:p>
        </p:txBody>
      </p:sp>
      <p:sp>
        <p:nvSpPr>
          <p:cNvPr id="272" name="Shape 270"/>
          <p:cNvSpPr/>
          <p:nvPr/>
        </p:nvSpPr>
        <p:spPr>
          <a:xfrm>
            <a:off x="6176772" y="3820015"/>
            <a:ext cx="475488" cy="251678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73" name="Text 271"/>
          <p:cNvSpPr/>
          <p:nvPr/>
        </p:nvSpPr>
        <p:spPr>
          <a:xfrm>
            <a:off x="6199632" y="3824587"/>
            <a:ext cx="429768" cy="2425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69">
                <a:solidFill>
                  <a:srgbClr val="543443"/>
                </a:solidFill>
              </a:rPr>
              <a:t>32</a:t>
            </a:r>
            <a:endParaRPr lang="en-US" sz="1469"/>
          </a:p>
        </p:txBody>
      </p:sp>
      <p:sp>
        <p:nvSpPr>
          <p:cNvPr id="274" name="Shape 272"/>
          <p:cNvSpPr/>
          <p:nvPr/>
        </p:nvSpPr>
        <p:spPr>
          <a:xfrm>
            <a:off x="6652260" y="3820015"/>
            <a:ext cx="3881628" cy="251678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75" name="Text 273"/>
          <p:cNvSpPr/>
          <p:nvPr/>
        </p:nvSpPr>
        <p:spPr>
          <a:xfrm>
            <a:off x="6675120" y="3824587"/>
            <a:ext cx="3835908" cy="2425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69" dirty="0" err="1">
                <a:solidFill>
                  <a:srgbClr val="543443"/>
                </a:solidFill>
              </a:rPr>
              <a:t>蔡巧玲</a:t>
            </a:r>
            <a:endParaRPr lang="en-US" sz="1469" dirty="0"/>
          </a:p>
        </p:txBody>
      </p:sp>
      <p:sp>
        <p:nvSpPr>
          <p:cNvPr id="276" name="Shape 274"/>
          <p:cNvSpPr/>
          <p:nvPr/>
        </p:nvSpPr>
        <p:spPr>
          <a:xfrm>
            <a:off x="10533888" y="3820015"/>
            <a:ext cx="621792" cy="251678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77" name="Text 275"/>
          <p:cNvSpPr/>
          <p:nvPr/>
        </p:nvSpPr>
        <p:spPr>
          <a:xfrm>
            <a:off x="10556748" y="3824587"/>
            <a:ext cx="576072" cy="2425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69">
                <a:solidFill>
                  <a:srgbClr val="543443"/>
                </a:solidFill>
              </a:rPr>
              <a:t>融德</a:t>
            </a:r>
            <a:endParaRPr lang="en-US" sz="1469"/>
          </a:p>
        </p:txBody>
      </p:sp>
      <p:sp>
        <p:nvSpPr>
          <p:cNvPr id="278" name="Shape 276"/>
          <p:cNvSpPr/>
          <p:nvPr/>
        </p:nvSpPr>
        <p:spPr>
          <a:xfrm>
            <a:off x="11155680" y="3820015"/>
            <a:ext cx="530352" cy="251678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79" name="Text 277"/>
          <p:cNvSpPr/>
          <p:nvPr/>
        </p:nvSpPr>
        <p:spPr>
          <a:xfrm>
            <a:off x="11178540" y="3824587"/>
            <a:ext cx="484632" cy="2425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69" b="1">
                <a:solidFill>
                  <a:srgbClr val="7B3C5E"/>
                </a:solidFill>
              </a:rPr>
              <a:t>1</a:t>
            </a:r>
            <a:endParaRPr lang="en-US" sz="1469"/>
          </a:p>
        </p:txBody>
      </p:sp>
      <p:sp>
        <p:nvSpPr>
          <p:cNvPr id="280" name="Shape 278"/>
          <p:cNvSpPr/>
          <p:nvPr/>
        </p:nvSpPr>
        <p:spPr>
          <a:xfrm>
            <a:off x="6176772" y="4071693"/>
            <a:ext cx="475488" cy="251678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81" name="Text 279"/>
          <p:cNvSpPr/>
          <p:nvPr/>
        </p:nvSpPr>
        <p:spPr>
          <a:xfrm>
            <a:off x="6199632" y="4076265"/>
            <a:ext cx="429768" cy="2425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69">
                <a:solidFill>
                  <a:srgbClr val="543443"/>
                </a:solidFill>
              </a:rPr>
              <a:t>33</a:t>
            </a:r>
            <a:endParaRPr lang="en-US" sz="1469"/>
          </a:p>
        </p:txBody>
      </p:sp>
      <p:sp>
        <p:nvSpPr>
          <p:cNvPr id="282" name="Shape 280"/>
          <p:cNvSpPr/>
          <p:nvPr/>
        </p:nvSpPr>
        <p:spPr>
          <a:xfrm>
            <a:off x="6652260" y="4071693"/>
            <a:ext cx="3881628" cy="251678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83" name="Text 281"/>
          <p:cNvSpPr/>
          <p:nvPr/>
        </p:nvSpPr>
        <p:spPr>
          <a:xfrm>
            <a:off x="6675120" y="4076265"/>
            <a:ext cx="3835908" cy="2425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69">
                <a:solidFill>
                  <a:srgbClr val="543443"/>
                </a:solidFill>
              </a:rPr>
              <a:t>李麗華</a:t>
            </a:r>
            <a:endParaRPr lang="en-US" sz="1469"/>
          </a:p>
        </p:txBody>
      </p:sp>
      <p:sp>
        <p:nvSpPr>
          <p:cNvPr id="284" name="Shape 282"/>
          <p:cNvSpPr/>
          <p:nvPr/>
        </p:nvSpPr>
        <p:spPr>
          <a:xfrm>
            <a:off x="10533888" y="4071693"/>
            <a:ext cx="621792" cy="251678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85" name="Text 283"/>
          <p:cNvSpPr/>
          <p:nvPr/>
        </p:nvSpPr>
        <p:spPr>
          <a:xfrm>
            <a:off x="10556748" y="4076265"/>
            <a:ext cx="576072" cy="2425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69">
                <a:solidFill>
                  <a:srgbClr val="543443"/>
                </a:solidFill>
              </a:rPr>
              <a:t>融德</a:t>
            </a:r>
            <a:endParaRPr lang="en-US" sz="1469"/>
          </a:p>
        </p:txBody>
      </p:sp>
      <p:sp>
        <p:nvSpPr>
          <p:cNvPr id="286" name="Shape 284"/>
          <p:cNvSpPr/>
          <p:nvPr/>
        </p:nvSpPr>
        <p:spPr>
          <a:xfrm>
            <a:off x="11155680" y="4071693"/>
            <a:ext cx="530352" cy="251678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87" name="Text 285"/>
          <p:cNvSpPr/>
          <p:nvPr/>
        </p:nvSpPr>
        <p:spPr>
          <a:xfrm>
            <a:off x="11178540" y="4076265"/>
            <a:ext cx="484632" cy="2425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69" b="1">
                <a:solidFill>
                  <a:srgbClr val="7B3C5E"/>
                </a:solidFill>
              </a:rPr>
              <a:t>1</a:t>
            </a:r>
            <a:endParaRPr lang="en-US" sz="1469"/>
          </a:p>
        </p:txBody>
      </p:sp>
      <p:sp>
        <p:nvSpPr>
          <p:cNvPr id="288" name="Shape 286"/>
          <p:cNvSpPr/>
          <p:nvPr/>
        </p:nvSpPr>
        <p:spPr>
          <a:xfrm>
            <a:off x="6176772" y="4323370"/>
            <a:ext cx="475488" cy="251678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89" name="Text 287"/>
          <p:cNvSpPr/>
          <p:nvPr/>
        </p:nvSpPr>
        <p:spPr>
          <a:xfrm>
            <a:off x="6199632" y="4327942"/>
            <a:ext cx="429768" cy="2425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69">
                <a:solidFill>
                  <a:srgbClr val="543443"/>
                </a:solidFill>
              </a:rPr>
              <a:t>34</a:t>
            </a:r>
            <a:endParaRPr lang="en-US" sz="1469"/>
          </a:p>
        </p:txBody>
      </p:sp>
      <p:sp>
        <p:nvSpPr>
          <p:cNvPr id="290" name="Shape 288"/>
          <p:cNvSpPr/>
          <p:nvPr/>
        </p:nvSpPr>
        <p:spPr>
          <a:xfrm>
            <a:off x="6652260" y="4323370"/>
            <a:ext cx="3881628" cy="251678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91" name="Text 289"/>
          <p:cNvSpPr/>
          <p:nvPr/>
        </p:nvSpPr>
        <p:spPr>
          <a:xfrm>
            <a:off x="6675120" y="4327942"/>
            <a:ext cx="3835908" cy="2425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69" dirty="0" err="1">
                <a:solidFill>
                  <a:srgbClr val="543443"/>
                </a:solidFill>
              </a:rPr>
              <a:t>王美鑽</a:t>
            </a:r>
            <a:endParaRPr lang="en-US" sz="1469" dirty="0"/>
          </a:p>
        </p:txBody>
      </p:sp>
      <p:sp>
        <p:nvSpPr>
          <p:cNvPr id="292" name="Shape 290"/>
          <p:cNvSpPr/>
          <p:nvPr/>
        </p:nvSpPr>
        <p:spPr>
          <a:xfrm>
            <a:off x="10533888" y="4323370"/>
            <a:ext cx="621792" cy="251678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93" name="Text 291"/>
          <p:cNvSpPr/>
          <p:nvPr/>
        </p:nvSpPr>
        <p:spPr>
          <a:xfrm>
            <a:off x="10556748" y="4327942"/>
            <a:ext cx="576072" cy="2425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69">
                <a:solidFill>
                  <a:srgbClr val="543443"/>
                </a:solidFill>
              </a:rPr>
              <a:t>融德</a:t>
            </a:r>
            <a:endParaRPr lang="en-US" sz="1469"/>
          </a:p>
        </p:txBody>
      </p:sp>
      <p:sp>
        <p:nvSpPr>
          <p:cNvPr id="294" name="Shape 292"/>
          <p:cNvSpPr/>
          <p:nvPr/>
        </p:nvSpPr>
        <p:spPr>
          <a:xfrm>
            <a:off x="11155680" y="4323370"/>
            <a:ext cx="530352" cy="251678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95" name="Text 293"/>
          <p:cNvSpPr/>
          <p:nvPr/>
        </p:nvSpPr>
        <p:spPr>
          <a:xfrm>
            <a:off x="11178540" y="4327942"/>
            <a:ext cx="484632" cy="2425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69" b="1">
                <a:solidFill>
                  <a:srgbClr val="7B3C5E"/>
                </a:solidFill>
              </a:rPr>
              <a:t>1</a:t>
            </a:r>
            <a:endParaRPr lang="en-US" sz="1469"/>
          </a:p>
        </p:txBody>
      </p:sp>
      <p:sp>
        <p:nvSpPr>
          <p:cNvPr id="296" name="Shape 294"/>
          <p:cNvSpPr/>
          <p:nvPr/>
        </p:nvSpPr>
        <p:spPr>
          <a:xfrm>
            <a:off x="6176772" y="4575048"/>
            <a:ext cx="475488" cy="251678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97" name="Text 295"/>
          <p:cNvSpPr/>
          <p:nvPr/>
        </p:nvSpPr>
        <p:spPr>
          <a:xfrm>
            <a:off x="6199632" y="4579620"/>
            <a:ext cx="429768" cy="2425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69">
                <a:solidFill>
                  <a:srgbClr val="543443"/>
                </a:solidFill>
              </a:rPr>
              <a:t>35</a:t>
            </a:r>
            <a:endParaRPr lang="en-US" sz="1469"/>
          </a:p>
        </p:txBody>
      </p:sp>
      <p:sp>
        <p:nvSpPr>
          <p:cNvPr id="298" name="Shape 296"/>
          <p:cNvSpPr/>
          <p:nvPr/>
        </p:nvSpPr>
        <p:spPr>
          <a:xfrm>
            <a:off x="6652260" y="4575048"/>
            <a:ext cx="3881628" cy="251678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99" name="Text 297"/>
          <p:cNvSpPr/>
          <p:nvPr/>
        </p:nvSpPr>
        <p:spPr>
          <a:xfrm>
            <a:off x="6675120" y="4579620"/>
            <a:ext cx="3835908" cy="2425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69">
                <a:solidFill>
                  <a:srgbClr val="543443"/>
                </a:solidFill>
              </a:rPr>
              <a:t>唐雪梅</a:t>
            </a:r>
            <a:endParaRPr lang="en-US" sz="1469"/>
          </a:p>
        </p:txBody>
      </p:sp>
      <p:sp>
        <p:nvSpPr>
          <p:cNvPr id="300" name="Shape 298"/>
          <p:cNvSpPr/>
          <p:nvPr/>
        </p:nvSpPr>
        <p:spPr>
          <a:xfrm>
            <a:off x="10533888" y="4575048"/>
            <a:ext cx="621792" cy="251678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01" name="Text 299"/>
          <p:cNvSpPr/>
          <p:nvPr/>
        </p:nvSpPr>
        <p:spPr>
          <a:xfrm>
            <a:off x="10556748" y="4579620"/>
            <a:ext cx="576072" cy="2425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69">
                <a:solidFill>
                  <a:srgbClr val="543443"/>
                </a:solidFill>
              </a:rPr>
              <a:t>和德</a:t>
            </a:r>
            <a:endParaRPr lang="en-US" sz="1469"/>
          </a:p>
        </p:txBody>
      </p:sp>
      <p:sp>
        <p:nvSpPr>
          <p:cNvPr id="302" name="Shape 300"/>
          <p:cNvSpPr/>
          <p:nvPr/>
        </p:nvSpPr>
        <p:spPr>
          <a:xfrm>
            <a:off x="11155680" y="4575048"/>
            <a:ext cx="530352" cy="251678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03" name="Text 301"/>
          <p:cNvSpPr/>
          <p:nvPr/>
        </p:nvSpPr>
        <p:spPr>
          <a:xfrm>
            <a:off x="11178540" y="4579620"/>
            <a:ext cx="484632" cy="2425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69" b="1">
                <a:solidFill>
                  <a:srgbClr val="7B3C5E"/>
                </a:solidFill>
              </a:rPr>
              <a:t>3</a:t>
            </a:r>
            <a:endParaRPr lang="en-US" sz="1469"/>
          </a:p>
        </p:txBody>
      </p:sp>
      <p:sp>
        <p:nvSpPr>
          <p:cNvPr id="304" name="Shape 302"/>
          <p:cNvSpPr/>
          <p:nvPr/>
        </p:nvSpPr>
        <p:spPr>
          <a:xfrm>
            <a:off x="6176772" y="4826726"/>
            <a:ext cx="475488" cy="251678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05" name="Text 303"/>
          <p:cNvSpPr/>
          <p:nvPr/>
        </p:nvSpPr>
        <p:spPr>
          <a:xfrm>
            <a:off x="6199632" y="4831298"/>
            <a:ext cx="429768" cy="2425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69">
                <a:solidFill>
                  <a:srgbClr val="543443"/>
                </a:solidFill>
              </a:rPr>
              <a:t>36</a:t>
            </a:r>
            <a:endParaRPr lang="en-US" sz="1469"/>
          </a:p>
        </p:txBody>
      </p:sp>
      <p:sp>
        <p:nvSpPr>
          <p:cNvPr id="306" name="Shape 304"/>
          <p:cNvSpPr/>
          <p:nvPr/>
        </p:nvSpPr>
        <p:spPr>
          <a:xfrm>
            <a:off x="6652260" y="4826726"/>
            <a:ext cx="3881628" cy="251678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07" name="Text 305"/>
          <p:cNvSpPr/>
          <p:nvPr/>
        </p:nvSpPr>
        <p:spPr>
          <a:xfrm>
            <a:off x="6675120" y="4831298"/>
            <a:ext cx="3835908" cy="2425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69">
                <a:solidFill>
                  <a:srgbClr val="543443"/>
                </a:solidFill>
              </a:rPr>
              <a:t>鍾麗珊</a:t>
            </a:r>
            <a:endParaRPr lang="en-US" sz="1469"/>
          </a:p>
        </p:txBody>
      </p:sp>
      <p:sp>
        <p:nvSpPr>
          <p:cNvPr id="308" name="Shape 306"/>
          <p:cNvSpPr/>
          <p:nvPr/>
        </p:nvSpPr>
        <p:spPr>
          <a:xfrm>
            <a:off x="10533888" y="4826726"/>
            <a:ext cx="621792" cy="251678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09" name="Text 307"/>
          <p:cNvSpPr/>
          <p:nvPr/>
        </p:nvSpPr>
        <p:spPr>
          <a:xfrm>
            <a:off x="10556748" y="4831298"/>
            <a:ext cx="576072" cy="2425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69">
                <a:solidFill>
                  <a:srgbClr val="543443"/>
                </a:solidFill>
              </a:rPr>
              <a:t>和德</a:t>
            </a:r>
            <a:endParaRPr lang="en-US" sz="1469"/>
          </a:p>
        </p:txBody>
      </p:sp>
      <p:sp>
        <p:nvSpPr>
          <p:cNvPr id="310" name="Shape 308"/>
          <p:cNvSpPr/>
          <p:nvPr/>
        </p:nvSpPr>
        <p:spPr>
          <a:xfrm>
            <a:off x="11155680" y="4826726"/>
            <a:ext cx="530352" cy="251678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11" name="Text 309"/>
          <p:cNvSpPr/>
          <p:nvPr/>
        </p:nvSpPr>
        <p:spPr>
          <a:xfrm>
            <a:off x="11178540" y="4831298"/>
            <a:ext cx="484632" cy="2425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69" b="1">
                <a:solidFill>
                  <a:srgbClr val="7B3C5E"/>
                </a:solidFill>
              </a:rPr>
              <a:t>3</a:t>
            </a:r>
            <a:endParaRPr lang="en-US" sz="1469"/>
          </a:p>
        </p:txBody>
      </p:sp>
      <p:sp>
        <p:nvSpPr>
          <p:cNvPr id="312" name="Shape 310"/>
          <p:cNvSpPr/>
          <p:nvPr/>
        </p:nvSpPr>
        <p:spPr>
          <a:xfrm>
            <a:off x="6176772" y="5078403"/>
            <a:ext cx="475488" cy="251678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13" name="Text 311"/>
          <p:cNvSpPr/>
          <p:nvPr/>
        </p:nvSpPr>
        <p:spPr>
          <a:xfrm>
            <a:off x="6199632" y="5082975"/>
            <a:ext cx="429768" cy="2425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69">
                <a:solidFill>
                  <a:srgbClr val="543443"/>
                </a:solidFill>
              </a:rPr>
              <a:t>37</a:t>
            </a:r>
            <a:endParaRPr lang="en-US" sz="1469"/>
          </a:p>
        </p:txBody>
      </p:sp>
      <p:sp>
        <p:nvSpPr>
          <p:cNvPr id="314" name="Shape 312"/>
          <p:cNvSpPr/>
          <p:nvPr/>
        </p:nvSpPr>
        <p:spPr>
          <a:xfrm>
            <a:off x="6652260" y="5078403"/>
            <a:ext cx="3881628" cy="251678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15" name="Text 313"/>
          <p:cNvSpPr/>
          <p:nvPr/>
        </p:nvSpPr>
        <p:spPr>
          <a:xfrm>
            <a:off x="6675120" y="5082975"/>
            <a:ext cx="3835908" cy="2425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69">
                <a:solidFill>
                  <a:srgbClr val="543443"/>
                </a:solidFill>
              </a:rPr>
              <a:t>葉信雄</a:t>
            </a:r>
            <a:endParaRPr lang="en-US" sz="1469"/>
          </a:p>
        </p:txBody>
      </p:sp>
      <p:sp>
        <p:nvSpPr>
          <p:cNvPr id="316" name="Shape 314"/>
          <p:cNvSpPr/>
          <p:nvPr/>
        </p:nvSpPr>
        <p:spPr>
          <a:xfrm>
            <a:off x="10533888" y="5078403"/>
            <a:ext cx="621792" cy="251678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17" name="Text 315"/>
          <p:cNvSpPr/>
          <p:nvPr/>
        </p:nvSpPr>
        <p:spPr>
          <a:xfrm>
            <a:off x="10556748" y="5082975"/>
            <a:ext cx="576072" cy="2425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69">
                <a:solidFill>
                  <a:srgbClr val="543443"/>
                </a:solidFill>
              </a:rPr>
              <a:t>和德</a:t>
            </a:r>
            <a:endParaRPr lang="en-US" sz="1469"/>
          </a:p>
        </p:txBody>
      </p:sp>
      <p:sp>
        <p:nvSpPr>
          <p:cNvPr id="318" name="Shape 316"/>
          <p:cNvSpPr/>
          <p:nvPr/>
        </p:nvSpPr>
        <p:spPr>
          <a:xfrm>
            <a:off x="11155680" y="5078403"/>
            <a:ext cx="530352" cy="251678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19" name="Text 317"/>
          <p:cNvSpPr/>
          <p:nvPr/>
        </p:nvSpPr>
        <p:spPr>
          <a:xfrm>
            <a:off x="11178540" y="5082975"/>
            <a:ext cx="484632" cy="2425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69" b="1">
                <a:solidFill>
                  <a:srgbClr val="7B3C5E"/>
                </a:solidFill>
              </a:rPr>
              <a:t>2</a:t>
            </a:r>
            <a:endParaRPr lang="en-US" sz="1469"/>
          </a:p>
        </p:txBody>
      </p:sp>
      <p:sp>
        <p:nvSpPr>
          <p:cNvPr id="320" name="Shape 318"/>
          <p:cNvSpPr/>
          <p:nvPr/>
        </p:nvSpPr>
        <p:spPr>
          <a:xfrm>
            <a:off x="6176772" y="5330081"/>
            <a:ext cx="475488" cy="251678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21" name="Text 319"/>
          <p:cNvSpPr/>
          <p:nvPr/>
        </p:nvSpPr>
        <p:spPr>
          <a:xfrm>
            <a:off x="6199632" y="5334653"/>
            <a:ext cx="429768" cy="2425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69">
                <a:solidFill>
                  <a:srgbClr val="543443"/>
                </a:solidFill>
              </a:rPr>
              <a:t>38</a:t>
            </a:r>
            <a:endParaRPr lang="en-US" sz="1469"/>
          </a:p>
        </p:txBody>
      </p:sp>
      <p:sp>
        <p:nvSpPr>
          <p:cNvPr id="322" name="Shape 320"/>
          <p:cNvSpPr/>
          <p:nvPr/>
        </p:nvSpPr>
        <p:spPr>
          <a:xfrm>
            <a:off x="6652260" y="5330081"/>
            <a:ext cx="3881628" cy="251678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23" name="Text 321"/>
          <p:cNvSpPr/>
          <p:nvPr/>
        </p:nvSpPr>
        <p:spPr>
          <a:xfrm>
            <a:off x="6675120" y="5334653"/>
            <a:ext cx="3835908" cy="2425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69">
                <a:solidFill>
                  <a:srgbClr val="543443"/>
                </a:solidFill>
              </a:rPr>
              <a:t>廖奕媚</a:t>
            </a:r>
            <a:endParaRPr lang="en-US" sz="1469"/>
          </a:p>
        </p:txBody>
      </p:sp>
      <p:sp>
        <p:nvSpPr>
          <p:cNvPr id="324" name="Shape 322"/>
          <p:cNvSpPr/>
          <p:nvPr/>
        </p:nvSpPr>
        <p:spPr>
          <a:xfrm>
            <a:off x="10533888" y="5330081"/>
            <a:ext cx="621792" cy="251678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25" name="Text 323"/>
          <p:cNvSpPr/>
          <p:nvPr/>
        </p:nvSpPr>
        <p:spPr>
          <a:xfrm>
            <a:off x="10556748" y="5334653"/>
            <a:ext cx="576072" cy="2425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69">
                <a:solidFill>
                  <a:srgbClr val="543443"/>
                </a:solidFill>
              </a:rPr>
              <a:t>和德</a:t>
            </a:r>
            <a:endParaRPr lang="en-US" sz="1469"/>
          </a:p>
        </p:txBody>
      </p:sp>
      <p:sp>
        <p:nvSpPr>
          <p:cNvPr id="326" name="Shape 324"/>
          <p:cNvSpPr/>
          <p:nvPr/>
        </p:nvSpPr>
        <p:spPr>
          <a:xfrm>
            <a:off x="11155680" y="5330081"/>
            <a:ext cx="530352" cy="251678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27" name="Text 325"/>
          <p:cNvSpPr/>
          <p:nvPr/>
        </p:nvSpPr>
        <p:spPr>
          <a:xfrm>
            <a:off x="11178540" y="5334653"/>
            <a:ext cx="484632" cy="2425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69" b="1">
                <a:solidFill>
                  <a:srgbClr val="7B3C5E"/>
                </a:solidFill>
              </a:rPr>
              <a:t>1</a:t>
            </a:r>
            <a:endParaRPr lang="en-US" sz="1469"/>
          </a:p>
        </p:txBody>
      </p:sp>
      <p:sp>
        <p:nvSpPr>
          <p:cNvPr id="328" name="Shape 326"/>
          <p:cNvSpPr/>
          <p:nvPr/>
        </p:nvSpPr>
        <p:spPr>
          <a:xfrm>
            <a:off x="6176772" y="5581759"/>
            <a:ext cx="475488" cy="251678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29" name="Text 327"/>
          <p:cNvSpPr/>
          <p:nvPr/>
        </p:nvSpPr>
        <p:spPr>
          <a:xfrm>
            <a:off x="6199632" y="5586331"/>
            <a:ext cx="429768" cy="2425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69">
                <a:solidFill>
                  <a:srgbClr val="543443"/>
                </a:solidFill>
              </a:rPr>
              <a:t>39</a:t>
            </a:r>
            <a:endParaRPr lang="en-US" sz="1469"/>
          </a:p>
        </p:txBody>
      </p:sp>
      <p:sp>
        <p:nvSpPr>
          <p:cNvPr id="330" name="Shape 328"/>
          <p:cNvSpPr/>
          <p:nvPr/>
        </p:nvSpPr>
        <p:spPr>
          <a:xfrm>
            <a:off x="6652260" y="5581759"/>
            <a:ext cx="3881628" cy="251678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31" name="Text 329"/>
          <p:cNvSpPr/>
          <p:nvPr/>
        </p:nvSpPr>
        <p:spPr>
          <a:xfrm>
            <a:off x="6675120" y="5586331"/>
            <a:ext cx="3835908" cy="2425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69">
                <a:solidFill>
                  <a:srgbClr val="543443"/>
                </a:solidFill>
              </a:rPr>
              <a:t>黃塏琳</a:t>
            </a:r>
            <a:endParaRPr lang="en-US" sz="1469"/>
          </a:p>
        </p:txBody>
      </p:sp>
      <p:sp>
        <p:nvSpPr>
          <p:cNvPr id="332" name="Shape 330"/>
          <p:cNvSpPr/>
          <p:nvPr/>
        </p:nvSpPr>
        <p:spPr>
          <a:xfrm>
            <a:off x="10533888" y="5581759"/>
            <a:ext cx="621792" cy="251678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33" name="Text 331"/>
          <p:cNvSpPr/>
          <p:nvPr/>
        </p:nvSpPr>
        <p:spPr>
          <a:xfrm>
            <a:off x="10556748" y="5586331"/>
            <a:ext cx="576072" cy="2425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69">
                <a:solidFill>
                  <a:srgbClr val="543443"/>
                </a:solidFill>
              </a:rPr>
              <a:t>和德</a:t>
            </a:r>
            <a:endParaRPr lang="en-US" sz="1469"/>
          </a:p>
        </p:txBody>
      </p:sp>
      <p:sp>
        <p:nvSpPr>
          <p:cNvPr id="334" name="Shape 332"/>
          <p:cNvSpPr/>
          <p:nvPr/>
        </p:nvSpPr>
        <p:spPr>
          <a:xfrm>
            <a:off x="11155680" y="5581759"/>
            <a:ext cx="530352" cy="251678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35" name="Text 333"/>
          <p:cNvSpPr/>
          <p:nvPr/>
        </p:nvSpPr>
        <p:spPr>
          <a:xfrm>
            <a:off x="11178540" y="5586331"/>
            <a:ext cx="484632" cy="2425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69" b="1">
                <a:solidFill>
                  <a:srgbClr val="7B3C5E"/>
                </a:solidFill>
              </a:rPr>
              <a:t>1</a:t>
            </a:r>
            <a:endParaRPr lang="en-US" sz="1469"/>
          </a:p>
        </p:txBody>
      </p:sp>
      <p:sp>
        <p:nvSpPr>
          <p:cNvPr id="336" name="Shape 334"/>
          <p:cNvSpPr/>
          <p:nvPr/>
        </p:nvSpPr>
        <p:spPr>
          <a:xfrm>
            <a:off x="6176772" y="5833437"/>
            <a:ext cx="475488" cy="251678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37" name="Text 335"/>
          <p:cNvSpPr/>
          <p:nvPr/>
        </p:nvSpPr>
        <p:spPr>
          <a:xfrm>
            <a:off x="6199632" y="5838009"/>
            <a:ext cx="429768" cy="2425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69">
                <a:solidFill>
                  <a:srgbClr val="543443"/>
                </a:solidFill>
              </a:rPr>
              <a:t>40</a:t>
            </a:r>
            <a:endParaRPr lang="en-US" sz="1469"/>
          </a:p>
        </p:txBody>
      </p:sp>
      <p:sp>
        <p:nvSpPr>
          <p:cNvPr id="338" name="Shape 336"/>
          <p:cNvSpPr/>
          <p:nvPr/>
        </p:nvSpPr>
        <p:spPr>
          <a:xfrm>
            <a:off x="6652260" y="5833437"/>
            <a:ext cx="3881628" cy="251678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39" name="Text 337"/>
          <p:cNvSpPr/>
          <p:nvPr/>
        </p:nvSpPr>
        <p:spPr>
          <a:xfrm>
            <a:off x="6675120" y="5838009"/>
            <a:ext cx="3835908" cy="2425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69">
                <a:solidFill>
                  <a:srgbClr val="543443"/>
                </a:solidFill>
              </a:rPr>
              <a:t>林和祥</a:t>
            </a:r>
            <a:endParaRPr lang="en-US" sz="1469"/>
          </a:p>
        </p:txBody>
      </p:sp>
      <p:sp>
        <p:nvSpPr>
          <p:cNvPr id="340" name="Shape 338"/>
          <p:cNvSpPr/>
          <p:nvPr/>
        </p:nvSpPr>
        <p:spPr>
          <a:xfrm>
            <a:off x="10533888" y="5833437"/>
            <a:ext cx="621792" cy="251678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41" name="Text 339"/>
          <p:cNvSpPr/>
          <p:nvPr/>
        </p:nvSpPr>
        <p:spPr>
          <a:xfrm>
            <a:off x="10556748" y="5838009"/>
            <a:ext cx="576072" cy="2425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69">
                <a:solidFill>
                  <a:srgbClr val="543443"/>
                </a:solidFill>
              </a:rPr>
              <a:t>和德</a:t>
            </a:r>
            <a:endParaRPr lang="en-US" sz="1469"/>
          </a:p>
        </p:txBody>
      </p:sp>
      <p:sp>
        <p:nvSpPr>
          <p:cNvPr id="342" name="Shape 340"/>
          <p:cNvSpPr/>
          <p:nvPr/>
        </p:nvSpPr>
        <p:spPr>
          <a:xfrm>
            <a:off x="11155680" y="5833437"/>
            <a:ext cx="530352" cy="251678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43" name="Text 341"/>
          <p:cNvSpPr/>
          <p:nvPr/>
        </p:nvSpPr>
        <p:spPr>
          <a:xfrm>
            <a:off x="11178540" y="5838009"/>
            <a:ext cx="484632" cy="2425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69" b="1">
                <a:solidFill>
                  <a:srgbClr val="7B3C5E"/>
                </a:solidFill>
              </a:rPr>
              <a:t>1</a:t>
            </a:r>
            <a:endParaRPr lang="en-US" sz="1469"/>
          </a:p>
        </p:txBody>
      </p:sp>
      <p:sp>
        <p:nvSpPr>
          <p:cNvPr id="344" name="Shape 342"/>
          <p:cNvSpPr/>
          <p:nvPr/>
        </p:nvSpPr>
        <p:spPr>
          <a:xfrm>
            <a:off x="6176772" y="6085114"/>
            <a:ext cx="475488" cy="251678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45" name="Text 343"/>
          <p:cNvSpPr/>
          <p:nvPr/>
        </p:nvSpPr>
        <p:spPr>
          <a:xfrm>
            <a:off x="6199632" y="6089686"/>
            <a:ext cx="429768" cy="2425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69">
                <a:solidFill>
                  <a:srgbClr val="543443"/>
                </a:solidFill>
              </a:rPr>
              <a:t>41</a:t>
            </a:r>
            <a:endParaRPr lang="en-US" sz="1469"/>
          </a:p>
        </p:txBody>
      </p:sp>
      <p:sp>
        <p:nvSpPr>
          <p:cNvPr id="346" name="Shape 344"/>
          <p:cNvSpPr/>
          <p:nvPr/>
        </p:nvSpPr>
        <p:spPr>
          <a:xfrm>
            <a:off x="6652260" y="6085114"/>
            <a:ext cx="3881628" cy="251678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47" name="Text 345"/>
          <p:cNvSpPr/>
          <p:nvPr/>
        </p:nvSpPr>
        <p:spPr>
          <a:xfrm>
            <a:off x="6675120" y="6089686"/>
            <a:ext cx="3835908" cy="2425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69">
                <a:solidFill>
                  <a:srgbClr val="543443"/>
                </a:solidFill>
              </a:rPr>
              <a:t>林安立</a:t>
            </a:r>
            <a:endParaRPr lang="en-US" sz="1469"/>
          </a:p>
        </p:txBody>
      </p:sp>
      <p:sp>
        <p:nvSpPr>
          <p:cNvPr id="348" name="Shape 346"/>
          <p:cNvSpPr/>
          <p:nvPr/>
        </p:nvSpPr>
        <p:spPr>
          <a:xfrm>
            <a:off x="10533888" y="6085114"/>
            <a:ext cx="621792" cy="251678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49" name="Text 347"/>
          <p:cNvSpPr/>
          <p:nvPr/>
        </p:nvSpPr>
        <p:spPr>
          <a:xfrm>
            <a:off x="10556748" y="6089686"/>
            <a:ext cx="576072" cy="2425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69">
                <a:solidFill>
                  <a:srgbClr val="543443"/>
                </a:solidFill>
              </a:rPr>
              <a:t>邦德</a:t>
            </a:r>
            <a:endParaRPr lang="en-US" sz="1469"/>
          </a:p>
        </p:txBody>
      </p:sp>
      <p:sp>
        <p:nvSpPr>
          <p:cNvPr id="350" name="Shape 348"/>
          <p:cNvSpPr/>
          <p:nvPr/>
        </p:nvSpPr>
        <p:spPr>
          <a:xfrm>
            <a:off x="11155680" y="6085114"/>
            <a:ext cx="530352" cy="251678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51" name="Text 349"/>
          <p:cNvSpPr/>
          <p:nvPr/>
        </p:nvSpPr>
        <p:spPr>
          <a:xfrm>
            <a:off x="11178540" y="6089686"/>
            <a:ext cx="484632" cy="2425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69" b="1">
                <a:solidFill>
                  <a:srgbClr val="7B3C5E"/>
                </a:solidFill>
              </a:rPr>
              <a:t>1</a:t>
            </a:r>
            <a:endParaRPr lang="en-US" sz="1469"/>
          </a:p>
        </p:txBody>
      </p:sp>
      <p:sp>
        <p:nvSpPr>
          <p:cNvPr id="352" name="Text 350"/>
          <p:cNvSpPr/>
          <p:nvPr/>
        </p:nvSpPr>
        <p:spPr>
          <a:xfrm>
            <a:off x="11338560" y="6510528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E7284"/>
                </a:solidFill>
              </a:rPr>
              <a:t>14</a:t>
            </a:r>
            <a:endParaRPr lang="en-US" sz="900" dirty="0"/>
          </a:p>
        </p:txBody>
      </p:sp>
      <p:sp>
        <p:nvSpPr>
          <p:cNvPr id="355" name="Eyebrow">
            <a:extLst>
              <a:ext uri="{FF2B5EF4-FFF2-40B4-BE49-F238E27FC236}">
                <a16:creationId xmlns:a16="http://schemas.microsoft.com/office/drawing/2014/main" id="{058F8ECF-9F10-74A4-499A-6DF353310DE8}"/>
              </a:ext>
            </a:extLst>
          </p:cNvPr>
          <p:cNvSpPr/>
          <p:nvPr/>
        </p:nvSpPr>
        <p:spPr>
          <a:xfrm>
            <a:off x="7315200" y="228600"/>
            <a:ext cx="4343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zh-TW" altLang="en-US" sz="1600" spc="200" dirty="0">
                <a:solidFill>
                  <a:srgbClr val="F7E8D2"/>
                </a:solidFill>
                <a:latin typeface="Noto Sans CJK TC"/>
                <a:ea typeface="Noto Sans CJK TC"/>
              </a:rPr>
              <a:t>2026年 · 巴生道務中心</a:t>
            </a:r>
            <a:endParaRPr lang="en-US" sz="16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9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pic>
        <p:nvPicPr>
          <p:cNvPr id="465" name="Lotus Watermark"/>
          <p:cNvPicPr>
            <a:picLocks noChangeAspect="1"/>
          </p:cNvPicPr>
          <p:nvPr/>
        </p:nvPicPr>
        <p:blipFill>
          <a:blip r:embed="rId3">
            <a:alphaModFix amt="14000"/>
          </a:blip>
          <a:srcRect t="7771" b="777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7B3C5E"/>
          </a:solidFill>
          <a:ln w="12700">
            <a:solidFill>
              <a:srgbClr val="7B3C5E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" name="Shape 1"/>
          <p:cNvSpPr/>
          <p:nvPr/>
        </p:nvSpPr>
        <p:spPr>
          <a:xfrm>
            <a:off x="0" y="777240"/>
            <a:ext cx="12191695" cy="73152"/>
          </a:xfrm>
          <a:prstGeom prst="rect">
            <a:avLst/>
          </a:prstGeom>
          <a:solidFill>
            <a:srgbClr val="D8B06A"/>
          </a:solidFill>
          <a:ln w="12700">
            <a:solidFill>
              <a:srgbClr val="D8B06A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6" name="Shape 4"/>
          <p:cNvSpPr/>
          <p:nvPr/>
        </p:nvSpPr>
        <p:spPr>
          <a:xfrm>
            <a:off x="502920" y="1051560"/>
            <a:ext cx="5509260" cy="5285232"/>
          </a:xfrm>
          <a:prstGeom prst="roundRect">
            <a:avLst/>
          </a:prstGeom>
          <a:solidFill>
            <a:srgbClr val="FFFCFA"/>
          </a:solidFill>
          <a:ln w="12700">
            <a:solidFill>
              <a:srgbClr val="D8B77D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7" name="Shape 5"/>
          <p:cNvSpPr/>
          <p:nvPr/>
        </p:nvSpPr>
        <p:spPr>
          <a:xfrm>
            <a:off x="502920" y="1051560"/>
            <a:ext cx="475488" cy="182249"/>
          </a:xfrm>
          <a:prstGeom prst="rect">
            <a:avLst/>
          </a:prstGeom>
          <a:solidFill>
            <a:srgbClr val="92506F"/>
          </a:solidFill>
          <a:ln w="6350">
            <a:solidFill>
              <a:srgbClr val="E6C992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8" name="Text 6"/>
          <p:cNvSpPr/>
          <p:nvPr/>
        </p:nvSpPr>
        <p:spPr>
          <a:xfrm>
            <a:off x="521208" y="1060704"/>
            <a:ext cx="438912" cy="1639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No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978408" y="1051560"/>
            <a:ext cx="3881628" cy="182249"/>
          </a:xfrm>
          <a:prstGeom prst="rect">
            <a:avLst/>
          </a:prstGeom>
          <a:solidFill>
            <a:srgbClr val="7B3C5E"/>
          </a:solidFill>
          <a:ln w="6350">
            <a:solidFill>
              <a:srgbClr val="E6C992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0" name="Text 8"/>
          <p:cNvSpPr/>
          <p:nvPr/>
        </p:nvSpPr>
        <p:spPr>
          <a:xfrm>
            <a:off x="996696" y="1060704"/>
            <a:ext cx="3845052" cy="1639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 err="1">
                <a:solidFill>
                  <a:srgbClr val="FFFFFF"/>
                </a:solidFill>
              </a:rPr>
              <a:t>負責人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860036" y="1051560"/>
            <a:ext cx="621792" cy="182249"/>
          </a:xfrm>
          <a:prstGeom prst="rect">
            <a:avLst/>
          </a:prstGeom>
          <a:solidFill>
            <a:srgbClr val="92506F"/>
          </a:solidFill>
          <a:ln w="6350">
            <a:solidFill>
              <a:srgbClr val="E6C992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2" name="Text 10"/>
          <p:cNvSpPr/>
          <p:nvPr/>
        </p:nvSpPr>
        <p:spPr>
          <a:xfrm>
            <a:off x="4878324" y="1060704"/>
            <a:ext cx="585216" cy="1639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 err="1">
                <a:solidFill>
                  <a:srgbClr val="FFFFFF"/>
                </a:solidFill>
              </a:rPr>
              <a:t>屬壇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1828" y="1051560"/>
            <a:ext cx="530352" cy="182249"/>
          </a:xfrm>
          <a:prstGeom prst="rect">
            <a:avLst/>
          </a:prstGeom>
          <a:solidFill>
            <a:srgbClr val="92506F"/>
          </a:solidFill>
          <a:ln w="6350">
            <a:solidFill>
              <a:srgbClr val="E6C992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4" name="Text 12"/>
          <p:cNvSpPr/>
          <p:nvPr/>
        </p:nvSpPr>
        <p:spPr>
          <a:xfrm>
            <a:off x="5500116" y="1060704"/>
            <a:ext cx="493776" cy="1639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 err="1">
                <a:solidFill>
                  <a:srgbClr val="FFFFFF"/>
                </a:solidFill>
              </a:rPr>
              <a:t>畢班人數</a:t>
            </a:r>
            <a:endParaRPr lang="en-US" sz="997" dirty="0"/>
          </a:p>
        </p:txBody>
      </p:sp>
      <p:sp>
        <p:nvSpPr>
          <p:cNvPr id="15" name="Shape 13"/>
          <p:cNvSpPr/>
          <p:nvPr/>
        </p:nvSpPr>
        <p:spPr>
          <a:xfrm>
            <a:off x="502920" y="1233809"/>
            <a:ext cx="475488" cy="182249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6" name="Text 14"/>
          <p:cNvSpPr/>
          <p:nvPr/>
        </p:nvSpPr>
        <p:spPr>
          <a:xfrm>
            <a:off x="525780" y="1238381"/>
            <a:ext cx="429768" cy="1731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>
                <a:solidFill>
                  <a:srgbClr val="543443"/>
                </a:solidFill>
              </a:rPr>
              <a:t>1</a:t>
            </a:r>
            <a:endParaRPr lang="en-US" sz="897" dirty="0"/>
          </a:p>
        </p:txBody>
      </p:sp>
      <p:sp>
        <p:nvSpPr>
          <p:cNvPr id="17" name="Shape 15"/>
          <p:cNvSpPr/>
          <p:nvPr/>
        </p:nvSpPr>
        <p:spPr>
          <a:xfrm>
            <a:off x="978408" y="1233809"/>
            <a:ext cx="3881628" cy="182249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8" name="Text 16"/>
          <p:cNvSpPr/>
          <p:nvPr/>
        </p:nvSpPr>
        <p:spPr>
          <a:xfrm>
            <a:off x="1001268" y="1238381"/>
            <a:ext cx="3835908" cy="1731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 err="1">
                <a:solidFill>
                  <a:srgbClr val="543443"/>
                </a:solidFill>
              </a:rPr>
              <a:t>劉玉真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860036" y="1233809"/>
            <a:ext cx="621792" cy="182249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0" name="Text 18"/>
          <p:cNvSpPr/>
          <p:nvPr/>
        </p:nvSpPr>
        <p:spPr>
          <a:xfrm>
            <a:off x="4882896" y="1238381"/>
            <a:ext cx="576072" cy="1731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>
                <a:solidFill>
                  <a:srgbClr val="543443"/>
                </a:solidFill>
              </a:rPr>
              <a:t>至德</a:t>
            </a:r>
            <a:endParaRPr lang="en-US" sz="897" dirty="0"/>
          </a:p>
        </p:txBody>
      </p:sp>
      <p:sp>
        <p:nvSpPr>
          <p:cNvPr id="21" name="Shape 19"/>
          <p:cNvSpPr/>
          <p:nvPr/>
        </p:nvSpPr>
        <p:spPr>
          <a:xfrm>
            <a:off x="5481828" y="1233809"/>
            <a:ext cx="530352" cy="182249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2" name="Text 20"/>
          <p:cNvSpPr/>
          <p:nvPr/>
        </p:nvSpPr>
        <p:spPr>
          <a:xfrm>
            <a:off x="5504688" y="1238381"/>
            <a:ext cx="484632" cy="1731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>
                <a:solidFill>
                  <a:srgbClr val="7B3C5E"/>
                </a:solidFill>
              </a:rPr>
              <a:t>1</a:t>
            </a:r>
            <a:endParaRPr lang="en-US" sz="897" dirty="0"/>
          </a:p>
        </p:txBody>
      </p:sp>
      <p:sp>
        <p:nvSpPr>
          <p:cNvPr id="23" name="Shape 21"/>
          <p:cNvSpPr/>
          <p:nvPr/>
        </p:nvSpPr>
        <p:spPr>
          <a:xfrm>
            <a:off x="502920" y="1416059"/>
            <a:ext cx="475488" cy="182249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4" name="Text 22"/>
          <p:cNvSpPr/>
          <p:nvPr/>
        </p:nvSpPr>
        <p:spPr>
          <a:xfrm>
            <a:off x="525780" y="1420631"/>
            <a:ext cx="429768" cy="1731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>
                <a:solidFill>
                  <a:srgbClr val="543443"/>
                </a:solidFill>
              </a:rPr>
              <a:t>2</a:t>
            </a:r>
            <a:endParaRPr lang="en-US" sz="897" dirty="0"/>
          </a:p>
        </p:txBody>
      </p:sp>
      <p:sp>
        <p:nvSpPr>
          <p:cNvPr id="25" name="Shape 23"/>
          <p:cNvSpPr/>
          <p:nvPr/>
        </p:nvSpPr>
        <p:spPr>
          <a:xfrm>
            <a:off x="978408" y="1416059"/>
            <a:ext cx="3881628" cy="182249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6" name="Text 24"/>
          <p:cNvSpPr/>
          <p:nvPr/>
        </p:nvSpPr>
        <p:spPr>
          <a:xfrm>
            <a:off x="1001268" y="1420631"/>
            <a:ext cx="3835908" cy="1731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 err="1">
                <a:solidFill>
                  <a:srgbClr val="543443"/>
                </a:solidFill>
              </a:rPr>
              <a:t>黃丁何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4860036" y="1416059"/>
            <a:ext cx="621792" cy="182249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8" name="Text 26"/>
          <p:cNvSpPr/>
          <p:nvPr/>
        </p:nvSpPr>
        <p:spPr>
          <a:xfrm>
            <a:off x="4882896" y="1420631"/>
            <a:ext cx="576072" cy="1731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>
                <a:solidFill>
                  <a:srgbClr val="543443"/>
                </a:solidFill>
              </a:rPr>
              <a:t>林德</a:t>
            </a:r>
            <a:endParaRPr lang="en-US" sz="897" dirty="0"/>
          </a:p>
        </p:txBody>
      </p:sp>
      <p:sp>
        <p:nvSpPr>
          <p:cNvPr id="29" name="Shape 27"/>
          <p:cNvSpPr/>
          <p:nvPr/>
        </p:nvSpPr>
        <p:spPr>
          <a:xfrm>
            <a:off x="5481828" y="1416059"/>
            <a:ext cx="530352" cy="182249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0" name="Text 28"/>
          <p:cNvSpPr/>
          <p:nvPr/>
        </p:nvSpPr>
        <p:spPr>
          <a:xfrm>
            <a:off x="5504688" y="1420631"/>
            <a:ext cx="484632" cy="1731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>
                <a:solidFill>
                  <a:srgbClr val="7B3C5E"/>
                </a:solidFill>
              </a:rPr>
              <a:t>2</a:t>
            </a:r>
            <a:endParaRPr lang="en-US" sz="897" dirty="0"/>
          </a:p>
        </p:txBody>
      </p:sp>
      <p:sp>
        <p:nvSpPr>
          <p:cNvPr id="31" name="Shape 29"/>
          <p:cNvSpPr/>
          <p:nvPr/>
        </p:nvSpPr>
        <p:spPr>
          <a:xfrm>
            <a:off x="502920" y="1598308"/>
            <a:ext cx="475488" cy="182249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2" name="Text 30"/>
          <p:cNvSpPr/>
          <p:nvPr/>
        </p:nvSpPr>
        <p:spPr>
          <a:xfrm>
            <a:off x="525780" y="1602880"/>
            <a:ext cx="429768" cy="1731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>
                <a:solidFill>
                  <a:srgbClr val="543443"/>
                </a:solidFill>
              </a:rPr>
              <a:t>3</a:t>
            </a:r>
            <a:endParaRPr lang="en-US" sz="897" dirty="0"/>
          </a:p>
        </p:txBody>
      </p:sp>
      <p:sp>
        <p:nvSpPr>
          <p:cNvPr id="33" name="Shape 31"/>
          <p:cNvSpPr/>
          <p:nvPr/>
        </p:nvSpPr>
        <p:spPr>
          <a:xfrm>
            <a:off x="978408" y="1598308"/>
            <a:ext cx="3881628" cy="182249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 sz="1400"/>
          </a:p>
        </p:txBody>
      </p:sp>
      <p:sp>
        <p:nvSpPr>
          <p:cNvPr id="34" name="Text 32"/>
          <p:cNvSpPr/>
          <p:nvPr/>
        </p:nvSpPr>
        <p:spPr>
          <a:xfrm>
            <a:off x="1001268" y="1602880"/>
            <a:ext cx="3835908" cy="1731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 err="1">
                <a:solidFill>
                  <a:srgbClr val="543443"/>
                </a:solidFill>
              </a:rPr>
              <a:t>劉詩璇</a:t>
            </a:r>
            <a:endParaRPr lang="en-US" sz="897" dirty="0"/>
          </a:p>
        </p:txBody>
      </p:sp>
      <p:sp>
        <p:nvSpPr>
          <p:cNvPr id="35" name="Shape 33"/>
          <p:cNvSpPr/>
          <p:nvPr/>
        </p:nvSpPr>
        <p:spPr>
          <a:xfrm>
            <a:off x="4860036" y="1598308"/>
            <a:ext cx="621792" cy="182249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6" name="Text 34"/>
          <p:cNvSpPr/>
          <p:nvPr/>
        </p:nvSpPr>
        <p:spPr>
          <a:xfrm>
            <a:off x="4882896" y="1602880"/>
            <a:ext cx="576072" cy="1731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>
                <a:solidFill>
                  <a:srgbClr val="543443"/>
                </a:solidFill>
              </a:rPr>
              <a:t>暘德</a:t>
            </a:r>
            <a:endParaRPr lang="en-US" sz="897" dirty="0"/>
          </a:p>
        </p:txBody>
      </p:sp>
      <p:sp>
        <p:nvSpPr>
          <p:cNvPr id="37" name="Shape 35"/>
          <p:cNvSpPr/>
          <p:nvPr/>
        </p:nvSpPr>
        <p:spPr>
          <a:xfrm>
            <a:off x="5481828" y="1598308"/>
            <a:ext cx="530352" cy="182249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8" name="Text 36"/>
          <p:cNvSpPr/>
          <p:nvPr/>
        </p:nvSpPr>
        <p:spPr>
          <a:xfrm>
            <a:off x="5504688" y="1602880"/>
            <a:ext cx="484632" cy="1731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>
                <a:solidFill>
                  <a:srgbClr val="7B3C5E"/>
                </a:solidFill>
              </a:rPr>
              <a:t>2</a:t>
            </a:r>
            <a:endParaRPr lang="en-US" sz="897" dirty="0"/>
          </a:p>
        </p:txBody>
      </p:sp>
      <p:sp>
        <p:nvSpPr>
          <p:cNvPr id="39" name="Shape 37"/>
          <p:cNvSpPr/>
          <p:nvPr/>
        </p:nvSpPr>
        <p:spPr>
          <a:xfrm>
            <a:off x="502920" y="1780558"/>
            <a:ext cx="475488" cy="182249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40" name="Text 38"/>
          <p:cNvSpPr/>
          <p:nvPr/>
        </p:nvSpPr>
        <p:spPr>
          <a:xfrm>
            <a:off x="525780" y="1785130"/>
            <a:ext cx="429768" cy="1731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>
                <a:solidFill>
                  <a:srgbClr val="543443"/>
                </a:solidFill>
              </a:rPr>
              <a:t>4</a:t>
            </a:r>
            <a:endParaRPr lang="en-US" sz="897" dirty="0"/>
          </a:p>
        </p:txBody>
      </p:sp>
      <p:sp>
        <p:nvSpPr>
          <p:cNvPr id="41" name="Shape 39"/>
          <p:cNvSpPr/>
          <p:nvPr/>
        </p:nvSpPr>
        <p:spPr>
          <a:xfrm>
            <a:off x="978408" y="1780558"/>
            <a:ext cx="3881628" cy="182249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 sz="1400" dirty="0"/>
          </a:p>
        </p:txBody>
      </p:sp>
      <p:sp>
        <p:nvSpPr>
          <p:cNvPr id="42" name="Text 40"/>
          <p:cNvSpPr/>
          <p:nvPr/>
        </p:nvSpPr>
        <p:spPr>
          <a:xfrm>
            <a:off x="1001268" y="1785130"/>
            <a:ext cx="3835908" cy="1731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 err="1">
                <a:solidFill>
                  <a:srgbClr val="543443"/>
                </a:solidFill>
              </a:rPr>
              <a:t>李振泰</a:t>
            </a:r>
            <a:endParaRPr lang="en-US" sz="1400" dirty="0"/>
          </a:p>
        </p:txBody>
      </p:sp>
      <p:sp>
        <p:nvSpPr>
          <p:cNvPr id="43" name="Shape 41"/>
          <p:cNvSpPr/>
          <p:nvPr/>
        </p:nvSpPr>
        <p:spPr>
          <a:xfrm>
            <a:off x="4860036" y="1780558"/>
            <a:ext cx="621792" cy="182249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44" name="Text 42"/>
          <p:cNvSpPr/>
          <p:nvPr/>
        </p:nvSpPr>
        <p:spPr>
          <a:xfrm>
            <a:off x="4882896" y="1785130"/>
            <a:ext cx="576072" cy="1731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>
                <a:solidFill>
                  <a:srgbClr val="543443"/>
                </a:solidFill>
              </a:rPr>
              <a:t>福德</a:t>
            </a:r>
            <a:endParaRPr lang="en-US" sz="897" dirty="0"/>
          </a:p>
        </p:txBody>
      </p:sp>
      <p:sp>
        <p:nvSpPr>
          <p:cNvPr id="45" name="Shape 43"/>
          <p:cNvSpPr/>
          <p:nvPr/>
        </p:nvSpPr>
        <p:spPr>
          <a:xfrm>
            <a:off x="5481828" y="1780558"/>
            <a:ext cx="530352" cy="182249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46" name="Text 44"/>
          <p:cNvSpPr/>
          <p:nvPr/>
        </p:nvSpPr>
        <p:spPr>
          <a:xfrm>
            <a:off x="5504688" y="1785130"/>
            <a:ext cx="484632" cy="1731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>
                <a:solidFill>
                  <a:srgbClr val="7B3C5E"/>
                </a:solidFill>
              </a:rPr>
              <a:t>2</a:t>
            </a:r>
            <a:endParaRPr lang="en-US" sz="897" dirty="0"/>
          </a:p>
        </p:txBody>
      </p:sp>
      <p:sp>
        <p:nvSpPr>
          <p:cNvPr id="47" name="Shape 45"/>
          <p:cNvSpPr/>
          <p:nvPr/>
        </p:nvSpPr>
        <p:spPr>
          <a:xfrm>
            <a:off x="502920" y="1962807"/>
            <a:ext cx="475488" cy="182249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48" name="Text 46"/>
          <p:cNvSpPr/>
          <p:nvPr/>
        </p:nvSpPr>
        <p:spPr>
          <a:xfrm>
            <a:off x="525780" y="1967379"/>
            <a:ext cx="429768" cy="1731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>
                <a:solidFill>
                  <a:srgbClr val="543443"/>
                </a:solidFill>
              </a:rPr>
              <a:t>5</a:t>
            </a:r>
            <a:endParaRPr lang="en-US" sz="897" dirty="0"/>
          </a:p>
        </p:txBody>
      </p:sp>
      <p:sp>
        <p:nvSpPr>
          <p:cNvPr id="49" name="Shape 47"/>
          <p:cNvSpPr/>
          <p:nvPr/>
        </p:nvSpPr>
        <p:spPr>
          <a:xfrm>
            <a:off x="978408" y="1962807"/>
            <a:ext cx="3881628" cy="182249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50" name="Text 48"/>
          <p:cNvSpPr/>
          <p:nvPr/>
        </p:nvSpPr>
        <p:spPr>
          <a:xfrm>
            <a:off x="1001268" y="1967379"/>
            <a:ext cx="3835908" cy="1731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 err="1">
                <a:solidFill>
                  <a:srgbClr val="543443"/>
                </a:solidFill>
              </a:rPr>
              <a:t>柯秋霞</a:t>
            </a:r>
            <a:endParaRPr lang="en-US" sz="1400" dirty="0"/>
          </a:p>
        </p:txBody>
      </p:sp>
      <p:sp>
        <p:nvSpPr>
          <p:cNvPr id="51" name="Shape 49"/>
          <p:cNvSpPr/>
          <p:nvPr/>
        </p:nvSpPr>
        <p:spPr>
          <a:xfrm>
            <a:off x="4860036" y="1962807"/>
            <a:ext cx="621792" cy="182249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52" name="Text 50"/>
          <p:cNvSpPr/>
          <p:nvPr/>
        </p:nvSpPr>
        <p:spPr>
          <a:xfrm>
            <a:off x="4882896" y="1967379"/>
            <a:ext cx="576072" cy="1731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>
                <a:solidFill>
                  <a:srgbClr val="543443"/>
                </a:solidFill>
              </a:rPr>
              <a:t>碩德</a:t>
            </a:r>
            <a:endParaRPr lang="en-US" sz="897" dirty="0"/>
          </a:p>
        </p:txBody>
      </p:sp>
      <p:sp>
        <p:nvSpPr>
          <p:cNvPr id="53" name="Shape 51"/>
          <p:cNvSpPr/>
          <p:nvPr/>
        </p:nvSpPr>
        <p:spPr>
          <a:xfrm>
            <a:off x="5481828" y="1962807"/>
            <a:ext cx="530352" cy="182249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54" name="Text 52"/>
          <p:cNvSpPr/>
          <p:nvPr/>
        </p:nvSpPr>
        <p:spPr>
          <a:xfrm>
            <a:off x="5504688" y="1967379"/>
            <a:ext cx="484632" cy="1731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>
                <a:solidFill>
                  <a:srgbClr val="7B3C5E"/>
                </a:solidFill>
              </a:rPr>
              <a:t>2</a:t>
            </a:r>
            <a:endParaRPr lang="en-US" sz="897" dirty="0"/>
          </a:p>
        </p:txBody>
      </p:sp>
      <p:sp>
        <p:nvSpPr>
          <p:cNvPr id="55" name="Shape 53"/>
          <p:cNvSpPr/>
          <p:nvPr/>
        </p:nvSpPr>
        <p:spPr>
          <a:xfrm>
            <a:off x="502920" y="2145056"/>
            <a:ext cx="475488" cy="182249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56" name="Text 54"/>
          <p:cNvSpPr/>
          <p:nvPr/>
        </p:nvSpPr>
        <p:spPr>
          <a:xfrm>
            <a:off x="525780" y="2149628"/>
            <a:ext cx="429768" cy="1731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>
                <a:solidFill>
                  <a:srgbClr val="543443"/>
                </a:solidFill>
              </a:rPr>
              <a:t>6</a:t>
            </a:r>
            <a:endParaRPr lang="en-US" sz="897" dirty="0"/>
          </a:p>
        </p:txBody>
      </p:sp>
      <p:sp>
        <p:nvSpPr>
          <p:cNvPr id="57" name="Shape 55"/>
          <p:cNvSpPr/>
          <p:nvPr/>
        </p:nvSpPr>
        <p:spPr>
          <a:xfrm>
            <a:off x="978408" y="2145056"/>
            <a:ext cx="3881628" cy="182249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58" name="Text 56"/>
          <p:cNvSpPr/>
          <p:nvPr/>
        </p:nvSpPr>
        <p:spPr>
          <a:xfrm>
            <a:off x="1001268" y="2149628"/>
            <a:ext cx="3835908" cy="1731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>
                <a:solidFill>
                  <a:srgbClr val="543443"/>
                </a:solidFill>
              </a:rPr>
              <a:t>王慧雯</a:t>
            </a:r>
            <a:endParaRPr lang="en-US" sz="897" dirty="0"/>
          </a:p>
        </p:txBody>
      </p:sp>
      <p:sp>
        <p:nvSpPr>
          <p:cNvPr id="59" name="Shape 57"/>
          <p:cNvSpPr/>
          <p:nvPr/>
        </p:nvSpPr>
        <p:spPr>
          <a:xfrm>
            <a:off x="4860036" y="2145056"/>
            <a:ext cx="621792" cy="182249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60" name="Text 58"/>
          <p:cNvSpPr/>
          <p:nvPr/>
        </p:nvSpPr>
        <p:spPr>
          <a:xfrm>
            <a:off x="4882896" y="2149628"/>
            <a:ext cx="576072" cy="1731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>
                <a:solidFill>
                  <a:srgbClr val="543443"/>
                </a:solidFill>
              </a:rPr>
              <a:t>仁德</a:t>
            </a:r>
            <a:endParaRPr lang="en-US" sz="897" dirty="0"/>
          </a:p>
        </p:txBody>
      </p:sp>
      <p:sp>
        <p:nvSpPr>
          <p:cNvPr id="61" name="Shape 59"/>
          <p:cNvSpPr/>
          <p:nvPr/>
        </p:nvSpPr>
        <p:spPr>
          <a:xfrm>
            <a:off x="5481828" y="2145056"/>
            <a:ext cx="530352" cy="182249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62" name="Text 60"/>
          <p:cNvSpPr/>
          <p:nvPr/>
        </p:nvSpPr>
        <p:spPr>
          <a:xfrm>
            <a:off x="5504688" y="2149628"/>
            <a:ext cx="484632" cy="1731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>
                <a:solidFill>
                  <a:srgbClr val="7B3C5E"/>
                </a:solidFill>
              </a:rPr>
              <a:t>4</a:t>
            </a:r>
            <a:endParaRPr lang="en-US" sz="897" dirty="0"/>
          </a:p>
        </p:txBody>
      </p:sp>
      <p:sp>
        <p:nvSpPr>
          <p:cNvPr id="63" name="Shape 61"/>
          <p:cNvSpPr/>
          <p:nvPr/>
        </p:nvSpPr>
        <p:spPr>
          <a:xfrm>
            <a:off x="502920" y="2327306"/>
            <a:ext cx="475488" cy="182249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64" name="Text 62"/>
          <p:cNvSpPr/>
          <p:nvPr/>
        </p:nvSpPr>
        <p:spPr>
          <a:xfrm>
            <a:off x="525780" y="2331878"/>
            <a:ext cx="429768" cy="1731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>
                <a:solidFill>
                  <a:srgbClr val="543443"/>
                </a:solidFill>
              </a:rPr>
              <a:t>7</a:t>
            </a:r>
            <a:endParaRPr lang="en-US" sz="897" dirty="0"/>
          </a:p>
        </p:txBody>
      </p:sp>
      <p:sp>
        <p:nvSpPr>
          <p:cNvPr id="65" name="Shape 63"/>
          <p:cNvSpPr/>
          <p:nvPr/>
        </p:nvSpPr>
        <p:spPr>
          <a:xfrm>
            <a:off x="978408" y="2327306"/>
            <a:ext cx="3881628" cy="182249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66" name="Text 64"/>
          <p:cNvSpPr/>
          <p:nvPr/>
        </p:nvSpPr>
        <p:spPr>
          <a:xfrm>
            <a:off x="1001268" y="2331878"/>
            <a:ext cx="3835908" cy="1731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>
                <a:solidFill>
                  <a:srgbClr val="543443"/>
                </a:solidFill>
              </a:rPr>
              <a:t>劉慶宗</a:t>
            </a:r>
            <a:endParaRPr lang="en-US" sz="897" dirty="0"/>
          </a:p>
        </p:txBody>
      </p:sp>
      <p:sp>
        <p:nvSpPr>
          <p:cNvPr id="67" name="Shape 65"/>
          <p:cNvSpPr/>
          <p:nvPr/>
        </p:nvSpPr>
        <p:spPr>
          <a:xfrm>
            <a:off x="4860036" y="2327306"/>
            <a:ext cx="621792" cy="182249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68" name="Text 66"/>
          <p:cNvSpPr/>
          <p:nvPr/>
        </p:nvSpPr>
        <p:spPr>
          <a:xfrm>
            <a:off x="4882896" y="2331878"/>
            <a:ext cx="576072" cy="1731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>
                <a:solidFill>
                  <a:srgbClr val="543443"/>
                </a:solidFill>
              </a:rPr>
              <a:t>仁德</a:t>
            </a:r>
            <a:endParaRPr lang="en-US" sz="897" dirty="0"/>
          </a:p>
        </p:txBody>
      </p:sp>
      <p:sp>
        <p:nvSpPr>
          <p:cNvPr id="69" name="Shape 67"/>
          <p:cNvSpPr/>
          <p:nvPr/>
        </p:nvSpPr>
        <p:spPr>
          <a:xfrm>
            <a:off x="5481828" y="2327306"/>
            <a:ext cx="530352" cy="182249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70" name="Text 68"/>
          <p:cNvSpPr/>
          <p:nvPr/>
        </p:nvSpPr>
        <p:spPr>
          <a:xfrm>
            <a:off x="5504688" y="2331878"/>
            <a:ext cx="484632" cy="1731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>
                <a:solidFill>
                  <a:srgbClr val="7B3C5E"/>
                </a:solidFill>
              </a:rPr>
              <a:t>2</a:t>
            </a:r>
            <a:endParaRPr lang="en-US" sz="897" dirty="0"/>
          </a:p>
        </p:txBody>
      </p:sp>
      <p:sp>
        <p:nvSpPr>
          <p:cNvPr id="71" name="Shape 69"/>
          <p:cNvSpPr/>
          <p:nvPr/>
        </p:nvSpPr>
        <p:spPr>
          <a:xfrm>
            <a:off x="502920" y="2509555"/>
            <a:ext cx="475488" cy="182249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72" name="Text 70"/>
          <p:cNvSpPr/>
          <p:nvPr/>
        </p:nvSpPr>
        <p:spPr>
          <a:xfrm>
            <a:off x="525780" y="2514127"/>
            <a:ext cx="429768" cy="1731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>
                <a:solidFill>
                  <a:srgbClr val="543443"/>
                </a:solidFill>
              </a:rPr>
              <a:t>8</a:t>
            </a:r>
            <a:endParaRPr lang="en-US" sz="897" dirty="0"/>
          </a:p>
        </p:txBody>
      </p:sp>
      <p:sp>
        <p:nvSpPr>
          <p:cNvPr id="73" name="Shape 71"/>
          <p:cNvSpPr/>
          <p:nvPr/>
        </p:nvSpPr>
        <p:spPr>
          <a:xfrm>
            <a:off x="978408" y="2509555"/>
            <a:ext cx="3881628" cy="182249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74" name="Text 72"/>
          <p:cNvSpPr/>
          <p:nvPr/>
        </p:nvSpPr>
        <p:spPr>
          <a:xfrm>
            <a:off x="1001268" y="2514127"/>
            <a:ext cx="3835908" cy="1731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>
                <a:solidFill>
                  <a:srgbClr val="543443"/>
                </a:solidFill>
              </a:rPr>
              <a:t>鄭玉琴</a:t>
            </a:r>
            <a:endParaRPr lang="en-US" sz="897" dirty="0"/>
          </a:p>
        </p:txBody>
      </p:sp>
      <p:sp>
        <p:nvSpPr>
          <p:cNvPr id="75" name="Shape 73"/>
          <p:cNvSpPr/>
          <p:nvPr/>
        </p:nvSpPr>
        <p:spPr>
          <a:xfrm>
            <a:off x="4860036" y="2509555"/>
            <a:ext cx="621792" cy="182249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76" name="Text 74"/>
          <p:cNvSpPr/>
          <p:nvPr/>
        </p:nvSpPr>
        <p:spPr>
          <a:xfrm>
            <a:off x="4882896" y="2514127"/>
            <a:ext cx="576072" cy="1731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>
                <a:solidFill>
                  <a:srgbClr val="543443"/>
                </a:solidFill>
              </a:rPr>
              <a:t>仁德</a:t>
            </a:r>
            <a:endParaRPr lang="en-US" sz="897" dirty="0"/>
          </a:p>
        </p:txBody>
      </p:sp>
      <p:sp>
        <p:nvSpPr>
          <p:cNvPr id="77" name="Shape 75"/>
          <p:cNvSpPr/>
          <p:nvPr/>
        </p:nvSpPr>
        <p:spPr>
          <a:xfrm>
            <a:off x="5481828" y="2509555"/>
            <a:ext cx="530352" cy="182249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78" name="Text 76"/>
          <p:cNvSpPr/>
          <p:nvPr/>
        </p:nvSpPr>
        <p:spPr>
          <a:xfrm>
            <a:off x="5504688" y="2514127"/>
            <a:ext cx="484632" cy="1731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>
                <a:solidFill>
                  <a:srgbClr val="7B3C5E"/>
                </a:solidFill>
              </a:rPr>
              <a:t>2</a:t>
            </a:r>
            <a:endParaRPr lang="en-US" sz="897" dirty="0"/>
          </a:p>
        </p:txBody>
      </p:sp>
      <p:sp>
        <p:nvSpPr>
          <p:cNvPr id="79" name="Shape 77"/>
          <p:cNvSpPr/>
          <p:nvPr/>
        </p:nvSpPr>
        <p:spPr>
          <a:xfrm>
            <a:off x="502920" y="2691804"/>
            <a:ext cx="475488" cy="182249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80" name="Text 78"/>
          <p:cNvSpPr/>
          <p:nvPr/>
        </p:nvSpPr>
        <p:spPr>
          <a:xfrm>
            <a:off x="525780" y="2696376"/>
            <a:ext cx="429768" cy="1731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>
                <a:solidFill>
                  <a:srgbClr val="543443"/>
                </a:solidFill>
              </a:rPr>
              <a:t>9</a:t>
            </a:r>
            <a:endParaRPr lang="en-US" sz="897" dirty="0"/>
          </a:p>
        </p:txBody>
      </p:sp>
      <p:sp>
        <p:nvSpPr>
          <p:cNvPr id="81" name="Shape 79"/>
          <p:cNvSpPr/>
          <p:nvPr/>
        </p:nvSpPr>
        <p:spPr>
          <a:xfrm>
            <a:off x="978408" y="2691804"/>
            <a:ext cx="3881628" cy="182249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82" name="Text 80"/>
          <p:cNvSpPr/>
          <p:nvPr/>
        </p:nvSpPr>
        <p:spPr>
          <a:xfrm>
            <a:off x="1001268" y="2696376"/>
            <a:ext cx="3835908" cy="1731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>
                <a:solidFill>
                  <a:srgbClr val="543443"/>
                </a:solidFill>
              </a:rPr>
              <a:t>王慧雲</a:t>
            </a:r>
            <a:endParaRPr lang="en-US" sz="897" dirty="0"/>
          </a:p>
        </p:txBody>
      </p:sp>
      <p:sp>
        <p:nvSpPr>
          <p:cNvPr id="83" name="Shape 81"/>
          <p:cNvSpPr/>
          <p:nvPr/>
        </p:nvSpPr>
        <p:spPr>
          <a:xfrm>
            <a:off x="4860036" y="2691804"/>
            <a:ext cx="621792" cy="182249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84" name="Text 82"/>
          <p:cNvSpPr/>
          <p:nvPr/>
        </p:nvSpPr>
        <p:spPr>
          <a:xfrm>
            <a:off x="4882896" y="2696376"/>
            <a:ext cx="576072" cy="1731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>
                <a:solidFill>
                  <a:srgbClr val="543443"/>
                </a:solidFill>
              </a:rPr>
              <a:t>仁德</a:t>
            </a:r>
            <a:endParaRPr lang="en-US" sz="897" dirty="0"/>
          </a:p>
        </p:txBody>
      </p:sp>
      <p:sp>
        <p:nvSpPr>
          <p:cNvPr id="85" name="Shape 83"/>
          <p:cNvSpPr/>
          <p:nvPr/>
        </p:nvSpPr>
        <p:spPr>
          <a:xfrm>
            <a:off x="5481828" y="2691804"/>
            <a:ext cx="530352" cy="182249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86" name="Text 84"/>
          <p:cNvSpPr/>
          <p:nvPr/>
        </p:nvSpPr>
        <p:spPr>
          <a:xfrm>
            <a:off x="5504688" y="2696376"/>
            <a:ext cx="484632" cy="1731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>
                <a:solidFill>
                  <a:srgbClr val="7B3C5E"/>
                </a:solidFill>
              </a:rPr>
              <a:t>2</a:t>
            </a:r>
            <a:endParaRPr lang="en-US" sz="897" dirty="0"/>
          </a:p>
        </p:txBody>
      </p:sp>
      <p:sp>
        <p:nvSpPr>
          <p:cNvPr id="87" name="Shape 85"/>
          <p:cNvSpPr/>
          <p:nvPr/>
        </p:nvSpPr>
        <p:spPr>
          <a:xfrm>
            <a:off x="502920" y="2874054"/>
            <a:ext cx="475488" cy="182249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88" name="Text 86"/>
          <p:cNvSpPr/>
          <p:nvPr/>
        </p:nvSpPr>
        <p:spPr>
          <a:xfrm>
            <a:off x="525780" y="2878626"/>
            <a:ext cx="429768" cy="1731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>
                <a:solidFill>
                  <a:srgbClr val="543443"/>
                </a:solidFill>
              </a:rPr>
              <a:t>10</a:t>
            </a:r>
            <a:endParaRPr lang="en-US" sz="897" dirty="0"/>
          </a:p>
        </p:txBody>
      </p:sp>
      <p:sp>
        <p:nvSpPr>
          <p:cNvPr id="89" name="Shape 87"/>
          <p:cNvSpPr/>
          <p:nvPr/>
        </p:nvSpPr>
        <p:spPr>
          <a:xfrm>
            <a:off x="978408" y="2874054"/>
            <a:ext cx="3881628" cy="182249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90" name="Text 88"/>
          <p:cNvSpPr/>
          <p:nvPr/>
        </p:nvSpPr>
        <p:spPr>
          <a:xfrm>
            <a:off x="1001268" y="2878626"/>
            <a:ext cx="3835908" cy="1731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>
                <a:solidFill>
                  <a:srgbClr val="543443"/>
                </a:solidFill>
              </a:rPr>
              <a:t>葉素秋</a:t>
            </a:r>
            <a:endParaRPr lang="en-US" sz="897" dirty="0"/>
          </a:p>
        </p:txBody>
      </p:sp>
      <p:sp>
        <p:nvSpPr>
          <p:cNvPr id="91" name="Shape 89"/>
          <p:cNvSpPr/>
          <p:nvPr/>
        </p:nvSpPr>
        <p:spPr>
          <a:xfrm>
            <a:off x="4860036" y="2874054"/>
            <a:ext cx="621792" cy="182249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92" name="Text 90"/>
          <p:cNvSpPr/>
          <p:nvPr/>
        </p:nvSpPr>
        <p:spPr>
          <a:xfrm>
            <a:off x="4882896" y="2878626"/>
            <a:ext cx="576072" cy="1731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>
                <a:solidFill>
                  <a:srgbClr val="543443"/>
                </a:solidFill>
              </a:rPr>
              <a:t>仁德</a:t>
            </a:r>
            <a:endParaRPr lang="en-US" sz="897" dirty="0"/>
          </a:p>
        </p:txBody>
      </p:sp>
      <p:sp>
        <p:nvSpPr>
          <p:cNvPr id="93" name="Shape 91"/>
          <p:cNvSpPr/>
          <p:nvPr/>
        </p:nvSpPr>
        <p:spPr>
          <a:xfrm>
            <a:off x="5481828" y="2874054"/>
            <a:ext cx="530352" cy="182249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94" name="Text 92"/>
          <p:cNvSpPr/>
          <p:nvPr/>
        </p:nvSpPr>
        <p:spPr>
          <a:xfrm>
            <a:off x="5504688" y="2878626"/>
            <a:ext cx="484632" cy="1731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>
                <a:solidFill>
                  <a:srgbClr val="7B3C5E"/>
                </a:solidFill>
              </a:rPr>
              <a:t>2</a:t>
            </a:r>
            <a:endParaRPr lang="en-US" sz="897" dirty="0"/>
          </a:p>
        </p:txBody>
      </p:sp>
      <p:sp>
        <p:nvSpPr>
          <p:cNvPr id="95" name="Shape 93"/>
          <p:cNvSpPr/>
          <p:nvPr/>
        </p:nvSpPr>
        <p:spPr>
          <a:xfrm>
            <a:off x="502920" y="3056303"/>
            <a:ext cx="475488" cy="182249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96" name="Text 94"/>
          <p:cNvSpPr/>
          <p:nvPr/>
        </p:nvSpPr>
        <p:spPr>
          <a:xfrm>
            <a:off x="525780" y="3060875"/>
            <a:ext cx="429768" cy="1731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>
                <a:solidFill>
                  <a:srgbClr val="543443"/>
                </a:solidFill>
              </a:rPr>
              <a:t>11</a:t>
            </a:r>
            <a:endParaRPr lang="en-US" sz="897" dirty="0"/>
          </a:p>
        </p:txBody>
      </p:sp>
      <p:sp>
        <p:nvSpPr>
          <p:cNvPr id="97" name="Shape 95"/>
          <p:cNvSpPr/>
          <p:nvPr/>
        </p:nvSpPr>
        <p:spPr>
          <a:xfrm>
            <a:off x="978408" y="3056303"/>
            <a:ext cx="3881628" cy="182249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98" name="Text 96"/>
          <p:cNvSpPr/>
          <p:nvPr/>
        </p:nvSpPr>
        <p:spPr>
          <a:xfrm>
            <a:off x="1001268" y="3060875"/>
            <a:ext cx="3835908" cy="1731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>
                <a:solidFill>
                  <a:srgbClr val="543443"/>
                </a:solidFill>
              </a:rPr>
              <a:t>張量治</a:t>
            </a:r>
            <a:endParaRPr lang="en-US" sz="897" dirty="0"/>
          </a:p>
        </p:txBody>
      </p:sp>
      <p:sp>
        <p:nvSpPr>
          <p:cNvPr id="99" name="Shape 97"/>
          <p:cNvSpPr/>
          <p:nvPr/>
        </p:nvSpPr>
        <p:spPr>
          <a:xfrm>
            <a:off x="4860036" y="3056303"/>
            <a:ext cx="621792" cy="182249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00" name="Text 98"/>
          <p:cNvSpPr/>
          <p:nvPr/>
        </p:nvSpPr>
        <p:spPr>
          <a:xfrm>
            <a:off x="4882896" y="3060875"/>
            <a:ext cx="576072" cy="1731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>
                <a:solidFill>
                  <a:srgbClr val="543443"/>
                </a:solidFill>
              </a:rPr>
              <a:t>仁德</a:t>
            </a:r>
            <a:endParaRPr lang="en-US" sz="897" dirty="0"/>
          </a:p>
        </p:txBody>
      </p:sp>
      <p:sp>
        <p:nvSpPr>
          <p:cNvPr id="101" name="Shape 99"/>
          <p:cNvSpPr/>
          <p:nvPr/>
        </p:nvSpPr>
        <p:spPr>
          <a:xfrm>
            <a:off x="5481828" y="3056303"/>
            <a:ext cx="530352" cy="182249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02" name="Text 100"/>
          <p:cNvSpPr/>
          <p:nvPr/>
        </p:nvSpPr>
        <p:spPr>
          <a:xfrm>
            <a:off x="5504688" y="3060875"/>
            <a:ext cx="484632" cy="1731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>
                <a:solidFill>
                  <a:srgbClr val="7B3C5E"/>
                </a:solidFill>
              </a:rPr>
              <a:t>1</a:t>
            </a:r>
            <a:endParaRPr lang="en-US" sz="897" dirty="0"/>
          </a:p>
        </p:txBody>
      </p:sp>
      <p:sp>
        <p:nvSpPr>
          <p:cNvPr id="103" name="Shape 101"/>
          <p:cNvSpPr/>
          <p:nvPr/>
        </p:nvSpPr>
        <p:spPr>
          <a:xfrm>
            <a:off x="502920" y="3238553"/>
            <a:ext cx="475488" cy="182249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04" name="Text 102"/>
          <p:cNvSpPr/>
          <p:nvPr/>
        </p:nvSpPr>
        <p:spPr>
          <a:xfrm>
            <a:off x="525780" y="3243125"/>
            <a:ext cx="429768" cy="1731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>
                <a:solidFill>
                  <a:srgbClr val="543443"/>
                </a:solidFill>
              </a:rPr>
              <a:t>12</a:t>
            </a:r>
            <a:endParaRPr lang="en-US" sz="897" dirty="0"/>
          </a:p>
        </p:txBody>
      </p:sp>
      <p:sp>
        <p:nvSpPr>
          <p:cNvPr id="105" name="Shape 103"/>
          <p:cNvSpPr/>
          <p:nvPr/>
        </p:nvSpPr>
        <p:spPr>
          <a:xfrm>
            <a:off x="978408" y="3238553"/>
            <a:ext cx="3881628" cy="182249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06" name="Text 104"/>
          <p:cNvSpPr/>
          <p:nvPr/>
        </p:nvSpPr>
        <p:spPr>
          <a:xfrm>
            <a:off x="1001268" y="3243125"/>
            <a:ext cx="3835908" cy="1731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 err="1">
                <a:solidFill>
                  <a:srgbClr val="543443"/>
                </a:solidFill>
              </a:rPr>
              <a:t>劉玉珠</a:t>
            </a:r>
            <a:endParaRPr lang="en-US" sz="897" dirty="0"/>
          </a:p>
        </p:txBody>
      </p:sp>
      <p:sp>
        <p:nvSpPr>
          <p:cNvPr id="107" name="Shape 105"/>
          <p:cNvSpPr/>
          <p:nvPr/>
        </p:nvSpPr>
        <p:spPr>
          <a:xfrm>
            <a:off x="4860036" y="3238553"/>
            <a:ext cx="621792" cy="182249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08" name="Text 106"/>
          <p:cNvSpPr/>
          <p:nvPr/>
        </p:nvSpPr>
        <p:spPr>
          <a:xfrm>
            <a:off x="4882896" y="3243125"/>
            <a:ext cx="576072" cy="1731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>
                <a:solidFill>
                  <a:srgbClr val="543443"/>
                </a:solidFill>
              </a:rPr>
              <a:t>仁德</a:t>
            </a:r>
            <a:endParaRPr lang="en-US" sz="897" dirty="0"/>
          </a:p>
        </p:txBody>
      </p:sp>
      <p:sp>
        <p:nvSpPr>
          <p:cNvPr id="109" name="Shape 107"/>
          <p:cNvSpPr/>
          <p:nvPr/>
        </p:nvSpPr>
        <p:spPr>
          <a:xfrm>
            <a:off x="5481828" y="3238553"/>
            <a:ext cx="530352" cy="182249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10" name="Text 108"/>
          <p:cNvSpPr/>
          <p:nvPr/>
        </p:nvSpPr>
        <p:spPr>
          <a:xfrm>
            <a:off x="5504688" y="3243125"/>
            <a:ext cx="484632" cy="1731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>
                <a:solidFill>
                  <a:srgbClr val="7B3C5E"/>
                </a:solidFill>
              </a:rPr>
              <a:t>1</a:t>
            </a:r>
            <a:endParaRPr lang="en-US" sz="897" dirty="0"/>
          </a:p>
        </p:txBody>
      </p:sp>
      <p:sp>
        <p:nvSpPr>
          <p:cNvPr id="111" name="Shape 109"/>
          <p:cNvSpPr/>
          <p:nvPr/>
        </p:nvSpPr>
        <p:spPr>
          <a:xfrm>
            <a:off x="502920" y="3420802"/>
            <a:ext cx="475488" cy="182249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12" name="Text 110"/>
          <p:cNvSpPr/>
          <p:nvPr/>
        </p:nvSpPr>
        <p:spPr>
          <a:xfrm>
            <a:off x="525780" y="3425374"/>
            <a:ext cx="429768" cy="1731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>
                <a:solidFill>
                  <a:srgbClr val="543443"/>
                </a:solidFill>
              </a:rPr>
              <a:t>13</a:t>
            </a:r>
            <a:endParaRPr lang="en-US" sz="897" dirty="0"/>
          </a:p>
        </p:txBody>
      </p:sp>
      <p:sp>
        <p:nvSpPr>
          <p:cNvPr id="113" name="Shape 111"/>
          <p:cNvSpPr/>
          <p:nvPr/>
        </p:nvSpPr>
        <p:spPr>
          <a:xfrm>
            <a:off x="978408" y="3420802"/>
            <a:ext cx="3881628" cy="182249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14" name="Text 112"/>
          <p:cNvSpPr/>
          <p:nvPr/>
        </p:nvSpPr>
        <p:spPr>
          <a:xfrm>
            <a:off x="1001268" y="3425374"/>
            <a:ext cx="3835908" cy="1731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 err="1">
                <a:solidFill>
                  <a:srgbClr val="543443"/>
                </a:solidFill>
              </a:rPr>
              <a:t>翁耀明</a:t>
            </a:r>
            <a:endParaRPr lang="en-US" sz="897" dirty="0"/>
          </a:p>
        </p:txBody>
      </p:sp>
      <p:sp>
        <p:nvSpPr>
          <p:cNvPr id="115" name="Shape 113"/>
          <p:cNvSpPr/>
          <p:nvPr/>
        </p:nvSpPr>
        <p:spPr>
          <a:xfrm>
            <a:off x="4860036" y="3420802"/>
            <a:ext cx="621792" cy="182249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16" name="Text 114"/>
          <p:cNvSpPr/>
          <p:nvPr/>
        </p:nvSpPr>
        <p:spPr>
          <a:xfrm>
            <a:off x="4882896" y="3425374"/>
            <a:ext cx="576072" cy="1731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>
                <a:solidFill>
                  <a:srgbClr val="543443"/>
                </a:solidFill>
              </a:rPr>
              <a:t>仁德</a:t>
            </a:r>
            <a:endParaRPr lang="en-US" sz="897" dirty="0"/>
          </a:p>
        </p:txBody>
      </p:sp>
      <p:sp>
        <p:nvSpPr>
          <p:cNvPr id="117" name="Shape 115"/>
          <p:cNvSpPr/>
          <p:nvPr/>
        </p:nvSpPr>
        <p:spPr>
          <a:xfrm>
            <a:off x="5481828" y="3420802"/>
            <a:ext cx="530352" cy="182249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18" name="Text 116"/>
          <p:cNvSpPr/>
          <p:nvPr/>
        </p:nvSpPr>
        <p:spPr>
          <a:xfrm>
            <a:off x="5504688" y="3425374"/>
            <a:ext cx="484632" cy="1731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>
                <a:solidFill>
                  <a:srgbClr val="7B3C5E"/>
                </a:solidFill>
              </a:rPr>
              <a:t>1</a:t>
            </a:r>
            <a:endParaRPr lang="en-US" sz="897" dirty="0"/>
          </a:p>
        </p:txBody>
      </p:sp>
      <p:sp>
        <p:nvSpPr>
          <p:cNvPr id="119" name="Shape 117"/>
          <p:cNvSpPr/>
          <p:nvPr/>
        </p:nvSpPr>
        <p:spPr>
          <a:xfrm>
            <a:off x="502920" y="3603051"/>
            <a:ext cx="475488" cy="182249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20" name="Text 118"/>
          <p:cNvSpPr/>
          <p:nvPr/>
        </p:nvSpPr>
        <p:spPr>
          <a:xfrm>
            <a:off x="525780" y="3607623"/>
            <a:ext cx="429768" cy="1731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>
                <a:solidFill>
                  <a:srgbClr val="543443"/>
                </a:solidFill>
              </a:rPr>
              <a:t>14</a:t>
            </a:r>
            <a:endParaRPr lang="en-US" sz="897" dirty="0"/>
          </a:p>
        </p:txBody>
      </p:sp>
      <p:sp>
        <p:nvSpPr>
          <p:cNvPr id="121" name="Shape 119"/>
          <p:cNvSpPr/>
          <p:nvPr/>
        </p:nvSpPr>
        <p:spPr>
          <a:xfrm>
            <a:off x="978408" y="3603051"/>
            <a:ext cx="3881628" cy="182249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22" name="Text 120"/>
          <p:cNvSpPr/>
          <p:nvPr/>
        </p:nvSpPr>
        <p:spPr>
          <a:xfrm>
            <a:off x="1001268" y="3607623"/>
            <a:ext cx="3835908" cy="1731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>
                <a:solidFill>
                  <a:srgbClr val="543443"/>
                </a:solidFill>
              </a:rPr>
              <a:t>郭桂美</a:t>
            </a:r>
            <a:endParaRPr lang="en-US" sz="897" dirty="0"/>
          </a:p>
        </p:txBody>
      </p:sp>
      <p:sp>
        <p:nvSpPr>
          <p:cNvPr id="123" name="Shape 121"/>
          <p:cNvSpPr/>
          <p:nvPr/>
        </p:nvSpPr>
        <p:spPr>
          <a:xfrm>
            <a:off x="4860036" y="3603051"/>
            <a:ext cx="621792" cy="182249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24" name="Text 122"/>
          <p:cNvSpPr/>
          <p:nvPr/>
        </p:nvSpPr>
        <p:spPr>
          <a:xfrm>
            <a:off x="4882896" y="3607623"/>
            <a:ext cx="576072" cy="1731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>
                <a:solidFill>
                  <a:srgbClr val="543443"/>
                </a:solidFill>
              </a:rPr>
              <a:t>仁德</a:t>
            </a:r>
            <a:endParaRPr lang="en-US" sz="897" dirty="0"/>
          </a:p>
        </p:txBody>
      </p:sp>
      <p:sp>
        <p:nvSpPr>
          <p:cNvPr id="125" name="Shape 123"/>
          <p:cNvSpPr/>
          <p:nvPr/>
        </p:nvSpPr>
        <p:spPr>
          <a:xfrm>
            <a:off x="5481828" y="3603051"/>
            <a:ext cx="530352" cy="182249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26" name="Text 124"/>
          <p:cNvSpPr/>
          <p:nvPr/>
        </p:nvSpPr>
        <p:spPr>
          <a:xfrm>
            <a:off x="5504688" y="3607623"/>
            <a:ext cx="484632" cy="1731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>
                <a:solidFill>
                  <a:srgbClr val="7B3C5E"/>
                </a:solidFill>
              </a:rPr>
              <a:t>1</a:t>
            </a:r>
            <a:endParaRPr lang="en-US" sz="897" dirty="0"/>
          </a:p>
        </p:txBody>
      </p:sp>
      <p:sp>
        <p:nvSpPr>
          <p:cNvPr id="127" name="Shape 125"/>
          <p:cNvSpPr/>
          <p:nvPr/>
        </p:nvSpPr>
        <p:spPr>
          <a:xfrm>
            <a:off x="502920" y="3785301"/>
            <a:ext cx="475488" cy="182249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28" name="Text 126"/>
          <p:cNvSpPr/>
          <p:nvPr/>
        </p:nvSpPr>
        <p:spPr>
          <a:xfrm>
            <a:off x="525780" y="3789873"/>
            <a:ext cx="429768" cy="1731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>
                <a:solidFill>
                  <a:srgbClr val="543443"/>
                </a:solidFill>
              </a:rPr>
              <a:t>15</a:t>
            </a:r>
            <a:endParaRPr lang="en-US" sz="897" dirty="0"/>
          </a:p>
        </p:txBody>
      </p:sp>
      <p:sp>
        <p:nvSpPr>
          <p:cNvPr id="129" name="Shape 127"/>
          <p:cNvSpPr/>
          <p:nvPr/>
        </p:nvSpPr>
        <p:spPr>
          <a:xfrm>
            <a:off x="978408" y="3785301"/>
            <a:ext cx="3881628" cy="182249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30" name="Text 128"/>
          <p:cNvSpPr/>
          <p:nvPr/>
        </p:nvSpPr>
        <p:spPr>
          <a:xfrm>
            <a:off x="1001268" y="3789873"/>
            <a:ext cx="3835908" cy="1731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>
                <a:solidFill>
                  <a:srgbClr val="543443"/>
                </a:solidFill>
              </a:rPr>
              <a:t>黃竣賢</a:t>
            </a:r>
            <a:endParaRPr lang="en-US" sz="897" dirty="0"/>
          </a:p>
        </p:txBody>
      </p:sp>
      <p:sp>
        <p:nvSpPr>
          <p:cNvPr id="131" name="Shape 129"/>
          <p:cNvSpPr/>
          <p:nvPr/>
        </p:nvSpPr>
        <p:spPr>
          <a:xfrm>
            <a:off x="4860036" y="3785301"/>
            <a:ext cx="621792" cy="182249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32" name="Text 130"/>
          <p:cNvSpPr/>
          <p:nvPr/>
        </p:nvSpPr>
        <p:spPr>
          <a:xfrm>
            <a:off x="4882896" y="3789873"/>
            <a:ext cx="576072" cy="1731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>
                <a:solidFill>
                  <a:srgbClr val="543443"/>
                </a:solidFill>
              </a:rPr>
              <a:t>仁德</a:t>
            </a:r>
            <a:endParaRPr lang="en-US" sz="897" dirty="0"/>
          </a:p>
        </p:txBody>
      </p:sp>
      <p:sp>
        <p:nvSpPr>
          <p:cNvPr id="133" name="Shape 131"/>
          <p:cNvSpPr/>
          <p:nvPr/>
        </p:nvSpPr>
        <p:spPr>
          <a:xfrm>
            <a:off x="5481828" y="3785301"/>
            <a:ext cx="530352" cy="182249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34" name="Text 132"/>
          <p:cNvSpPr/>
          <p:nvPr/>
        </p:nvSpPr>
        <p:spPr>
          <a:xfrm>
            <a:off x="5504688" y="3789873"/>
            <a:ext cx="484632" cy="1731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>
                <a:solidFill>
                  <a:srgbClr val="7B3C5E"/>
                </a:solidFill>
              </a:rPr>
              <a:t>1</a:t>
            </a:r>
            <a:endParaRPr lang="en-US" sz="897" dirty="0"/>
          </a:p>
        </p:txBody>
      </p:sp>
      <p:sp>
        <p:nvSpPr>
          <p:cNvPr id="135" name="Shape 133"/>
          <p:cNvSpPr/>
          <p:nvPr/>
        </p:nvSpPr>
        <p:spPr>
          <a:xfrm>
            <a:off x="502920" y="3967550"/>
            <a:ext cx="475488" cy="182249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36" name="Text 134"/>
          <p:cNvSpPr/>
          <p:nvPr/>
        </p:nvSpPr>
        <p:spPr>
          <a:xfrm>
            <a:off x="525780" y="3972122"/>
            <a:ext cx="429768" cy="1731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>
                <a:solidFill>
                  <a:srgbClr val="543443"/>
                </a:solidFill>
              </a:rPr>
              <a:t>16</a:t>
            </a:r>
            <a:endParaRPr lang="en-US" sz="897" dirty="0"/>
          </a:p>
        </p:txBody>
      </p:sp>
      <p:sp>
        <p:nvSpPr>
          <p:cNvPr id="137" name="Shape 135"/>
          <p:cNvSpPr/>
          <p:nvPr/>
        </p:nvSpPr>
        <p:spPr>
          <a:xfrm>
            <a:off x="978408" y="3967550"/>
            <a:ext cx="3881628" cy="182249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38" name="Text 136"/>
          <p:cNvSpPr/>
          <p:nvPr/>
        </p:nvSpPr>
        <p:spPr>
          <a:xfrm>
            <a:off x="1001268" y="3972122"/>
            <a:ext cx="3835908" cy="1731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>
                <a:solidFill>
                  <a:srgbClr val="543443"/>
                </a:solidFill>
              </a:rPr>
              <a:t>蔡穎健</a:t>
            </a:r>
            <a:endParaRPr lang="en-US" sz="897" dirty="0"/>
          </a:p>
        </p:txBody>
      </p:sp>
      <p:sp>
        <p:nvSpPr>
          <p:cNvPr id="139" name="Shape 137"/>
          <p:cNvSpPr/>
          <p:nvPr/>
        </p:nvSpPr>
        <p:spPr>
          <a:xfrm>
            <a:off x="4860036" y="3967550"/>
            <a:ext cx="621792" cy="182249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40" name="Text 138"/>
          <p:cNvSpPr/>
          <p:nvPr/>
        </p:nvSpPr>
        <p:spPr>
          <a:xfrm>
            <a:off x="4882896" y="3972122"/>
            <a:ext cx="576072" cy="1731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>
                <a:solidFill>
                  <a:srgbClr val="543443"/>
                </a:solidFill>
              </a:rPr>
              <a:t>仁德</a:t>
            </a:r>
            <a:endParaRPr lang="en-US" sz="897" dirty="0"/>
          </a:p>
        </p:txBody>
      </p:sp>
      <p:sp>
        <p:nvSpPr>
          <p:cNvPr id="141" name="Shape 139"/>
          <p:cNvSpPr/>
          <p:nvPr/>
        </p:nvSpPr>
        <p:spPr>
          <a:xfrm>
            <a:off x="5481828" y="3967550"/>
            <a:ext cx="530352" cy="182249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42" name="Text 140"/>
          <p:cNvSpPr/>
          <p:nvPr/>
        </p:nvSpPr>
        <p:spPr>
          <a:xfrm>
            <a:off x="5504688" y="3972122"/>
            <a:ext cx="484632" cy="1731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>
                <a:solidFill>
                  <a:srgbClr val="7B3C5E"/>
                </a:solidFill>
              </a:rPr>
              <a:t>1</a:t>
            </a:r>
            <a:endParaRPr lang="en-US" sz="897" dirty="0"/>
          </a:p>
        </p:txBody>
      </p:sp>
      <p:sp>
        <p:nvSpPr>
          <p:cNvPr id="143" name="Shape 141"/>
          <p:cNvSpPr/>
          <p:nvPr/>
        </p:nvSpPr>
        <p:spPr>
          <a:xfrm>
            <a:off x="502920" y="4149799"/>
            <a:ext cx="475488" cy="182249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44" name="Text 142"/>
          <p:cNvSpPr/>
          <p:nvPr/>
        </p:nvSpPr>
        <p:spPr>
          <a:xfrm>
            <a:off x="525780" y="4154371"/>
            <a:ext cx="429768" cy="1731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>
                <a:solidFill>
                  <a:srgbClr val="543443"/>
                </a:solidFill>
              </a:rPr>
              <a:t>17</a:t>
            </a:r>
            <a:endParaRPr lang="en-US" sz="897" dirty="0"/>
          </a:p>
        </p:txBody>
      </p:sp>
      <p:sp>
        <p:nvSpPr>
          <p:cNvPr id="145" name="Shape 143"/>
          <p:cNvSpPr/>
          <p:nvPr/>
        </p:nvSpPr>
        <p:spPr>
          <a:xfrm>
            <a:off x="978408" y="4149799"/>
            <a:ext cx="3881628" cy="182249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46" name="Text 144"/>
          <p:cNvSpPr/>
          <p:nvPr/>
        </p:nvSpPr>
        <p:spPr>
          <a:xfrm>
            <a:off x="1001268" y="4154371"/>
            <a:ext cx="3835908" cy="1731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>
                <a:solidFill>
                  <a:srgbClr val="543443"/>
                </a:solidFill>
              </a:rPr>
              <a:t>李青源</a:t>
            </a:r>
            <a:endParaRPr lang="en-US" sz="897" dirty="0"/>
          </a:p>
        </p:txBody>
      </p:sp>
      <p:sp>
        <p:nvSpPr>
          <p:cNvPr id="147" name="Shape 145"/>
          <p:cNvSpPr/>
          <p:nvPr/>
        </p:nvSpPr>
        <p:spPr>
          <a:xfrm>
            <a:off x="4860036" y="4149799"/>
            <a:ext cx="621792" cy="182249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48" name="Text 146"/>
          <p:cNvSpPr/>
          <p:nvPr/>
        </p:nvSpPr>
        <p:spPr>
          <a:xfrm>
            <a:off x="4882896" y="4154371"/>
            <a:ext cx="576072" cy="1731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>
                <a:solidFill>
                  <a:srgbClr val="543443"/>
                </a:solidFill>
              </a:rPr>
              <a:t>隆德</a:t>
            </a:r>
            <a:endParaRPr lang="en-US" sz="897" dirty="0"/>
          </a:p>
        </p:txBody>
      </p:sp>
      <p:sp>
        <p:nvSpPr>
          <p:cNvPr id="149" name="Shape 147"/>
          <p:cNvSpPr/>
          <p:nvPr/>
        </p:nvSpPr>
        <p:spPr>
          <a:xfrm>
            <a:off x="5481828" y="4149799"/>
            <a:ext cx="530352" cy="182249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50" name="Text 148"/>
          <p:cNvSpPr/>
          <p:nvPr/>
        </p:nvSpPr>
        <p:spPr>
          <a:xfrm>
            <a:off x="5504688" y="4154371"/>
            <a:ext cx="484632" cy="1731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>
                <a:solidFill>
                  <a:srgbClr val="7B3C5E"/>
                </a:solidFill>
              </a:rPr>
              <a:t>5</a:t>
            </a:r>
            <a:endParaRPr lang="en-US" sz="897" dirty="0"/>
          </a:p>
        </p:txBody>
      </p:sp>
      <p:sp>
        <p:nvSpPr>
          <p:cNvPr id="151" name="Shape 149"/>
          <p:cNvSpPr/>
          <p:nvPr/>
        </p:nvSpPr>
        <p:spPr>
          <a:xfrm>
            <a:off x="502920" y="4332049"/>
            <a:ext cx="475488" cy="182249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52" name="Text 150"/>
          <p:cNvSpPr/>
          <p:nvPr/>
        </p:nvSpPr>
        <p:spPr>
          <a:xfrm>
            <a:off x="525780" y="4336621"/>
            <a:ext cx="429768" cy="1731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>
                <a:solidFill>
                  <a:srgbClr val="543443"/>
                </a:solidFill>
              </a:rPr>
              <a:t>18</a:t>
            </a:r>
            <a:endParaRPr lang="en-US" sz="897" dirty="0"/>
          </a:p>
        </p:txBody>
      </p:sp>
      <p:sp>
        <p:nvSpPr>
          <p:cNvPr id="153" name="Shape 151"/>
          <p:cNvSpPr/>
          <p:nvPr/>
        </p:nvSpPr>
        <p:spPr>
          <a:xfrm>
            <a:off x="978408" y="4332049"/>
            <a:ext cx="3881628" cy="182249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54" name="Text 152"/>
          <p:cNvSpPr/>
          <p:nvPr/>
        </p:nvSpPr>
        <p:spPr>
          <a:xfrm>
            <a:off x="1001268" y="4336621"/>
            <a:ext cx="3835908" cy="1731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>
                <a:solidFill>
                  <a:srgbClr val="543443"/>
                </a:solidFill>
              </a:rPr>
              <a:t>潘雪芳</a:t>
            </a:r>
            <a:endParaRPr lang="en-US" sz="897" dirty="0"/>
          </a:p>
        </p:txBody>
      </p:sp>
      <p:sp>
        <p:nvSpPr>
          <p:cNvPr id="155" name="Shape 153"/>
          <p:cNvSpPr/>
          <p:nvPr/>
        </p:nvSpPr>
        <p:spPr>
          <a:xfrm>
            <a:off x="4860036" y="4332049"/>
            <a:ext cx="621792" cy="182249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56" name="Text 154"/>
          <p:cNvSpPr/>
          <p:nvPr/>
        </p:nvSpPr>
        <p:spPr>
          <a:xfrm>
            <a:off x="4882896" y="4336621"/>
            <a:ext cx="576072" cy="1731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>
                <a:solidFill>
                  <a:srgbClr val="543443"/>
                </a:solidFill>
              </a:rPr>
              <a:t>隆德</a:t>
            </a:r>
            <a:endParaRPr lang="en-US" sz="897" dirty="0"/>
          </a:p>
        </p:txBody>
      </p:sp>
      <p:sp>
        <p:nvSpPr>
          <p:cNvPr id="157" name="Shape 155"/>
          <p:cNvSpPr/>
          <p:nvPr/>
        </p:nvSpPr>
        <p:spPr>
          <a:xfrm>
            <a:off x="5481828" y="4332049"/>
            <a:ext cx="530352" cy="182249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58" name="Text 156"/>
          <p:cNvSpPr/>
          <p:nvPr/>
        </p:nvSpPr>
        <p:spPr>
          <a:xfrm>
            <a:off x="5504688" y="4336621"/>
            <a:ext cx="484632" cy="1731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>
                <a:solidFill>
                  <a:srgbClr val="7B3C5E"/>
                </a:solidFill>
              </a:rPr>
              <a:t>2</a:t>
            </a:r>
            <a:endParaRPr lang="en-US" sz="897" dirty="0"/>
          </a:p>
        </p:txBody>
      </p:sp>
      <p:sp>
        <p:nvSpPr>
          <p:cNvPr id="159" name="Shape 157"/>
          <p:cNvSpPr/>
          <p:nvPr/>
        </p:nvSpPr>
        <p:spPr>
          <a:xfrm>
            <a:off x="502920" y="4514298"/>
            <a:ext cx="475488" cy="182249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60" name="Text 158"/>
          <p:cNvSpPr/>
          <p:nvPr/>
        </p:nvSpPr>
        <p:spPr>
          <a:xfrm>
            <a:off x="525780" y="4518870"/>
            <a:ext cx="429768" cy="1731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>
                <a:solidFill>
                  <a:srgbClr val="543443"/>
                </a:solidFill>
              </a:rPr>
              <a:t>19</a:t>
            </a:r>
            <a:endParaRPr lang="en-US" sz="897" dirty="0"/>
          </a:p>
        </p:txBody>
      </p:sp>
      <p:sp>
        <p:nvSpPr>
          <p:cNvPr id="161" name="Shape 159"/>
          <p:cNvSpPr/>
          <p:nvPr/>
        </p:nvSpPr>
        <p:spPr>
          <a:xfrm>
            <a:off x="978408" y="4514298"/>
            <a:ext cx="3881628" cy="182249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62" name="Text 160"/>
          <p:cNvSpPr/>
          <p:nvPr/>
        </p:nvSpPr>
        <p:spPr>
          <a:xfrm>
            <a:off x="1001268" y="4518870"/>
            <a:ext cx="3835908" cy="1731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>
                <a:solidFill>
                  <a:srgbClr val="543443"/>
                </a:solidFill>
              </a:rPr>
              <a:t>陳愛妮</a:t>
            </a:r>
            <a:endParaRPr lang="en-US" sz="897" dirty="0"/>
          </a:p>
        </p:txBody>
      </p:sp>
      <p:sp>
        <p:nvSpPr>
          <p:cNvPr id="163" name="Shape 161"/>
          <p:cNvSpPr/>
          <p:nvPr/>
        </p:nvSpPr>
        <p:spPr>
          <a:xfrm>
            <a:off x="4860036" y="4514298"/>
            <a:ext cx="621792" cy="182249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64" name="Text 162"/>
          <p:cNvSpPr/>
          <p:nvPr/>
        </p:nvSpPr>
        <p:spPr>
          <a:xfrm>
            <a:off x="4882896" y="4518870"/>
            <a:ext cx="576072" cy="1731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>
                <a:solidFill>
                  <a:srgbClr val="543443"/>
                </a:solidFill>
              </a:rPr>
              <a:t>隆德</a:t>
            </a:r>
            <a:endParaRPr lang="en-US" sz="897" dirty="0"/>
          </a:p>
        </p:txBody>
      </p:sp>
      <p:sp>
        <p:nvSpPr>
          <p:cNvPr id="165" name="Shape 163"/>
          <p:cNvSpPr/>
          <p:nvPr/>
        </p:nvSpPr>
        <p:spPr>
          <a:xfrm>
            <a:off x="5481828" y="4514298"/>
            <a:ext cx="530352" cy="182249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66" name="Text 164"/>
          <p:cNvSpPr/>
          <p:nvPr/>
        </p:nvSpPr>
        <p:spPr>
          <a:xfrm>
            <a:off x="5504688" y="4518870"/>
            <a:ext cx="484632" cy="1731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>
                <a:solidFill>
                  <a:srgbClr val="7B3C5E"/>
                </a:solidFill>
              </a:rPr>
              <a:t>1</a:t>
            </a:r>
            <a:endParaRPr lang="en-US" sz="897" dirty="0"/>
          </a:p>
        </p:txBody>
      </p:sp>
      <p:sp>
        <p:nvSpPr>
          <p:cNvPr id="167" name="Shape 165"/>
          <p:cNvSpPr/>
          <p:nvPr/>
        </p:nvSpPr>
        <p:spPr>
          <a:xfrm>
            <a:off x="502920" y="4696548"/>
            <a:ext cx="475488" cy="182249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68" name="Text 166"/>
          <p:cNvSpPr/>
          <p:nvPr/>
        </p:nvSpPr>
        <p:spPr>
          <a:xfrm>
            <a:off x="525780" y="4701120"/>
            <a:ext cx="429768" cy="1731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>
                <a:solidFill>
                  <a:srgbClr val="543443"/>
                </a:solidFill>
              </a:rPr>
              <a:t>20</a:t>
            </a:r>
            <a:endParaRPr lang="en-US" sz="897" dirty="0"/>
          </a:p>
        </p:txBody>
      </p:sp>
      <p:sp>
        <p:nvSpPr>
          <p:cNvPr id="169" name="Shape 167"/>
          <p:cNvSpPr/>
          <p:nvPr/>
        </p:nvSpPr>
        <p:spPr>
          <a:xfrm>
            <a:off x="978408" y="4696548"/>
            <a:ext cx="3881628" cy="182249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70" name="Text 168"/>
          <p:cNvSpPr/>
          <p:nvPr/>
        </p:nvSpPr>
        <p:spPr>
          <a:xfrm>
            <a:off x="1001268" y="4701120"/>
            <a:ext cx="3835908" cy="1731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>
                <a:solidFill>
                  <a:srgbClr val="543443"/>
                </a:solidFill>
              </a:rPr>
              <a:t>林清和</a:t>
            </a:r>
            <a:endParaRPr lang="en-US" sz="897" dirty="0"/>
          </a:p>
        </p:txBody>
      </p:sp>
      <p:sp>
        <p:nvSpPr>
          <p:cNvPr id="171" name="Shape 169"/>
          <p:cNvSpPr/>
          <p:nvPr/>
        </p:nvSpPr>
        <p:spPr>
          <a:xfrm>
            <a:off x="4860036" y="4696548"/>
            <a:ext cx="621792" cy="182249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72" name="Text 170"/>
          <p:cNvSpPr/>
          <p:nvPr/>
        </p:nvSpPr>
        <p:spPr>
          <a:xfrm>
            <a:off x="4882896" y="4701120"/>
            <a:ext cx="576072" cy="1731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>
                <a:solidFill>
                  <a:srgbClr val="543443"/>
                </a:solidFill>
              </a:rPr>
              <a:t>隆德</a:t>
            </a:r>
            <a:endParaRPr lang="en-US" sz="897" dirty="0"/>
          </a:p>
        </p:txBody>
      </p:sp>
      <p:sp>
        <p:nvSpPr>
          <p:cNvPr id="173" name="Shape 171"/>
          <p:cNvSpPr/>
          <p:nvPr/>
        </p:nvSpPr>
        <p:spPr>
          <a:xfrm>
            <a:off x="5481828" y="4696548"/>
            <a:ext cx="530352" cy="182249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74" name="Text 172"/>
          <p:cNvSpPr/>
          <p:nvPr/>
        </p:nvSpPr>
        <p:spPr>
          <a:xfrm>
            <a:off x="5504688" y="4701120"/>
            <a:ext cx="484632" cy="1731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>
                <a:solidFill>
                  <a:srgbClr val="7B3C5E"/>
                </a:solidFill>
              </a:rPr>
              <a:t>1</a:t>
            </a:r>
            <a:endParaRPr lang="en-US" sz="897" dirty="0"/>
          </a:p>
        </p:txBody>
      </p:sp>
      <p:sp>
        <p:nvSpPr>
          <p:cNvPr id="175" name="Shape 173"/>
          <p:cNvSpPr/>
          <p:nvPr/>
        </p:nvSpPr>
        <p:spPr>
          <a:xfrm>
            <a:off x="502920" y="4878797"/>
            <a:ext cx="475488" cy="182249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76" name="Text 174"/>
          <p:cNvSpPr/>
          <p:nvPr/>
        </p:nvSpPr>
        <p:spPr>
          <a:xfrm>
            <a:off x="525780" y="4883369"/>
            <a:ext cx="429768" cy="1731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>
                <a:solidFill>
                  <a:srgbClr val="543443"/>
                </a:solidFill>
              </a:rPr>
              <a:t>21</a:t>
            </a:r>
            <a:endParaRPr lang="en-US" sz="897" dirty="0"/>
          </a:p>
        </p:txBody>
      </p:sp>
      <p:sp>
        <p:nvSpPr>
          <p:cNvPr id="177" name="Shape 175"/>
          <p:cNvSpPr/>
          <p:nvPr/>
        </p:nvSpPr>
        <p:spPr>
          <a:xfrm>
            <a:off x="978408" y="4878797"/>
            <a:ext cx="3881628" cy="182249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78" name="Text 176"/>
          <p:cNvSpPr/>
          <p:nvPr/>
        </p:nvSpPr>
        <p:spPr>
          <a:xfrm>
            <a:off x="1001268" y="4883369"/>
            <a:ext cx="3835908" cy="1731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>
                <a:solidFill>
                  <a:srgbClr val="543443"/>
                </a:solidFill>
              </a:rPr>
              <a:t>陳雪冰</a:t>
            </a:r>
            <a:endParaRPr lang="en-US" sz="897" dirty="0"/>
          </a:p>
        </p:txBody>
      </p:sp>
      <p:sp>
        <p:nvSpPr>
          <p:cNvPr id="179" name="Shape 177"/>
          <p:cNvSpPr/>
          <p:nvPr/>
        </p:nvSpPr>
        <p:spPr>
          <a:xfrm>
            <a:off x="4860036" y="4878797"/>
            <a:ext cx="621792" cy="182249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80" name="Text 178"/>
          <p:cNvSpPr/>
          <p:nvPr/>
        </p:nvSpPr>
        <p:spPr>
          <a:xfrm>
            <a:off x="4882896" y="4883369"/>
            <a:ext cx="576072" cy="1731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>
                <a:solidFill>
                  <a:srgbClr val="543443"/>
                </a:solidFill>
              </a:rPr>
              <a:t>隆德</a:t>
            </a:r>
            <a:endParaRPr lang="en-US" sz="897" dirty="0"/>
          </a:p>
        </p:txBody>
      </p:sp>
      <p:sp>
        <p:nvSpPr>
          <p:cNvPr id="181" name="Shape 179"/>
          <p:cNvSpPr/>
          <p:nvPr/>
        </p:nvSpPr>
        <p:spPr>
          <a:xfrm>
            <a:off x="5481828" y="4878797"/>
            <a:ext cx="530352" cy="182249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82" name="Text 180"/>
          <p:cNvSpPr/>
          <p:nvPr/>
        </p:nvSpPr>
        <p:spPr>
          <a:xfrm>
            <a:off x="5504688" y="4883369"/>
            <a:ext cx="484632" cy="1731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>
                <a:solidFill>
                  <a:srgbClr val="7B3C5E"/>
                </a:solidFill>
              </a:rPr>
              <a:t>1</a:t>
            </a:r>
            <a:endParaRPr lang="en-US" sz="897" dirty="0"/>
          </a:p>
        </p:txBody>
      </p:sp>
      <p:sp>
        <p:nvSpPr>
          <p:cNvPr id="183" name="Shape 181"/>
          <p:cNvSpPr/>
          <p:nvPr/>
        </p:nvSpPr>
        <p:spPr>
          <a:xfrm>
            <a:off x="502920" y="5061046"/>
            <a:ext cx="475488" cy="182249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84" name="Text 182"/>
          <p:cNvSpPr/>
          <p:nvPr/>
        </p:nvSpPr>
        <p:spPr>
          <a:xfrm>
            <a:off x="525780" y="5065618"/>
            <a:ext cx="429768" cy="1731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>
                <a:solidFill>
                  <a:srgbClr val="543443"/>
                </a:solidFill>
              </a:rPr>
              <a:t>22</a:t>
            </a:r>
            <a:endParaRPr lang="en-US" sz="897" dirty="0"/>
          </a:p>
        </p:txBody>
      </p:sp>
      <p:sp>
        <p:nvSpPr>
          <p:cNvPr id="185" name="Shape 183"/>
          <p:cNvSpPr/>
          <p:nvPr/>
        </p:nvSpPr>
        <p:spPr>
          <a:xfrm>
            <a:off x="978408" y="5061046"/>
            <a:ext cx="3881628" cy="182249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86" name="Text 184"/>
          <p:cNvSpPr/>
          <p:nvPr/>
        </p:nvSpPr>
        <p:spPr>
          <a:xfrm>
            <a:off x="1001268" y="5065618"/>
            <a:ext cx="3835908" cy="1731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>
                <a:solidFill>
                  <a:srgbClr val="543443"/>
                </a:solidFill>
              </a:rPr>
              <a:t>潘碧蓉</a:t>
            </a:r>
            <a:endParaRPr lang="en-US" sz="897" dirty="0"/>
          </a:p>
        </p:txBody>
      </p:sp>
      <p:sp>
        <p:nvSpPr>
          <p:cNvPr id="187" name="Shape 185"/>
          <p:cNvSpPr/>
          <p:nvPr/>
        </p:nvSpPr>
        <p:spPr>
          <a:xfrm>
            <a:off x="4860036" y="5061046"/>
            <a:ext cx="621792" cy="182249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88" name="Text 186"/>
          <p:cNvSpPr/>
          <p:nvPr/>
        </p:nvSpPr>
        <p:spPr>
          <a:xfrm>
            <a:off x="4882896" y="5065618"/>
            <a:ext cx="576072" cy="1731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>
                <a:solidFill>
                  <a:srgbClr val="543443"/>
                </a:solidFill>
              </a:rPr>
              <a:t>隆德</a:t>
            </a:r>
            <a:endParaRPr lang="en-US" sz="897" dirty="0"/>
          </a:p>
        </p:txBody>
      </p:sp>
      <p:sp>
        <p:nvSpPr>
          <p:cNvPr id="189" name="Shape 187"/>
          <p:cNvSpPr/>
          <p:nvPr/>
        </p:nvSpPr>
        <p:spPr>
          <a:xfrm>
            <a:off x="5481828" y="5061046"/>
            <a:ext cx="530352" cy="182249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90" name="Text 188"/>
          <p:cNvSpPr/>
          <p:nvPr/>
        </p:nvSpPr>
        <p:spPr>
          <a:xfrm>
            <a:off x="5504688" y="5065618"/>
            <a:ext cx="484632" cy="1731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>
                <a:solidFill>
                  <a:srgbClr val="7B3C5E"/>
                </a:solidFill>
              </a:rPr>
              <a:t>1</a:t>
            </a:r>
            <a:endParaRPr lang="en-US" sz="897" dirty="0"/>
          </a:p>
        </p:txBody>
      </p:sp>
      <p:sp>
        <p:nvSpPr>
          <p:cNvPr id="191" name="Shape 189"/>
          <p:cNvSpPr/>
          <p:nvPr/>
        </p:nvSpPr>
        <p:spPr>
          <a:xfrm>
            <a:off x="502920" y="5243296"/>
            <a:ext cx="475488" cy="182249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92" name="Text 190"/>
          <p:cNvSpPr/>
          <p:nvPr/>
        </p:nvSpPr>
        <p:spPr>
          <a:xfrm>
            <a:off x="525780" y="5247868"/>
            <a:ext cx="429768" cy="1731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>
                <a:solidFill>
                  <a:srgbClr val="543443"/>
                </a:solidFill>
              </a:rPr>
              <a:t>23</a:t>
            </a:r>
            <a:endParaRPr lang="en-US" sz="897" dirty="0"/>
          </a:p>
        </p:txBody>
      </p:sp>
      <p:sp>
        <p:nvSpPr>
          <p:cNvPr id="193" name="Shape 191"/>
          <p:cNvSpPr/>
          <p:nvPr/>
        </p:nvSpPr>
        <p:spPr>
          <a:xfrm>
            <a:off x="978408" y="5243296"/>
            <a:ext cx="3881628" cy="182249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94" name="Text 192"/>
          <p:cNvSpPr/>
          <p:nvPr/>
        </p:nvSpPr>
        <p:spPr>
          <a:xfrm>
            <a:off x="1001268" y="5247868"/>
            <a:ext cx="3835908" cy="1731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>
                <a:solidFill>
                  <a:srgbClr val="543443"/>
                </a:solidFill>
              </a:rPr>
              <a:t>陳東慶</a:t>
            </a:r>
            <a:endParaRPr lang="en-US" sz="897" dirty="0"/>
          </a:p>
        </p:txBody>
      </p:sp>
      <p:sp>
        <p:nvSpPr>
          <p:cNvPr id="195" name="Shape 193"/>
          <p:cNvSpPr/>
          <p:nvPr/>
        </p:nvSpPr>
        <p:spPr>
          <a:xfrm>
            <a:off x="4860036" y="5243296"/>
            <a:ext cx="621792" cy="182249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96" name="Text 194"/>
          <p:cNvSpPr/>
          <p:nvPr/>
        </p:nvSpPr>
        <p:spPr>
          <a:xfrm>
            <a:off x="4882896" y="5247868"/>
            <a:ext cx="576072" cy="1731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>
                <a:solidFill>
                  <a:srgbClr val="543443"/>
                </a:solidFill>
              </a:rPr>
              <a:t>華德</a:t>
            </a:r>
            <a:endParaRPr lang="en-US" sz="897" dirty="0"/>
          </a:p>
        </p:txBody>
      </p:sp>
      <p:sp>
        <p:nvSpPr>
          <p:cNvPr id="197" name="Shape 195"/>
          <p:cNvSpPr/>
          <p:nvPr/>
        </p:nvSpPr>
        <p:spPr>
          <a:xfrm>
            <a:off x="5481828" y="5243296"/>
            <a:ext cx="530352" cy="182249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98" name="Text 196"/>
          <p:cNvSpPr/>
          <p:nvPr/>
        </p:nvSpPr>
        <p:spPr>
          <a:xfrm>
            <a:off x="5504688" y="5247868"/>
            <a:ext cx="484632" cy="1731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>
                <a:solidFill>
                  <a:srgbClr val="7B3C5E"/>
                </a:solidFill>
              </a:rPr>
              <a:t>3</a:t>
            </a:r>
            <a:endParaRPr lang="en-US" sz="897" dirty="0"/>
          </a:p>
        </p:txBody>
      </p:sp>
      <p:sp>
        <p:nvSpPr>
          <p:cNvPr id="199" name="Shape 197"/>
          <p:cNvSpPr/>
          <p:nvPr/>
        </p:nvSpPr>
        <p:spPr>
          <a:xfrm>
            <a:off x="502920" y="5425545"/>
            <a:ext cx="475488" cy="182249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00" name="Text 198"/>
          <p:cNvSpPr/>
          <p:nvPr/>
        </p:nvSpPr>
        <p:spPr>
          <a:xfrm>
            <a:off x="525780" y="5430117"/>
            <a:ext cx="429768" cy="1731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>
                <a:solidFill>
                  <a:srgbClr val="543443"/>
                </a:solidFill>
              </a:rPr>
              <a:t>24</a:t>
            </a:r>
            <a:endParaRPr lang="en-US" sz="897" dirty="0"/>
          </a:p>
        </p:txBody>
      </p:sp>
      <p:sp>
        <p:nvSpPr>
          <p:cNvPr id="201" name="Shape 199"/>
          <p:cNvSpPr/>
          <p:nvPr/>
        </p:nvSpPr>
        <p:spPr>
          <a:xfrm>
            <a:off x="978408" y="5425545"/>
            <a:ext cx="3881628" cy="182249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02" name="Text 200"/>
          <p:cNvSpPr/>
          <p:nvPr/>
        </p:nvSpPr>
        <p:spPr>
          <a:xfrm>
            <a:off x="1001268" y="5430117"/>
            <a:ext cx="3835908" cy="1731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>
                <a:solidFill>
                  <a:srgbClr val="543443"/>
                </a:solidFill>
              </a:rPr>
              <a:t>Danh Thi Pha</a:t>
            </a:r>
            <a:endParaRPr lang="en-US" sz="897" dirty="0"/>
          </a:p>
        </p:txBody>
      </p:sp>
      <p:sp>
        <p:nvSpPr>
          <p:cNvPr id="203" name="Shape 201"/>
          <p:cNvSpPr/>
          <p:nvPr/>
        </p:nvSpPr>
        <p:spPr>
          <a:xfrm>
            <a:off x="4860036" y="5425545"/>
            <a:ext cx="621792" cy="182249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04" name="Text 202"/>
          <p:cNvSpPr/>
          <p:nvPr/>
        </p:nvSpPr>
        <p:spPr>
          <a:xfrm>
            <a:off x="4882896" y="5430117"/>
            <a:ext cx="576072" cy="1731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>
                <a:solidFill>
                  <a:srgbClr val="543443"/>
                </a:solidFill>
              </a:rPr>
              <a:t>華德</a:t>
            </a:r>
            <a:endParaRPr lang="en-US" sz="897" dirty="0"/>
          </a:p>
        </p:txBody>
      </p:sp>
      <p:sp>
        <p:nvSpPr>
          <p:cNvPr id="205" name="Shape 203"/>
          <p:cNvSpPr/>
          <p:nvPr/>
        </p:nvSpPr>
        <p:spPr>
          <a:xfrm>
            <a:off x="5481828" y="5425545"/>
            <a:ext cx="530352" cy="182249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06" name="Text 204"/>
          <p:cNvSpPr/>
          <p:nvPr/>
        </p:nvSpPr>
        <p:spPr>
          <a:xfrm>
            <a:off x="5504688" y="5430117"/>
            <a:ext cx="484632" cy="1731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>
                <a:solidFill>
                  <a:srgbClr val="7B3C5E"/>
                </a:solidFill>
              </a:rPr>
              <a:t>2</a:t>
            </a:r>
            <a:endParaRPr lang="en-US" sz="897" dirty="0"/>
          </a:p>
        </p:txBody>
      </p:sp>
      <p:sp>
        <p:nvSpPr>
          <p:cNvPr id="207" name="Shape 205"/>
          <p:cNvSpPr/>
          <p:nvPr/>
        </p:nvSpPr>
        <p:spPr>
          <a:xfrm>
            <a:off x="502920" y="5607794"/>
            <a:ext cx="475488" cy="182249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08" name="Text 206"/>
          <p:cNvSpPr/>
          <p:nvPr/>
        </p:nvSpPr>
        <p:spPr>
          <a:xfrm>
            <a:off x="525780" y="5612366"/>
            <a:ext cx="429768" cy="1731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>
                <a:solidFill>
                  <a:srgbClr val="543443"/>
                </a:solidFill>
              </a:rPr>
              <a:t>25</a:t>
            </a:r>
            <a:endParaRPr lang="en-US" sz="897" dirty="0"/>
          </a:p>
        </p:txBody>
      </p:sp>
      <p:sp>
        <p:nvSpPr>
          <p:cNvPr id="209" name="Shape 207"/>
          <p:cNvSpPr/>
          <p:nvPr/>
        </p:nvSpPr>
        <p:spPr>
          <a:xfrm>
            <a:off x="978408" y="5607794"/>
            <a:ext cx="3881628" cy="182249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10" name="Text 208"/>
          <p:cNvSpPr/>
          <p:nvPr/>
        </p:nvSpPr>
        <p:spPr>
          <a:xfrm>
            <a:off x="1001268" y="5612366"/>
            <a:ext cx="3835908" cy="1731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>
                <a:solidFill>
                  <a:srgbClr val="543443"/>
                </a:solidFill>
              </a:rPr>
              <a:t>洪秋雪</a:t>
            </a:r>
            <a:endParaRPr lang="en-US" sz="897" dirty="0"/>
          </a:p>
        </p:txBody>
      </p:sp>
      <p:sp>
        <p:nvSpPr>
          <p:cNvPr id="211" name="Shape 209"/>
          <p:cNvSpPr/>
          <p:nvPr/>
        </p:nvSpPr>
        <p:spPr>
          <a:xfrm>
            <a:off x="4860036" y="5607794"/>
            <a:ext cx="621792" cy="182249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12" name="Text 210"/>
          <p:cNvSpPr/>
          <p:nvPr/>
        </p:nvSpPr>
        <p:spPr>
          <a:xfrm>
            <a:off x="4882896" y="5612366"/>
            <a:ext cx="576072" cy="1731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>
                <a:solidFill>
                  <a:srgbClr val="543443"/>
                </a:solidFill>
              </a:rPr>
              <a:t>華德</a:t>
            </a:r>
            <a:endParaRPr lang="en-US" sz="897" dirty="0"/>
          </a:p>
        </p:txBody>
      </p:sp>
      <p:sp>
        <p:nvSpPr>
          <p:cNvPr id="213" name="Shape 211"/>
          <p:cNvSpPr/>
          <p:nvPr/>
        </p:nvSpPr>
        <p:spPr>
          <a:xfrm>
            <a:off x="5481828" y="5607794"/>
            <a:ext cx="530352" cy="182249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14" name="Text 212"/>
          <p:cNvSpPr/>
          <p:nvPr/>
        </p:nvSpPr>
        <p:spPr>
          <a:xfrm>
            <a:off x="5504688" y="5612366"/>
            <a:ext cx="484632" cy="1731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>
                <a:solidFill>
                  <a:srgbClr val="7B3C5E"/>
                </a:solidFill>
              </a:rPr>
              <a:t>1</a:t>
            </a:r>
            <a:endParaRPr lang="en-US" sz="897" dirty="0"/>
          </a:p>
        </p:txBody>
      </p:sp>
      <p:sp>
        <p:nvSpPr>
          <p:cNvPr id="215" name="Shape 213"/>
          <p:cNvSpPr/>
          <p:nvPr/>
        </p:nvSpPr>
        <p:spPr>
          <a:xfrm>
            <a:off x="502920" y="5790044"/>
            <a:ext cx="475488" cy="182249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16" name="Text 214"/>
          <p:cNvSpPr/>
          <p:nvPr/>
        </p:nvSpPr>
        <p:spPr>
          <a:xfrm>
            <a:off x="525780" y="5794616"/>
            <a:ext cx="429768" cy="1731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>
                <a:solidFill>
                  <a:srgbClr val="543443"/>
                </a:solidFill>
              </a:rPr>
              <a:t>26</a:t>
            </a:r>
            <a:endParaRPr lang="en-US" sz="897" dirty="0"/>
          </a:p>
        </p:txBody>
      </p:sp>
      <p:sp>
        <p:nvSpPr>
          <p:cNvPr id="217" name="Shape 215"/>
          <p:cNvSpPr/>
          <p:nvPr/>
        </p:nvSpPr>
        <p:spPr>
          <a:xfrm>
            <a:off x="978408" y="5790044"/>
            <a:ext cx="3881628" cy="182249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18" name="Text 216"/>
          <p:cNvSpPr/>
          <p:nvPr/>
        </p:nvSpPr>
        <p:spPr>
          <a:xfrm>
            <a:off x="1001268" y="5794616"/>
            <a:ext cx="3835908" cy="1731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>
                <a:solidFill>
                  <a:srgbClr val="543443"/>
                </a:solidFill>
              </a:rPr>
              <a:t>張雪芳</a:t>
            </a:r>
            <a:endParaRPr lang="en-US" sz="897" dirty="0"/>
          </a:p>
        </p:txBody>
      </p:sp>
      <p:sp>
        <p:nvSpPr>
          <p:cNvPr id="219" name="Shape 217"/>
          <p:cNvSpPr/>
          <p:nvPr/>
        </p:nvSpPr>
        <p:spPr>
          <a:xfrm>
            <a:off x="4860036" y="5790044"/>
            <a:ext cx="621792" cy="182249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20" name="Text 218"/>
          <p:cNvSpPr/>
          <p:nvPr/>
        </p:nvSpPr>
        <p:spPr>
          <a:xfrm>
            <a:off x="4882896" y="5794616"/>
            <a:ext cx="576072" cy="1731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>
                <a:solidFill>
                  <a:srgbClr val="543443"/>
                </a:solidFill>
              </a:rPr>
              <a:t>華德</a:t>
            </a:r>
            <a:endParaRPr lang="en-US" sz="897" dirty="0"/>
          </a:p>
        </p:txBody>
      </p:sp>
      <p:sp>
        <p:nvSpPr>
          <p:cNvPr id="221" name="Shape 219"/>
          <p:cNvSpPr/>
          <p:nvPr/>
        </p:nvSpPr>
        <p:spPr>
          <a:xfrm>
            <a:off x="5481828" y="5790044"/>
            <a:ext cx="530352" cy="182249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22" name="Text 220"/>
          <p:cNvSpPr/>
          <p:nvPr/>
        </p:nvSpPr>
        <p:spPr>
          <a:xfrm>
            <a:off x="5504688" y="5794616"/>
            <a:ext cx="484632" cy="1731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>
                <a:solidFill>
                  <a:srgbClr val="7B3C5E"/>
                </a:solidFill>
              </a:rPr>
              <a:t>1</a:t>
            </a:r>
            <a:endParaRPr lang="en-US" sz="897" dirty="0"/>
          </a:p>
        </p:txBody>
      </p:sp>
      <p:sp>
        <p:nvSpPr>
          <p:cNvPr id="223" name="Shape 221"/>
          <p:cNvSpPr/>
          <p:nvPr/>
        </p:nvSpPr>
        <p:spPr>
          <a:xfrm>
            <a:off x="502920" y="5972293"/>
            <a:ext cx="475488" cy="182249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24" name="Text 222"/>
          <p:cNvSpPr/>
          <p:nvPr/>
        </p:nvSpPr>
        <p:spPr>
          <a:xfrm>
            <a:off x="525780" y="5976865"/>
            <a:ext cx="429768" cy="1731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>
                <a:solidFill>
                  <a:srgbClr val="543443"/>
                </a:solidFill>
              </a:rPr>
              <a:t>27</a:t>
            </a:r>
            <a:endParaRPr lang="en-US" sz="897" dirty="0"/>
          </a:p>
        </p:txBody>
      </p:sp>
      <p:sp>
        <p:nvSpPr>
          <p:cNvPr id="225" name="Shape 223"/>
          <p:cNvSpPr/>
          <p:nvPr/>
        </p:nvSpPr>
        <p:spPr>
          <a:xfrm>
            <a:off x="978408" y="5972293"/>
            <a:ext cx="3881628" cy="182249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26" name="Text 224"/>
          <p:cNvSpPr/>
          <p:nvPr/>
        </p:nvSpPr>
        <p:spPr>
          <a:xfrm>
            <a:off x="1001268" y="5976865"/>
            <a:ext cx="3835908" cy="1731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>
                <a:solidFill>
                  <a:srgbClr val="543443"/>
                </a:solidFill>
              </a:rPr>
              <a:t>洪俊傑</a:t>
            </a:r>
            <a:endParaRPr lang="en-US" sz="897" dirty="0"/>
          </a:p>
        </p:txBody>
      </p:sp>
      <p:sp>
        <p:nvSpPr>
          <p:cNvPr id="227" name="Shape 225"/>
          <p:cNvSpPr/>
          <p:nvPr/>
        </p:nvSpPr>
        <p:spPr>
          <a:xfrm>
            <a:off x="4860036" y="5972293"/>
            <a:ext cx="621792" cy="182249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28" name="Text 226"/>
          <p:cNvSpPr/>
          <p:nvPr/>
        </p:nvSpPr>
        <p:spPr>
          <a:xfrm>
            <a:off x="4882896" y="5976865"/>
            <a:ext cx="576072" cy="1731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>
                <a:solidFill>
                  <a:srgbClr val="543443"/>
                </a:solidFill>
              </a:rPr>
              <a:t>華德</a:t>
            </a:r>
            <a:endParaRPr lang="en-US" sz="897" dirty="0"/>
          </a:p>
        </p:txBody>
      </p:sp>
      <p:sp>
        <p:nvSpPr>
          <p:cNvPr id="229" name="Shape 227"/>
          <p:cNvSpPr/>
          <p:nvPr/>
        </p:nvSpPr>
        <p:spPr>
          <a:xfrm>
            <a:off x="5481828" y="5972293"/>
            <a:ext cx="530352" cy="182249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30" name="Text 228"/>
          <p:cNvSpPr/>
          <p:nvPr/>
        </p:nvSpPr>
        <p:spPr>
          <a:xfrm>
            <a:off x="5504688" y="5976865"/>
            <a:ext cx="484632" cy="1731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>
                <a:solidFill>
                  <a:srgbClr val="7B3C5E"/>
                </a:solidFill>
              </a:rPr>
              <a:t>1</a:t>
            </a:r>
            <a:endParaRPr lang="en-US" sz="897" dirty="0"/>
          </a:p>
        </p:txBody>
      </p:sp>
      <p:sp>
        <p:nvSpPr>
          <p:cNvPr id="231" name="Shape 229"/>
          <p:cNvSpPr/>
          <p:nvPr/>
        </p:nvSpPr>
        <p:spPr>
          <a:xfrm>
            <a:off x="502920" y="6154543"/>
            <a:ext cx="475488" cy="182249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32" name="Text 230"/>
          <p:cNvSpPr/>
          <p:nvPr/>
        </p:nvSpPr>
        <p:spPr>
          <a:xfrm>
            <a:off x="525780" y="6159115"/>
            <a:ext cx="429768" cy="1731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>
                <a:solidFill>
                  <a:srgbClr val="543443"/>
                </a:solidFill>
              </a:rPr>
              <a:t>28</a:t>
            </a:r>
            <a:endParaRPr lang="en-US" sz="897" dirty="0"/>
          </a:p>
        </p:txBody>
      </p:sp>
      <p:sp>
        <p:nvSpPr>
          <p:cNvPr id="233" name="Shape 231"/>
          <p:cNvSpPr/>
          <p:nvPr/>
        </p:nvSpPr>
        <p:spPr>
          <a:xfrm>
            <a:off x="978408" y="6154543"/>
            <a:ext cx="3881628" cy="182249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34" name="Text 232"/>
          <p:cNvSpPr/>
          <p:nvPr/>
        </p:nvSpPr>
        <p:spPr>
          <a:xfrm>
            <a:off x="1001268" y="6159115"/>
            <a:ext cx="3835908" cy="1731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>
                <a:solidFill>
                  <a:srgbClr val="543443"/>
                </a:solidFill>
              </a:rPr>
              <a:t>陳俞鈞</a:t>
            </a:r>
            <a:endParaRPr lang="en-US" sz="897" dirty="0"/>
          </a:p>
        </p:txBody>
      </p:sp>
      <p:sp>
        <p:nvSpPr>
          <p:cNvPr id="235" name="Shape 233"/>
          <p:cNvSpPr/>
          <p:nvPr/>
        </p:nvSpPr>
        <p:spPr>
          <a:xfrm>
            <a:off x="4860036" y="6154543"/>
            <a:ext cx="621792" cy="182249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36" name="Text 234"/>
          <p:cNvSpPr/>
          <p:nvPr/>
        </p:nvSpPr>
        <p:spPr>
          <a:xfrm>
            <a:off x="4882896" y="6159115"/>
            <a:ext cx="576072" cy="1731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>
                <a:solidFill>
                  <a:srgbClr val="543443"/>
                </a:solidFill>
              </a:rPr>
              <a:t>華德</a:t>
            </a:r>
            <a:endParaRPr lang="en-US" sz="897" dirty="0"/>
          </a:p>
        </p:txBody>
      </p:sp>
      <p:sp>
        <p:nvSpPr>
          <p:cNvPr id="237" name="Shape 235"/>
          <p:cNvSpPr/>
          <p:nvPr/>
        </p:nvSpPr>
        <p:spPr>
          <a:xfrm>
            <a:off x="5481828" y="6154543"/>
            <a:ext cx="530352" cy="182249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38" name="Text 236"/>
          <p:cNvSpPr/>
          <p:nvPr/>
        </p:nvSpPr>
        <p:spPr>
          <a:xfrm>
            <a:off x="5504688" y="6159115"/>
            <a:ext cx="484632" cy="1731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>
                <a:solidFill>
                  <a:srgbClr val="7B3C5E"/>
                </a:solidFill>
              </a:rPr>
              <a:t>1</a:t>
            </a:r>
            <a:endParaRPr lang="en-US" sz="897" dirty="0"/>
          </a:p>
        </p:txBody>
      </p:sp>
      <p:sp>
        <p:nvSpPr>
          <p:cNvPr id="239" name="Shape 237"/>
          <p:cNvSpPr/>
          <p:nvPr/>
        </p:nvSpPr>
        <p:spPr>
          <a:xfrm>
            <a:off x="6176772" y="1051560"/>
            <a:ext cx="5509260" cy="5285232"/>
          </a:xfrm>
          <a:prstGeom prst="roundRect">
            <a:avLst/>
          </a:prstGeom>
          <a:solidFill>
            <a:srgbClr val="FFFCFA"/>
          </a:solidFill>
          <a:ln w="12700">
            <a:solidFill>
              <a:srgbClr val="D8B77D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40" name="Shape 238"/>
          <p:cNvSpPr/>
          <p:nvPr/>
        </p:nvSpPr>
        <p:spPr>
          <a:xfrm>
            <a:off x="6176772" y="1051560"/>
            <a:ext cx="475488" cy="188758"/>
          </a:xfrm>
          <a:prstGeom prst="rect">
            <a:avLst/>
          </a:prstGeom>
          <a:solidFill>
            <a:srgbClr val="92506F"/>
          </a:solidFill>
          <a:ln w="6350">
            <a:solidFill>
              <a:srgbClr val="E6C992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41" name="Text 239"/>
          <p:cNvSpPr/>
          <p:nvPr/>
        </p:nvSpPr>
        <p:spPr>
          <a:xfrm>
            <a:off x="6195060" y="1060704"/>
            <a:ext cx="438912" cy="1704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No</a:t>
            </a:r>
            <a:endParaRPr lang="en-US" sz="1400" dirty="0"/>
          </a:p>
        </p:txBody>
      </p:sp>
      <p:sp>
        <p:nvSpPr>
          <p:cNvPr id="242" name="Shape 240"/>
          <p:cNvSpPr/>
          <p:nvPr/>
        </p:nvSpPr>
        <p:spPr>
          <a:xfrm>
            <a:off x="6652260" y="1051560"/>
            <a:ext cx="3881628" cy="188758"/>
          </a:xfrm>
          <a:prstGeom prst="rect">
            <a:avLst/>
          </a:prstGeom>
          <a:solidFill>
            <a:srgbClr val="7B3C5E"/>
          </a:solidFill>
          <a:ln w="6350">
            <a:solidFill>
              <a:srgbClr val="E6C992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43" name="Text 241"/>
          <p:cNvSpPr/>
          <p:nvPr/>
        </p:nvSpPr>
        <p:spPr>
          <a:xfrm>
            <a:off x="6670548" y="1060704"/>
            <a:ext cx="3845052" cy="1704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 err="1">
                <a:solidFill>
                  <a:srgbClr val="FFFFFF"/>
                </a:solidFill>
              </a:rPr>
              <a:t>負責人</a:t>
            </a:r>
            <a:endParaRPr lang="en-US" sz="1400" dirty="0"/>
          </a:p>
        </p:txBody>
      </p:sp>
      <p:sp>
        <p:nvSpPr>
          <p:cNvPr id="244" name="Shape 242"/>
          <p:cNvSpPr/>
          <p:nvPr/>
        </p:nvSpPr>
        <p:spPr>
          <a:xfrm>
            <a:off x="10533888" y="1051560"/>
            <a:ext cx="621792" cy="188758"/>
          </a:xfrm>
          <a:prstGeom prst="rect">
            <a:avLst/>
          </a:prstGeom>
          <a:solidFill>
            <a:srgbClr val="92506F"/>
          </a:solidFill>
          <a:ln w="6350">
            <a:solidFill>
              <a:srgbClr val="E6C992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45" name="Text 243"/>
          <p:cNvSpPr/>
          <p:nvPr/>
        </p:nvSpPr>
        <p:spPr>
          <a:xfrm>
            <a:off x="10552176" y="1060704"/>
            <a:ext cx="585216" cy="1704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 err="1">
                <a:solidFill>
                  <a:srgbClr val="FFFFFF"/>
                </a:solidFill>
              </a:rPr>
              <a:t>屬壇</a:t>
            </a:r>
            <a:endParaRPr lang="en-US" sz="1400" dirty="0"/>
          </a:p>
        </p:txBody>
      </p:sp>
      <p:sp>
        <p:nvSpPr>
          <p:cNvPr id="246" name="Shape 244"/>
          <p:cNvSpPr/>
          <p:nvPr/>
        </p:nvSpPr>
        <p:spPr>
          <a:xfrm>
            <a:off x="11155680" y="1051560"/>
            <a:ext cx="530352" cy="188758"/>
          </a:xfrm>
          <a:prstGeom prst="rect">
            <a:avLst/>
          </a:prstGeom>
          <a:solidFill>
            <a:srgbClr val="92506F"/>
          </a:solidFill>
          <a:ln w="6350">
            <a:solidFill>
              <a:srgbClr val="E6C992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47" name="Text 245"/>
          <p:cNvSpPr/>
          <p:nvPr/>
        </p:nvSpPr>
        <p:spPr>
          <a:xfrm>
            <a:off x="11173968" y="1060704"/>
            <a:ext cx="493776" cy="1704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>
                <a:solidFill>
                  <a:srgbClr val="FFFFFF"/>
                </a:solidFill>
              </a:rPr>
              <a:t>畢班人數</a:t>
            </a:r>
            <a:endParaRPr lang="en-US" sz="1032" dirty="0"/>
          </a:p>
        </p:txBody>
      </p:sp>
      <p:sp>
        <p:nvSpPr>
          <p:cNvPr id="248" name="Shape 246"/>
          <p:cNvSpPr/>
          <p:nvPr/>
        </p:nvSpPr>
        <p:spPr>
          <a:xfrm>
            <a:off x="6176772" y="1240318"/>
            <a:ext cx="475488" cy="188758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49" name="Text 247"/>
          <p:cNvSpPr/>
          <p:nvPr/>
        </p:nvSpPr>
        <p:spPr>
          <a:xfrm>
            <a:off x="6199632" y="1244890"/>
            <a:ext cx="429768" cy="1796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>
                <a:solidFill>
                  <a:srgbClr val="543443"/>
                </a:solidFill>
              </a:rPr>
              <a:t>29</a:t>
            </a:r>
            <a:endParaRPr lang="en-US" sz="929" dirty="0"/>
          </a:p>
        </p:txBody>
      </p:sp>
      <p:sp>
        <p:nvSpPr>
          <p:cNvPr id="250" name="Shape 248"/>
          <p:cNvSpPr/>
          <p:nvPr/>
        </p:nvSpPr>
        <p:spPr>
          <a:xfrm>
            <a:off x="6652260" y="1240318"/>
            <a:ext cx="3881628" cy="188758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51" name="Text 249"/>
          <p:cNvSpPr/>
          <p:nvPr/>
        </p:nvSpPr>
        <p:spPr>
          <a:xfrm>
            <a:off x="6675120" y="1244890"/>
            <a:ext cx="3835908" cy="1796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>
                <a:solidFill>
                  <a:srgbClr val="543443"/>
                </a:solidFill>
              </a:rPr>
              <a:t>黃玉鳳</a:t>
            </a:r>
            <a:endParaRPr lang="en-US" sz="929" dirty="0"/>
          </a:p>
        </p:txBody>
      </p:sp>
      <p:sp>
        <p:nvSpPr>
          <p:cNvPr id="252" name="Shape 250"/>
          <p:cNvSpPr/>
          <p:nvPr/>
        </p:nvSpPr>
        <p:spPr>
          <a:xfrm>
            <a:off x="10533888" y="1240318"/>
            <a:ext cx="621792" cy="188758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53" name="Text 251"/>
          <p:cNvSpPr/>
          <p:nvPr/>
        </p:nvSpPr>
        <p:spPr>
          <a:xfrm>
            <a:off x="10556748" y="1244890"/>
            <a:ext cx="576072" cy="1796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>
                <a:solidFill>
                  <a:srgbClr val="543443"/>
                </a:solidFill>
              </a:rPr>
              <a:t>華德</a:t>
            </a:r>
            <a:endParaRPr lang="en-US" sz="929" dirty="0"/>
          </a:p>
        </p:txBody>
      </p:sp>
      <p:sp>
        <p:nvSpPr>
          <p:cNvPr id="254" name="Shape 252"/>
          <p:cNvSpPr/>
          <p:nvPr/>
        </p:nvSpPr>
        <p:spPr>
          <a:xfrm>
            <a:off x="11155680" y="1240318"/>
            <a:ext cx="530352" cy="188758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55" name="Text 253"/>
          <p:cNvSpPr/>
          <p:nvPr/>
        </p:nvSpPr>
        <p:spPr>
          <a:xfrm>
            <a:off x="11178540" y="1244890"/>
            <a:ext cx="484632" cy="1796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>
                <a:solidFill>
                  <a:srgbClr val="7B3C5E"/>
                </a:solidFill>
              </a:rPr>
              <a:t>1</a:t>
            </a:r>
            <a:endParaRPr lang="en-US" sz="929" dirty="0"/>
          </a:p>
        </p:txBody>
      </p:sp>
      <p:sp>
        <p:nvSpPr>
          <p:cNvPr id="256" name="Shape 254"/>
          <p:cNvSpPr/>
          <p:nvPr/>
        </p:nvSpPr>
        <p:spPr>
          <a:xfrm>
            <a:off x="6176772" y="1429077"/>
            <a:ext cx="475488" cy="188758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57" name="Text 255"/>
          <p:cNvSpPr/>
          <p:nvPr/>
        </p:nvSpPr>
        <p:spPr>
          <a:xfrm>
            <a:off x="6199632" y="1433649"/>
            <a:ext cx="429768" cy="1796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>
                <a:solidFill>
                  <a:srgbClr val="543443"/>
                </a:solidFill>
              </a:rPr>
              <a:t>30</a:t>
            </a:r>
            <a:endParaRPr lang="en-US" sz="929" dirty="0"/>
          </a:p>
        </p:txBody>
      </p:sp>
      <p:sp>
        <p:nvSpPr>
          <p:cNvPr id="258" name="Shape 256"/>
          <p:cNvSpPr/>
          <p:nvPr/>
        </p:nvSpPr>
        <p:spPr>
          <a:xfrm>
            <a:off x="6652260" y="1429077"/>
            <a:ext cx="3881628" cy="188758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59" name="Text 257"/>
          <p:cNvSpPr/>
          <p:nvPr/>
        </p:nvSpPr>
        <p:spPr>
          <a:xfrm>
            <a:off x="6675120" y="1433649"/>
            <a:ext cx="3835908" cy="1796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>
                <a:solidFill>
                  <a:srgbClr val="543443"/>
                </a:solidFill>
              </a:rPr>
              <a:t>洪健源</a:t>
            </a:r>
            <a:endParaRPr lang="en-US" sz="929" dirty="0"/>
          </a:p>
        </p:txBody>
      </p:sp>
      <p:sp>
        <p:nvSpPr>
          <p:cNvPr id="260" name="Shape 258"/>
          <p:cNvSpPr/>
          <p:nvPr/>
        </p:nvSpPr>
        <p:spPr>
          <a:xfrm>
            <a:off x="10533888" y="1429077"/>
            <a:ext cx="621792" cy="188758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61" name="Text 259"/>
          <p:cNvSpPr/>
          <p:nvPr/>
        </p:nvSpPr>
        <p:spPr>
          <a:xfrm>
            <a:off x="10556748" y="1433649"/>
            <a:ext cx="576072" cy="1796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>
                <a:solidFill>
                  <a:srgbClr val="543443"/>
                </a:solidFill>
              </a:rPr>
              <a:t>華德</a:t>
            </a:r>
            <a:endParaRPr lang="en-US" sz="929" dirty="0"/>
          </a:p>
        </p:txBody>
      </p:sp>
      <p:sp>
        <p:nvSpPr>
          <p:cNvPr id="262" name="Shape 260"/>
          <p:cNvSpPr/>
          <p:nvPr/>
        </p:nvSpPr>
        <p:spPr>
          <a:xfrm>
            <a:off x="11155680" y="1429077"/>
            <a:ext cx="530352" cy="188758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63" name="Text 261"/>
          <p:cNvSpPr/>
          <p:nvPr/>
        </p:nvSpPr>
        <p:spPr>
          <a:xfrm>
            <a:off x="11178540" y="1433649"/>
            <a:ext cx="484632" cy="1796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>
                <a:solidFill>
                  <a:srgbClr val="7B3C5E"/>
                </a:solidFill>
              </a:rPr>
              <a:t>1</a:t>
            </a:r>
            <a:endParaRPr lang="en-US" sz="929" dirty="0"/>
          </a:p>
        </p:txBody>
      </p:sp>
      <p:sp>
        <p:nvSpPr>
          <p:cNvPr id="264" name="Shape 262"/>
          <p:cNvSpPr/>
          <p:nvPr/>
        </p:nvSpPr>
        <p:spPr>
          <a:xfrm>
            <a:off x="6176772" y="1617835"/>
            <a:ext cx="475488" cy="188758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65" name="Text 263"/>
          <p:cNvSpPr/>
          <p:nvPr/>
        </p:nvSpPr>
        <p:spPr>
          <a:xfrm>
            <a:off x="6199632" y="1622407"/>
            <a:ext cx="429768" cy="1796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>
                <a:solidFill>
                  <a:srgbClr val="543443"/>
                </a:solidFill>
              </a:rPr>
              <a:t>31</a:t>
            </a:r>
            <a:endParaRPr lang="en-US" sz="929" dirty="0"/>
          </a:p>
        </p:txBody>
      </p:sp>
      <p:sp>
        <p:nvSpPr>
          <p:cNvPr id="266" name="Shape 264"/>
          <p:cNvSpPr/>
          <p:nvPr/>
        </p:nvSpPr>
        <p:spPr>
          <a:xfrm>
            <a:off x="6652260" y="1617835"/>
            <a:ext cx="3881628" cy="188758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67" name="Text 265"/>
          <p:cNvSpPr/>
          <p:nvPr/>
        </p:nvSpPr>
        <p:spPr>
          <a:xfrm>
            <a:off x="6675120" y="1622407"/>
            <a:ext cx="3835908" cy="1796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>
                <a:solidFill>
                  <a:srgbClr val="543443"/>
                </a:solidFill>
              </a:rPr>
              <a:t>蔡雙勵</a:t>
            </a:r>
            <a:endParaRPr lang="en-US" sz="929" dirty="0"/>
          </a:p>
        </p:txBody>
      </p:sp>
      <p:sp>
        <p:nvSpPr>
          <p:cNvPr id="268" name="Shape 266"/>
          <p:cNvSpPr/>
          <p:nvPr/>
        </p:nvSpPr>
        <p:spPr>
          <a:xfrm>
            <a:off x="10533888" y="1617835"/>
            <a:ext cx="621792" cy="188758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69" name="Text 267"/>
          <p:cNvSpPr/>
          <p:nvPr/>
        </p:nvSpPr>
        <p:spPr>
          <a:xfrm>
            <a:off x="10556748" y="1622407"/>
            <a:ext cx="576072" cy="1796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>
                <a:solidFill>
                  <a:srgbClr val="543443"/>
                </a:solidFill>
              </a:rPr>
              <a:t>華德</a:t>
            </a:r>
            <a:endParaRPr lang="en-US" sz="929" dirty="0"/>
          </a:p>
        </p:txBody>
      </p:sp>
      <p:sp>
        <p:nvSpPr>
          <p:cNvPr id="270" name="Shape 268"/>
          <p:cNvSpPr/>
          <p:nvPr/>
        </p:nvSpPr>
        <p:spPr>
          <a:xfrm>
            <a:off x="11155680" y="1617835"/>
            <a:ext cx="530352" cy="188758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71" name="Text 269"/>
          <p:cNvSpPr/>
          <p:nvPr/>
        </p:nvSpPr>
        <p:spPr>
          <a:xfrm>
            <a:off x="11178540" y="1622407"/>
            <a:ext cx="484632" cy="1796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>
                <a:solidFill>
                  <a:srgbClr val="7B3C5E"/>
                </a:solidFill>
              </a:rPr>
              <a:t>1</a:t>
            </a:r>
            <a:endParaRPr lang="en-US" sz="929" dirty="0"/>
          </a:p>
        </p:txBody>
      </p:sp>
      <p:sp>
        <p:nvSpPr>
          <p:cNvPr id="272" name="Shape 270"/>
          <p:cNvSpPr/>
          <p:nvPr/>
        </p:nvSpPr>
        <p:spPr>
          <a:xfrm>
            <a:off x="6176772" y="1806593"/>
            <a:ext cx="475488" cy="188758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73" name="Text 271"/>
          <p:cNvSpPr/>
          <p:nvPr/>
        </p:nvSpPr>
        <p:spPr>
          <a:xfrm>
            <a:off x="6199632" y="1811165"/>
            <a:ext cx="429768" cy="1796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>
                <a:solidFill>
                  <a:srgbClr val="543443"/>
                </a:solidFill>
              </a:rPr>
              <a:t>32</a:t>
            </a:r>
            <a:endParaRPr lang="en-US" sz="929" dirty="0"/>
          </a:p>
        </p:txBody>
      </p:sp>
      <p:sp>
        <p:nvSpPr>
          <p:cNvPr id="274" name="Shape 272"/>
          <p:cNvSpPr/>
          <p:nvPr/>
        </p:nvSpPr>
        <p:spPr>
          <a:xfrm>
            <a:off x="6652260" y="1806593"/>
            <a:ext cx="3881628" cy="188758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75" name="Text 273"/>
          <p:cNvSpPr/>
          <p:nvPr/>
        </p:nvSpPr>
        <p:spPr>
          <a:xfrm>
            <a:off x="6675120" y="1811165"/>
            <a:ext cx="3835908" cy="1796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>
                <a:solidFill>
                  <a:srgbClr val="543443"/>
                </a:solidFill>
              </a:rPr>
              <a:t>謝德金</a:t>
            </a:r>
            <a:endParaRPr lang="en-US" sz="929" dirty="0"/>
          </a:p>
        </p:txBody>
      </p:sp>
      <p:sp>
        <p:nvSpPr>
          <p:cNvPr id="276" name="Shape 274"/>
          <p:cNvSpPr/>
          <p:nvPr/>
        </p:nvSpPr>
        <p:spPr>
          <a:xfrm>
            <a:off x="10533888" y="1806593"/>
            <a:ext cx="621792" cy="188758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77" name="Text 275"/>
          <p:cNvSpPr/>
          <p:nvPr/>
        </p:nvSpPr>
        <p:spPr>
          <a:xfrm>
            <a:off x="10556748" y="1811165"/>
            <a:ext cx="576072" cy="1796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>
                <a:solidFill>
                  <a:srgbClr val="543443"/>
                </a:solidFill>
              </a:rPr>
              <a:t>華德</a:t>
            </a:r>
            <a:endParaRPr lang="en-US" sz="929" dirty="0"/>
          </a:p>
        </p:txBody>
      </p:sp>
      <p:sp>
        <p:nvSpPr>
          <p:cNvPr id="278" name="Shape 276"/>
          <p:cNvSpPr/>
          <p:nvPr/>
        </p:nvSpPr>
        <p:spPr>
          <a:xfrm>
            <a:off x="11155680" y="1806593"/>
            <a:ext cx="530352" cy="188758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79" name="Text 277"/>
          <p:cNvSpPr/>
          <p:nvPr/>
        </p:nvSpPr>
        <p:spPr>
          <a:xfrm>
            <a:off x="11178540" y="1811165"/>
            <a:ext cx="484632" cy="1796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>
                <a:solidFill>
                  <a:srgbClr val="7B3C5E"/>
                </a:solidFill>
              </a:rPr>
              <a:t>1</a:t>
            </a:r>
            <a:endParaRPr lang="en-US" sz="929" dirty="0"/>
          </a:p>
        </p:txBody>
      </p:sp>
      <p:sp>
        <p:nvSpPr>
          <p:cNvPr id="280" name="Shape 278"/>
          <p:cNvSpPr/>
          <p:nvPr/>
        </p:nvSpPr>
        <p:spPr>
          <a:xfrm>
            <a:off x="6176772" y="1995351"/>
            <a:ext cx="475488" cy="188758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81" name="Text 279"/>
          <p:cNvSpPr/>
          <p:nvPr/>
        </p:nvSpPr>
        <p:spPr>
          <a:xfrm>
            <a:off x="6199632" y="1999923"/>
            <a:ext cx="429768" cy="1796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>
                <a:solidFill>
                  <a:srgbClr val="543443"/>
                </a:solidFill>
              </a:rPr>
              <a:t>33</a:t>
            </a:r>
            <a:endParaRPr lang="en-US" sz="929" dirty="0"/>
          </a:p>
        </p:txBody>
      </p:sp>
      <p:sp>
        <p:nvSpPr>
          <p:cNvPr id="282" name="Shape 280"/>
          <p:cNvSpPr/>
          <p:nvPr/>
        </p:nvSpPr>
        <p:spPr>
          <a:xfrm>
            <a:off x="6652260" y="1995351"/>
            <a:ext cx="3881628" cy="188758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83" name="Text 281"/>
          <p:cNvSpPr/>
          <p:nvPr/>
        </p:nvSpPr>
        <p:spPr>
          <a:xfrm>
            <a:off x="6675120" y="1999923"/>
            <a:ext cx="3835908" cy="1796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>
                <a:solidFill>
                  <a:srgbClr val="543443"/>
                </a:solidFill>
              </a:rPr>
              <a:t>李美言</a:t>
            </a:r>
            <a:endParaRPr lang="en-US" sz="929" dirty="0"/>
          </a:p>
        </p:txBody>
      </p:sp>
      <p:sp>
        <p:nvSpPr>
          <p:cNvPr id="284" name="Shape 282"/>
          <p:cNvSpPr/>
          <p:nvPr/>
        </p:nvSpPr>
        <p:spPr>
          <a:xfrm>
            <a:off x="10533888" y="1995351"/>
            <a:ext cx="621792" cy="188758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85" name="Text 283"/>
          <p:cNvSpPr/>
          <p:nvPr/>
        </p:nvSpPr>
        <p:spPr>
          <a:xfrm>
            <a:off x="10556748" y="1999923"/>
            <a:ext cx="576072" cy="1796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>
                <a:solidFill>
                  <a:srgbClr val="543443"/>
                </a:solidFill>
              </a:rPr>
              <a:t>華德</a:t>
            </a:r>
            <a:endParaRPr lang="en-US" sz="929" dirty="0"/>
          </a:p>
        </p:txBody>
      </p:sp>
      <p:sp>
        <p:nvSpPr>
          <p:cNvPr id="286" name="Shape 284"/>
          <p:cNvSpPr/>
          <p:nvPr/>
        </p:nvSpPr>
        <p:spPr>
          <a:xfrm>
            <a:off x="11155680" y="1995351"/>
            <a:ext cx="530352" cy="188758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87" name="Text 285"/>
          <p:cNvSpPr/>
          <p:nvPr/>
        </p:nvSpPr>
        <p:spPr>
          <a:xfrm>
            <a:off x="11178540" y="1999923"/>
            <a:ext cx="484632" cy="1796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>
                <a:solidFill>
                  <a:srgbClr val="7B3C5E"/>
                </a:solidFill>
              </a:rPr>
              <a:t>1</a:t>
            </a:r>
            <a:endParaRPr lang="en-US" sz="929" dirty="0"/>
          </a:p>
        </p:txBody>
      </p:sp>
      <p:sp>
        <p:nvSpPr>
          <p:cNvPr id="288" name="Shape 286"/>
          <p:cNvSpPr/>
          <p:nvPr/>
        </p:nvSpPr>
        <p:spPr>
          <a:xfrm>
            <a:off x="6176772" y="2184110"/>
            <a:ext cx="475488" cy="188758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89" name="Text 287"/>
          <p:cNvSpPr/>
          <p:nvPr/>
        </p:nvSpPr>
        <p:spPr>
          <a:xfrm>
            <a:off x="6199632" y="2188682"/>
            <a:ext cx="429768" cy="1796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>
                <a:solidFill>
                  <a:srgbClr val="543443"/>
                </a:solidFill>
              </a:rPr>
              <a:t>34</a:t>
            </a:r>
            <a:endParaRPr lang="en-US" sz="929" dirty="0"/>
          </a:p>
        </p:txBody>
      </p:sp>
      <p:sp>
        <p:nvSpPr>
          <p:cNvPr id="290" name="Shape 288"/>
          <p:cNvSpPr/>
          <p:nvPr/>
        </p:nvSpPr>
        <p:spPr>
          <a:xfrm>
            <a:off x="6652260" y="2184110"/>
            <a:ext cx="3881628" cy="188758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91" name="Text 289"/>
          <p:cNvSpPr/>
          <p:nvPr/>
        </p:nvSpPr>
        <p:spPr>
          <a:xfrm>
            <a:off x="6675120" y="2188682"/>
            <a:ext cx="3835908" cy="1796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>
                <a:solidFill>
                  <a:srgbClr val="543443"/>
                </a:solidFill>
              </a:rPr>
              <a:t>張今福</a:t>
            </a:r>
            <a:endParaRPr lang="en-US" sz="929" dirty="0"/>
          </a:p>
        </p:txBody>
      </p:sp>
      <p:sp>
        <p:nvSpPr>
          <p:cNvPr id="292" name="Shape 290"/>
          <p:cNvSpPr/>
          <p:nvPr/>
        </p:nvSpPr>
        <p:spPr>
          <a:xfrm>
            <a:off x="10533888" y="2184110"/>
            <a:ext cx="621792" cy="188758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93" name="Text 291"/>
          <p:cNvSpPr/>
          <p:nvPr/>
        </p:nvSpPr>
        <p:spPr>
          <a:xfrm>
            <a:off x="10556748" y="2188682"/>
            <a:ext cx="576072" cy="1796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>
                <a:solidFill>
                  <a:srgbClr val="543443"/>
                </a:solidFill>
              </a:rPr>
              <a:t>華德</a:t>
            </a:r>
            <a:endParaRPr lang="en-US" sz="929" dirty="0"/>
          </a:p>
        </p:txBody>
      </p:sp>
      <p:sp>
        <p:nvSpPr>
          <p:cNvPr id="294" name="Shape 292"/>
          <p:cNvSpPr/>
          <p:nvPr/>
        </p:nvSpPr>
        <p:spPr>
          <a:xfrm>
            <a:off x="11155680" y="2184110"/>
            <a:ext cx="530352" cy="188758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95" name="Text 293"/>
          <p:cNvSpPr/>
          <p:nvPr/>
        </p:nvSpPr>
        <p:spPr>
          <a:xfrm>
            <a:off x="11178540" y="2188682"/>
            <a:ext cx="484632" cy="1796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>
                <a:solidFill>
                  <a:srgbClr val="7B3C5E"/>
                </a:solidFill>
              </a:rPr>
              <a:t>1</a:t>
            </a:r>
            <a:endParaRPr lang="en-US" sz="929" dirty="0"/>
          </a:p>
        </p:txBody>
      </p:sp>
      <p:sp>
        <p:nvSpPr>
          <p:cNvPr id="296" name="Shape 294"/>
          <p:cNvSpPr/>
          <p:nvPr/>
        </p:nvSpPr>
        <p:spPr>
          <a:xfrm>
            <a:off x="6176772" y="2372868"/>
            <a:ext cx="475488" cy="188758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97" name="Text 295"/>
          <p:cNvSpPr/>
          <p:nvPr/>
        </p:nvSpPr>
        <p:spPr>
          <a:xfrm>
            <a:off x="6199632" y="2377440"/>
            <a:ext cx="429768" cy="1796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>
                <a:solidFill>
                  <a:srgbClr val="543443"/>
                </a:solidFill>
              </a:rPr>
              <a:t>35</a:t>
            </a:r>
            <a:endParaRPr lang="en-US" sz="929" dirty="0"/>
          </a:p>
        </p:txBody>
      </p:sp>
      <p:sp>
        <p:nvSpPr>
          <p:cNvPr id="298" name="Shape 296"/>
          <p:cNvSpPr/>
          <p:nvPr/>
        </p:nvSpPr>
        <p:spPr>
          <a:xfrm>
            <a:off x="6652260" y="2372868"/>
            <a:ext cx="3881628" cy="188758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99" name="Text 297"/>
          <p:cNvSpPr/>
          <p:nvPr/>
        </p:nvSpPr>
        <p:spPr>
          <a:xfrm>
            <a:off x="6675120" y="2377440"/>
            <a:ext cx="3835908" cy="1796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>
                <a:solidFill>
                  <a:srgbClr val="543443"/>
                </a:solidFill>
              </a:rPr>
              <a:t>林滅滅</a:t>
            </a:r>
            <a:endParaRPr lang="en-US" sz="929" dirty="0"/>
          </a:p>
        </p:txBody>
      </p:sp>
      <p:sp>
        <p:nvSpPr>
          <p:cNvPr id="300" name="Shape 298"/>
          <p:cNvSpPr/>
          <p:nvPr/>
        </p:nvSpPr>
        <p:spPr>
          <a:xfrm>
            <a:off x="10533888" y="2372868"/>
            <a:ext cx="621792" cy="188758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01" name="Text 299"/>
          <p:cNvSpPr/>
          <p:nvPr/>
        </p:nvSpPr>
        <p:spPr>
          <a:xfrm>
            <a:off x="10556748" y="2377440"/>
            <a:ext cx="576072" cy="1796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>
                <a:solidFill>
                  <a:srgbClr val="543443"/>
                </a:solidFill>
              </a:rPr>
              <a:t>華德</a:t>
            </a:r>
            <a:endParaRPr lang="en-US" sz="929" dirty="0"/>
          </a:p>
        </p:txBody>
      </p:sp>
      <p:sp>
        <p:nvSpPr>
          <p:cNvPr id="302" name="Shape 300"/>
          <p:cNvSpPr/>
          <p:nvPr/>
        </p:nvSpPr>
        <p:spPr>
          <a:xfrm>
            <a:off x="11155680" y="2372868"/>
            <a:ext cx="530352" cy="188758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03" name="Text 301"/>
          <p:cNvSpPr/>
          <p:nvPr/>
        </p:nvSpPr>
        <p:spPr>
          <a:xfrm>
            <a:off x="11178540" y="2377440"/>
            <a:ext cx="484632" cy="1796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>
                <a:solidFill>
                  <a:srgbClr val="7B3C5E"/>
                </a:solidFill>
              </a:rPr>
              <a:t>1</a:t>
            </a:r>
            <a:endParaRPr lang="en-US" sz="929" dirty="0"/>
          </a:p>
        </p:txBody>
      </p:sp>
      <p:sp>
        <p:nvSpPr>
          <p:cNvPr id="304" name="Shape 302"/>
          <p:cNvSpPr/>
          <p:nvPr/>
        </p:nvSpPr>
        <p:spPr>
          <a:xfrm>
            <a:off x="6176772" y="2561626"/>
            <a:ext cx="475488" cy="188758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05" name="Text 303"/>
          <p:cNvSpPr/>
          <p:nvPr/>
        </p:nvSpPr>
        <p:spPr>
          <a:xfrm>
            <a:off x="6199632" y="2566198"/>
            <a:ext cx="429768" cy="1796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>
                <a:solidFill>
                  <a:srgbClr val="543443"/>
                </a:solidFill>
              </a:rPr>
              <a:t>36</a:t>
            </a:r>
            <a:endParaRPr lang="en-US" sz="929" dirty="0"/>
          </a:p>
        </p:txBody>
      </p:sp>
      <p:sp>
        <p:nvSpPr>
          <p:cNvPr id="306" name="Shape 304"/>
          <p:cNvSpPr/>
          <p:nvPr/>
        </p:nvSpPr>
        <p:spPr>
          <a:xfrm>
            <a:off x="6652260" y="2561626"/>
            <a:ext cx="3881628" cy="188758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07" name="Text 305"/>
          <p:cNvSpPr/>
          <p:nvPr/>
        </p:nvSpPr>
        <p:spPr>
          <a:xfrm>
            <a:off x="6675120" y="2566198"/>
            <a:ext cx="3835908" cy="1796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>
                <a:solidFill>
                  <a:srgbClr val="543443"/>
                </a:solidFill>
              </a:rPr>
              <a:t>葉賽端</a:t>
            </a:r>
            <a:endParaRPr lang="en-US" sz="929" dirty="0"/>
          </a:p>
        </p:txBody>
      </p:sp>
      <p:sp>
        <p:nvSpPr>
          <p:cNvPr id="308" name="Shape 306"/>
          <p:cNvSpPr/>
          <p:nvPr/>
        </p:nvSpPr>
        <p:spPr>
          <a:xfrm>
            <a:off x="10533888" y="2561626"/>
            <a:ext cx="621792" cy="188758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09" name="Text 307"/>
          <p:cNvSpPr/>
          <p:nvPr/>
        </p:nvSpPr>
        <p:spPr>
          <a:xfrm>
            <a:off x="10556748" y="2566198"/>
            <a:ext cx="576072" cy="1796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>
                <a:solidFill>
                  <a:srgbClr val="543443"/>
                </a:solidFill>
              </a:rPr>
              <a:t>華德</a:t>
            </a:r>
            <a:endParaRPr lang="en-US" sz="929" dirty="0"/>
          </a:p>
        </p:txBody>
      </p:sp>
      <p:sp>
        <p:nvSpPr>
          <p:cNvPr id="310" name="Shape 308"/>
          <p:cNvSpPr/>
          <p:nvPr/>
        </p:nvSpPr>
        <p:spPr>
          <a:xfrm>
            <a:off x="11155680" y="2561626"/>
            <a:ext cx="530352" cy="188758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11" name="Text 309"/>
          <p:cNvSpPr/>
          <p:nvPr/>
        </p:nvSpPr>
        <p:spPr>
          <a:xfrm>
            <a:off x="11178540" y="2566198"/>
            <a:ext cx="484632" cy="1796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>
                <a:solidFill>
                  <a:srgbClr val="7B3C5E"/>
                </a:solidFill>
              </a:rPr>
              <a:t>1</a:t>
            </a:r>
            <a:endParaRPr lang="en-US" sz="929" dirty="0"/>
          </a:p>
        </p:txBody>
      </p:sp>
      <p:sp>
        <p:nvSpPr>
          <p:cNvPr id="312" name="Shape 310"/>
          <p:cNvSpPr/>
          <p:nvPr/>
        </p:nvSpPr>
        <p:spPr>
          <a:xfrm>
            <a:off x="6176772" y="2750385"/>
            <a:ext cx="475488" cy="188758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13" name="Text 311"/>
          <p:cNvSpPr/>
          <p:nvPr/>
        </p:nvSpPr>
        <p:spPr>
          <a:xfrm>
            <a:off x="6199632" y="2754957"/>
            <a:ext cx="429768" cy="1796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>
                <a:solidFill>
                  <a:srgbClr val="543443"/>
                </a:solidFill>
              </a:rPr>
              <a:t>37</a:t>
            </a:r>
            <a:endParaRPr lang="en-US" sz="929" dirty="0"/>
          </a:p>
        </p:txBody>
      </p:sp>
      <p:sp>
        <p:nvSpPr>
          <p:cNvPr id="314" name="Shape 312"/>
          <p:cNvSpPr/>
          <p:nvPr/>
        </p:nvSpPr>
        <p:spPr>
          <a:xfrm>
            <a:off x="6652260" y="2750385"/>
            <a:ext cx="3881628" cy="188758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15" name="Text 313"/>
          <p:cNvSpPr/>
          <p:nvPr/>
        </p:nvSpPr>
        <p:spPr>
          <a:xfrm>
            <a:off x="6675120" y="2754957"/>
            <a:ext cx="3835908" cy="1796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>
                <a:solidFill>
                  <a:srgbClr val="543443"/>
                </a:solidFill>
              </a:rPr>
              <a:t>洪秀美</a:t>
            </a:r>
            <a:endParaRPr lang="en-US" sz="929" dirty="0"/>
          </a:p>
        </p:txBody>
      </p:sp>
      <p:sp>
        <p:nvSpPr>
          <p:cNvPr id="316" name="Shape 314"/>
          <p:cNvSpPr/>
          <p:nvPr/>
        </p:nvSpPr>
        <p:spPr>
          <a:xfrm>
            <a:off x="10533888" y="2750385"/>
            <a:ext cx="621792" cy="188758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17" name="Text 315"/>
          <p:cNvSpPr/>
          <p:nvPr/>
        </p:nvSpPr>
        <p:spPr>
          <a:xfrm>
            <a:off x="10556748" y="2754957"/>
            <a:ext cx="576072" cy="1796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>
                <a:solidFill>
                  <a:srgbClr val="543443"/>
                </a:solidFill>
              </a:rPr>
              <a:t>華德</a:t>
            </a:r>
            <a:endParaRPr lang="en-US" sz="929" dirty="0"/>
          </a:p>
        </p:txBody>
      </p:sp>
      <p:sp>
        <p:nvSpPr>
          <p:cNvPr id="318" name="Shape 316"/>
          <p:cNvSpPr/>
          <p:nvPr/>
        </p:nvSpPr>
        <p:spPr>
          <a:xfrm>
            <a:off x="11155680" y="2750385"/>
            <a:ext cx="530352" cy="188758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19" name="Text 317"/>
          <p:cNvSpPr/>
          <p:nvPr/>
        </p:nvSpPr>
        <p:spPr>
          <a:xfrm>
            <a:off x="11178540" y="2754957"/>
            <a:ext cx="484632" cy="1796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>
                <a:solidFill>
                  <a:srgbClr val="7B3C5E"/>
                </a:solidFill>
              </a:rPr>
              <a:t>1</a:t>
            </a:r>
            <a:endParaRPr lang="en-US" sz="929" dirty="0"/>
          </a:p>
        </p:txBody>
      </p:sp>
      <p:sp>
        <p:nvSpPr>
          <p:cNvPr id="320" name="Shape 318"/>
          <p:cNvSpPr/>
          <p:nvPr/>
        </p:nvSpPr>
        <p:spPr>
          <a:xfrm>
            <a:off x="6176772" y="2939143"/>
            <a:ext cx="475488" cy="188758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21" name="Text 319"/>
          <p:cNvSpPr/>
          <p:nvPr/>
        </p:nvSpPr>
        <p:spPr>
          <a:xfrm>
            <a:off x="6199632" y="2943715"/>
            <a:ext cx="429768" cy="1796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>
                <a:solidFill>
                  <a:srgbClr val="543443"/>
                </a:solidFill>
              </a:rPr>
              <a:t>38</a:t>
            </a:r>
            <a:endParaRPr lang="en-US" sz="929" dirty="0"/>
          </a:p>
        </p:txBody>
      </p:sp>
      <p:sp>
        <p:nvSpPr>
          <p:cNvPr id="322" name="Shape 320"/>
          <p:cNvSpPr/>
          <p:nvPr/>
        </p:nvSpPr>
        <p:spPr>
          <a:xfrm>
            <a:off x="6652260" y="2939143"/>
            <a:ext cx="3881628" cy="188758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23" name="Text 321"/>
          <p:cNvSpPr/>
          <p:nvPr/>
        </p:nvSpPr>
        <p:spPr>
          <a:xfrm>
            <a:off x="6675120" y="2943715"/>
            <a:ext cx="3835908" cy="1796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>
                <a:solidFill>
                  <a:srgbClr val="543443"/>
                </a:solidFill>
              </a:rPr>
              <a:t>鍾茹芬</a:t>
            </a:r>
            <a:endParaRPr lang="en-US" sz="929" dirty="0"/>
          </a:p>
        </p:txBody>
      </p:sp>
      <p:sp>
        <p:nvSpPr>
          <p:cNvPr id="324" name="Shape 322"/>
          <p:cNvSpPr/>
          <p:nvPr/>
        </p:nvSpPr>
        <p:spPr>
          <a:xfrm>
            <a:off x="10533888" y="2939143"/>
            <a:ext cx="621792" cy="188758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25" name="Text 323"/>
          <p:cNvSpPr/>
          <p:nvPr/>
        </p:nvSpPr>
        <p:spPr>
          <a:xfrm>
            <a:off x="10556748" y="2943715"/>
            <a:ext cx="576072" cy="1796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>
                <a:solidFill>
                  <a:srgbClr val="543443"/>
                </a:solidFill>
              </a:rPr>
              <a:t>敬德</a:t>
            </a:r>
            <a:endParaRPr lang="en-US" sz="929" dirty="0"/>
          </a:p>
        </p:txBody>
      </p:sp>
      <p:sp>
        <p:nvSpPr>
          <p:cNvPr id="326" name="Shape 324"/>
          <p:cNvSpPr/>
          <p:nvPr/>
        </p:nvSpPr>
        <p:spPr>
          <a:xfrm>
            <a:off x="11155680" y="2939143"/>
            <a:ext cx="530352" cy="188758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27" name="Text 325"/>
          <p:cNvSpPr/>
          <p:nvPr/>
        </p:nvSpPr>
        <p:spPr>
          <a:xfrm>
            <a:off x="11178540" y="2943715"/>
            <a:ext cx="484632" cy="1796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>
                <a:solidFill>
                  <a:srgbClr val="7B3C5E"/>
                </a:solidFill>
              </a:rPr>
              <a:t>2</a:t>
            </a:r>
            <a:endParaRPr lang="en-US" sz="929" dirty="0"/>
          </a:p>
        </p:txBody>
      </p:sp>
      <p:sp>
        <p:nvSpPr>
          <p:cNvPr id="328" name="Shape 326"/>
          <p:cNvSpPr/>
          <p:nvPr/>
        </p:nvSpPr>
        <p:spPr>
          <a:xfrm>
            <a:off x="6176772" y="3127901"/>
            <a:ext cx="475488" cy="188758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29" name="Text 327"/>
          <p:cNvSpPr/>
          <p:nvPr/>
        </p:nvSpPr>
        <p:spPr>
          <a:xfrm>
            <a:off x="6199632" y="3132473"/>
            <a:ext cx="429768" cy="1796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>
                <a:solidFill>
                  <a:srgbClr val="543443"/>
                </a:solidFill>
              </a:rPr>
              <a:t>39</a:t>
            </a:r>
            <a:endParaRPr lang="en-US" sz="929" dirty="0"/>
          </a:p>
        </p:txBody>
      </p:sp>
      <p:sp>
        <p:nvSpPr>
          <p:cNvPr id="330" name="Shape 328"/>
          <p:cNvSpPr/>
          <p:nvPr/>
        </p:nvSpPr>
        <p:spPr>
          <a:xfrm>
            <a:off x="6652260" y="3127901"/>
            <a:ext cx="3881628" cy="188758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31" name="Text 329"/>
          <p:cNvSpPr/>
          <p:nvPr/>
        </p:nvSpPr>
        <p:spPr>
          <a:xfrm>
            <a:off x="6675120" y="3132473"/>
            <a:ext cx="3835908" cy="1796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>
                <a:solidFill>
                  <a:srgbClr val="543443"/>
                </a:solidFill>
              </a:rPr>
              <a:t>鄭春安</a:t>
            </a:r>
            <a:endParaRPr lang="en-US" sz="929" dirty="0"/>
          </a:p>
        </p:txBody>
      </p:sp>
      <p:sp>
        <p:nvSpPr>
          <p:cNvPr id="332" name="Shape 330"/>
          <p:cNvSpPr/>
          <p:nvPr/>
        </p:nvSpPr>
        <p:spPr>
          <a:xfrm>
            <a:off x="10533888" y="3127901"/>
            <a:ext cx="621792" cy="188758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33" name="Text 331"/>
          <p:cNvSpPr/>
          <p:nvPr/>
        </p:nvSpPr>
        <p:spPr>
          <a:xfrm>
            <a:off x="10556748" y="3132473"/>
            <a:ext cx="576072" cy="1796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>
                <a:solidFill>
                  <a:srgbClr val="543443"/>
                </a:solidFill>
              </a:rPr>
              <a:t>敬德</a:t>
            </a:r>
            <a:endParaRPr lang="en-US" sz="929" dirty="0"/>
          </a:p>
        </p:txBody>
      </p:sp>
      <p:sp>
        <p:nvSpPr>
          <p:cNvPr id="334" name="Shape 332"/>
          <p:cNvSpPr/>
          <p:nvPr/>
        </p:nvSpPr>
        <p:spPr>
          <a:xfrm>
            <a:off x="11155680" y="3127901"/>
            <a:ext cx="530352" cy="188758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35" name="Text 333"/>
          <p:cNvSpPr/>
          <p:nvPr/>
        </p:nvSpPr>
        <p:spPr>
          <a:xfrm>
            <a:off x="11178540" y="3132473"/>
            <a:ext cx="484632" cy="1796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>
                <a:solidFill>
                  <a:srgbClr val="7B3C5E"/>
                </a:solidFill>
              </a:rPr>
              <a:t>1</a:t>
            </a:r>
            <a:endParaRPr lang="en-US" sz="929" dirty="0"/>
          </a:p>
        </p:txBody>
      </p:sp>
      <p:sp>
        <p:nvSpPr>
          <p:cNvPr id="336" name="Shape 334"/>
          <p:cNvSpPr/>
          <p:nvPr/>
        </p:nvSpPr>
        <p:spPr>
          <a:xfrm>
            <a:off x="6176772" y="3316659"/>
            <a:ext cx="475488" cy="188758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37" name="Text 335"/>
          <p:cNvSpPr/>
          <p:nvPr/>
        </p:nvSpPr>
        <p:spPr>
          <a:xfrm>
            <a:off x="6199632" y="3321231"/>
            <a:ext cx="429768" cy="1796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>
                <a:solidFill>
                  <a:srgbClr val="543443"/>
                </a:solidFill>
              </a:rPr>
              <a:t>40</a:t>
            </a:r>
            <a:endParaRPr lang="en-US" sz="929" dirty="0"/>
          </a:p>
        </p:txBody>
      </p:sp>
      <p:sp>
        <p:nvSpPr>
          <p:cNvPr id="338" name="Shape 336"/>
          <p:cNvSpPr/>
          <p:nvPr/>
        </p:nvSpPr>
        <p:spPr>
          <a:xfrm>
            <a:off x="6652260" y="3316659"/>
            <a:ext cx="3881628" cy="188758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39" name="Text 337"/>
          <p:cNvSpPr/>
          <p:nvPr/>
        </p:nvSpPr>
        <p:spPr>
          <a:xfrm>
            <a:off x="6675120" y="3321231"/>
            <a:ext cx="3835908" cy="1796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>
                <a:solidFill>
                  <a:srgbClr val="543443"/>
                </a:solidFill>
              </a:rPr>
              <a:t>張曉瑩</a:t>
            </a:r>
            <a:endParaRPr lang="en-US" sz="929" dirty="0"/>
          </a:p>
        </p:txBody>
      </p:sp>
      <p:sp>
        <p:nvSpPr>
          <p:cNvPr id="340" name="Shape 338"/>
          <p:cNvSpPr/>
          <p:nvPr/>
        </p:nvSpPr>
        <p:spPr>
          <a:xfrm>
            <a:off x="10533888" y="3316659"/>
            <a:ext cx="621792" cy="188758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41" name="Text 339"/>
          <p:cNvSpPr/>
          <p:nvPr/>
        </p:nvSpPr>
        <p:spPr>
          <a:xfrm>
            <a:off x="10556748" y="3321231"/>
            <a:ext cx="576072" cy="1796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>
                <a:solidFill>
                  <a:srgbClr val="543443"/>
                </a:solidFill>
              </a:rPr>
              <a:t>傳德</a:t>
            </a:r>
            <a:endParaRPr lang="en-US" sz="929" dirty="0"/>
          </a:p>
        </p:txBody>
      </p:sp>
      <p:sp>
        <p:nvSpPr>
          <p:cNvPr id="342" name="Shape 340"/>
          <p:cNvSpPr/>
          <p:nvPr/>
        </p:nvSpPr>
        <p:spPr>
          <a:xfrm>
            <a:off x="11155680" y="3316659"/>
            <a:ext cx="530352" cy="188758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43" name="Text 341"/>
          <p:cNvSpPr/>
          <p:nvPr/>
        </p:nvSpPr>
        <p:spPr>
          <a:xfrm>
            <a:off x="11178540" y="3321231"/>
            <a:ext cx="484632" cy="1796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>
                <a:solidFill>
                  <a:srgbClr val="7B3C5E"/>
                </a:solidFill>
              </a:rPr>
              <a:t>3</a:t>
            </a:r>
            <a:endParaRPr lang="en-US" sz="929" dirty="0"/>
          </a:p>
        </p:txBody>
      </p:sp>
      <p:sp>
        <p:nvSpPr>
          <p:cNvPr id="344" name="Shape 342"/>
          <p:cNvSpPr/>
          <p:nvPr/>
        </p:nvSpPr>
        <p:spPr>
          <a:xfrm>
            <a:off x="6176772" y="3505418"/>
            <a:ext cx="475488" cy="188758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45" name="Text 343"/>
          <p:cNvSpPr/>
          <p:nvPr/>
        </p:nvSpPr>
        <p:spPr>
          <a:xfrm>
            <a:off x="6199632" y="3509990"/>
            <a:ext cx="429768" cy="1796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>
                <a:solidFill>
                  <a:srgbClr val="543443"/>
                </a:solidFill>
              </a:rPr>
              <a:t>41</a:t>
            </a:r>
            <a:endParaRPr lang="en-US" sz="929" dirty="0"/>
          </a:p>
        </p:txBody>
      </p:sp>
      <p:sp>
        <p:nvSpPr>
          <p:cNvPr id="346" name="Shape 344"/>
          <p:cNvSpPr/>
          <p:nvPr/>
        </p:nvSpPr>
        <p:spPr>
          <a:xfrm>
            <a:off x="6652260" y="3505418"/>
            <a:ext cx="3881628" cy="188758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47" name="Text 345"/>
          <p:cNvSpPr/>
          <p:nvPr/>
        </p:nvSpPr>
        <p:spPr>
          <a:xfrm>
            <a:off x="6675120" y="3509990"/>
            <a:ext cx="3835908" cy="1796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>
                <a:solidFill>
                  <a:srgbClr val="543443"/>
                </a:solidFill>
              </a:rPr>
              <a:t>朱彥晴</a:t>
            </a:r>
            <a:endParaRPr lang="en-US" sz="929" dirty="0"/>
          </a:p>
        </p:txBody>
      </p:sp>
      <p:sp>
        <p:nvSpPr>
          <p:cNvPr id="348" name="Shape 346"/>
          <p:cNvSpPr/>
          <p:nvPr/>
        </p:nvSpPr>
        <p:spPr>
          <a:xfrm>
            <a:off x="10533888" y="3505418"/>
            <a:ext cx="621792" cy="188758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49" name="Text 347"/>
          <p:cNvSpPr/>
          <p:nvPr/>
        </p:nvSpPr>
        <p:spPr>
          <a:xfrm>
            <a:off x="10556748" y="3509990"/>
            <a:ext cx="576072" cy="1796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>
                <a:solidFill>
                  <a:srgbClr val="543443"/>
                </a:solidFill>
              </a:rPr>
              <a:t>傳德</a:t>
            </a:r>
            <a:endParaRPr lang="en-US" sz="929" dirty="0"/>
          </a:p>
        </p:txBody>
      </p:sp>
      <p:sp>
        <p:nvSpPr>
          <p:cNvPr id="350" name="Shape 348"/>
          <p:cNvSpPr/>
          <p:nvPr/>
        </p:nvSpPr>
        <p:spPr>
          <a:xfrm>
            <a:off x="11155680" y="3505418"/>
            <a:ext cx="530352" cy="188758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51" name="Text 349"/>
          <p:cNvSpPr/>
          <p:nvPr/>
        </p:nvSpPr>
        <p:spPr>
          <a:xfrm>
            <a:off x="11178540" y="3509990"/>
            <a:ext cx="484632" cy="1796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>
                <a:solidFill>
                  <a:srgbClr val="7B3C5E"/>
                </a:solidFill>
              </a:rPr>
              <a:t>2</a:t>
            </a:r>
            <a:endParaRPr lang="en-US" sz="929" dirty="0"/>
          </a:p>
        </p:txBody>
      </p:sp>
      <p:sp>
        <p:nvSpPr>
          <p:cNvPr id="352" name="Shape 350"/>
          <p:cNvSpPr/>
          <p:nvPr/>
        </p:nvSpPr>
        <p:spPr>
          <a:xfrm>
            <a:off x="6176772" y="3694176"/>
            <a:ext cx="475488" cy="188758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53" name="Text 351"/>
          <p:cNvSpPr/>
          <p:nvPr/>
        </p:nvSpPr>
        <p:spPr>
          <a:xfrm>
            <a:off x="6199632" y="3698748"/>
            <a:ext cx="429768" cy="1796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>
                <a:solidFill>
                  <a:srgbClr val="543443"/>
                </a:solidFill>
              </a:rPr>
              <a:t>42</a:t>
            </a:r>
            <a:endParaRPr lang="en-US" sz="929" dirty="0"/>
          </a:p>
        </p:txBody>
      </p:sp>
      <p:sp>
        <p:nvSpPr>
          <p:cNvPr id="354" name="Shape 352"/>
          <p:cNvSpPr/>
          <p:nvPr/>
        </p:nvSpPr>
        <p:spPr>
          <a:xfrm>
            <a:off x="6652260" y="3694176"/>
            <a:ext cx="3881628" cy="188758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55" name="Text 353"/>
          <p:cNvSpPr/>
          <p:nvPr/>
        </p:nvSpPr>
        <p:spPr>
          <a:xfrm>
            <a:off x="6675120" y="3698748"/>
            <a:ext cx="3835908" cy="1796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>
                <a:solidFill>
                  <a:srgbClr val="543443"/>
                </a:solidFill>
              </a:rPr>
              <a:t>劉金富</a:t>
            </a:r>
            <a:endParaRPr lang="en-US" sz="929" dirty="0"/>
          </a:p>
        </p:txBody>
      </p:sp>
      <p:sp>
        <p:nvSpPr>
          <p:cNvPr id="356" name="Shape 354"/>
          <p:cNvSpPr/>
          <p:nvPr/>
        </p:nvSpPr>
        <p:spPr>
          <a:xfrm>
            <a:off x="10533888" y="3694176"/>
            <a:ext cx="621792" cy="188758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57" name="Text 355"/>
          <p:cNvSpPr/>
          <p:nvPr/>
        </p:nvSpPr>
        <p:spPr>
          <a:xfrm>
            <a:off x="10556748" y="3698748"/>
            <a:ext cx="576072" cy="1796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>
                <a:solidFill>
                  <a:srgbClr val="543443"/>
                </a:solidFill>
              </a:rPr>
              <a:t>傳德</a:t>
            </a:r>
            <a:endParaRPr lang="en-US" sz="929" dirty="0"/>
          </a:p>
        </p:txBody>
      </p:sp>
      <p:sp>
        <p:nvSpPr>
          <p:cNvPr id="358" name="Shape 356"/>
          <p:cNvSpPr/>
          <p:nvPr/>
        </p:nvSpPr>
        <p:spPr>
          <a:xfrm>
            <a:off x="11155680" y="3694176"/>
            <a:ext cx="530352" cy="188758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59" name="Text 357"/>
          <p:cNvSpPr/>
          <p:nvPr/>
        </p:nvSpPr>
        <p:spPr>
          <a:xfrm>
            <a:off x="11178540" y="3698748"/>
            <a:ext cx="484632" cy="1796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>
                <a:solidFill>
                  <a:srgbClr val="7B3C5E"/>
                </a:solidFill>
              </a:rPr>
              <a:t>1</a:t>
            </a:r>
            <a:endParaRPr lang="en-US" sz="929" dirty="0"/>
          </a:p>
        </p:txBody>
      </p:sp>
      <p:sp>
        <p:nvSpPr>
          <p:cNvPr id="360" name="Shape 358"/>
          <p:cNvSpPr/>
          <p:nvPr/>
        </p:nvSpPr>
        <p:spPr>
          <a:xfrm>
            <a:off x="6176772" y="3882934"/>
            <a:ext cx="475488" cy="188758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61" name="Text 359"/>
          <p:cNvSpPr/>
          <p:nvPr/>
        </p:nvSpPr>
        <p:spPr>
          <a:xfrm>
            <a:off x="6199632" y="3887506"/>
            <a:ext cx="429768" cy="1796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>
                <a:solidFill>
                  <a:srgbClr val="543443"/>
                </a:solidFill>
              </a:rPr>
              <a:t>43</a:t>
            </a:r>
            <a:endParaRPr lang="en-US" sz="929" dirty="0"/>
          </a:p>
        </p:txBody>
      </p:sp>
      <p:sp>
        <p:nvSpPr>
          <p:cNvPr id="362" name="Shape 360"/>
          <p:cNvSpPr/>
          <p:nvPr/>
        </p:nvSpPr>
        <p:spPr>
          <a:xfrm>
            <a:off x="6652260" y="3882934"/>
            <a:ext cx="3881628" cy="188758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63" name="Text 361"/>
          <p:cNvSpPr/>
          <p:nvPr/>
        </p:nvSpPr>
        <p:spPr>
          <a:xfrm>
            <a:off x="6675120" y="3887506"/>
            <a:ext cx="3835908" cy="1796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>
                <a:solidFill>
                  <a:srgbClr val="543443"/>
                </a:solidFill>
              </a:rPr>
              <a:t>盧淑儀</a:t>
            </a:r>
            <a:endParaRPr lang="en-US" sz="929" dirty="0"/>
          </a:p>
        </p:txBody>
      </p:sp>
      <p:sp>
        <p:nvSpPr>
          <p:cNvPr id="364" name="Shape 362"/>
          <p:cNvSpPr/>
          <p:nvPr/>
        </p:nvSpPr>
        <p:spPr>
          <a:xfrm>
            <a:off x="10533888" y="3882934"/>
            <a:ext cx="621792" cy="188758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65" name="Text 363"/>
          <p:cNvSpPr/>
          <p:nvPr/>
        </p:nvSpPr>
        <p:spPr>
          <a:xfrm>
            <a:off x="10556748" y="3887506"/>
            <a:ext cx="576072" cy="1796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>
                <a:solidFill>
                  <a:srgbClr val="543443"/>
                </a:solidFill>
              </a:rPr>
              <a:t>傳德</a:t>
            </a:r>
            <a:endParaRPr lang="en-US" sz="929" dirty="0"/>
          </a:p>
        </p:txBody>
      </p:sp>
      <p:sp>
        <p:nvSpPr>
          <p:cNvPr id="366" name="Shape 364"/>
          <p:cNvSpPr/>
          <p:nvPr/>
        </p:nvSpPr>
        <p:spPr>
          <a:xfrm>
            <a:off x="11155680" y="3882934"/>
            <a:ext cx="530352" cy="188758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67" name="Text 365"/>
          <p:cNvSpPr/>
          <p:nvPr/>
        </p:nvSpPr>
        <p:spPr>
          <a:xfrm>
            <a:off x="11178540" y="3887506"/>
            <a:ext cx="484632" cy="1796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>
                <a:solidFill>
                  <a:srgbClr val="7B3C5E"/>
                </a:solidFill>
              </a:rPr>
              <a:t>1</a:t>
            </a:r>
            <a:endParaRPr lang="en-US" sz="929" dirty="0"/>
          </a:p>
        </p:txBody>
      </p:sp>
      <p:sp>
        <p:nvSpPr>
          <p:cNvPr id="368" name="Shape 366"/>
          <p:cNvSpPr/>
          <p:nvPr/>
        </p:nvSpPr>
        <p:spPr>
          <a:xfrm>
            <a:off x="6176772" y="4071693"/>
            <a:ext cx="475488" cy="188758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69" name="Text 367"/>
          <p:cNvSpPr/>
          <p:nvPr/>
        </p:nvSpPr>
        <p:spPr>
          <a:xfrm>
            <a:off x="6199632" y="4076265"/>
            <a:ext cx="429768" cy="1796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>
                <a:solidFill>
                  <a:srgbClr val="543443"/>
                </a:solidFill>
              </a:rPr>
              <a:t>44</a:t>
            </a:r>
            <a:endParaRPr lang="en-US" sz="929" dirty="0"/>
          </a:p>
        </p:txBody>
      </p:sp>
      <p:sp>
        <p:nvSpPr>
          <p:cNvPr id="370" name="Shape 368"/>
          <p:cNvSpPr/>
          <p:nvPr/>
        </p:nvSpPr>
        <p:spPr>
          <a:xfrm>
            <a:off x="6652260" y="4071693"/>
            <a:ext cx="3881628" cy="188758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71" name="Text 369"/>
          <p:cNvSpPr/>
          <p:nvPr/>
        </p:nvSpPr>
        <p:spPr>
          <a:xfrm>
            <a:off x="6675120" y="4076265"/>
            <a:ext cx="3835908" cy="1796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>
                <a:solidFill>
                  <a:srgbClr val="543443"/>
                </a:solidFill>
              </a:rPr>
              <a:t>洪妙玲</a:t>
            </a:r>
            <a:endParaRPr lang="en-US" sz="929" dirty="0"/>
          </a:p>
        </p:txBody>
      </p:sp>
      <p:sp>
        <p:nvSpPr>
          <p:cNvPr id="372" name="Shape 370"/>
          <p:cNvSpPr/>
          <p:nvPr/>
        </p:nvSpPr>
        <p:spPr>
          <a:xfrm>
            <a:off x="10533888" y="4071693"/>
            <a:ext cx="621792" cy="188758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73" name="Text 371"/>
          <p:cNvSpPr/>
          <p:nvPr/>
        </p:nvSpPr>
        <p:spPr>
          <a:xfrm>
            <a:off x="10556748" y="4076265"/>
            <a:ext cx="576072" cy="1796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>
                <a:solidFill>
                  <a:srgbClr val="543443"/>
                </a:solidFill>
              </a:rPr>
              <a:t>傳德</a:t>
            </a:r>
            <a:endParaRPr lang="en-US" sz="929" dirty="0"/>
          </a:p>
        </p:txBody>
      </p:sp>
      <p:sp>
        <p:nvSpPr>
          <p:cNvPr id="374" name="Shape 372"/>
          <p:cNvSpPr/>
          <p:nvPr/>
        </p:nvSpPr>
        <p:spPr>
          <a:xfrm>
            <a:off x="11155680" y="4071693"/>
            <a:ext cx="530352" cy="188758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75" name="Text 373"/>
          <p:cNvSpPr/>
          <p:nvPr/>
        </p:nvSpPr>
        <p:spPr>
          <a:xfrm>
            <a:off x="11178540" y="4076265"/>
            <a:ext cx="484632" cy="1796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>
                <a:solidFill>
                  <a:srgbClr val="7B3C5E"/>
                </a:solidFill>
              </a:rPr>
              <a:t>1</a:t>
            </a:r>
            <a:endParaRPr lang="en-US" sz="929" dirty="0"/>
          </a:p>
        </p:txBody>
      </p:sp>
      <p:sp>
        <p:nvSpPr>
          <p:cNvPr id="376" name="Shape 374"/>
          <p:cNvSpPr/>
          <p:nvPr/>
        </p:nvSpPr>
        <p:spPr>
          <a:xfrm>
            <a:off x="6176772" y="4260451"/>
            <a:ext cx="475488" cy="188758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77" name="Text 375"/>
          <p:cNvSpPr/>
          <p:nvPr/>
        </p:nvSpPr>
        <p:spPr>
          <a:xfrm>
            <a:off x="6199632" y="4265023"/>
            <a:ext cx="429768" cy="1796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>
                <a:solidFill>
                  <a:srgbClr val="543443"/>
                </a:solidFill>
              </a:rPr>
              <a:t>45</a:t>
            </a:r>
            <a:endParaRPr lang="en-US" sz="929" dirty="0"/>
          </a:p>
        </p:txBody>
      </p:sp>
      <p:sp>
        <p:nvSpPr>
          <p:cNvPr id="378" name="Shape 376"/>
          <p:cNvSpPr/>
          <p:nvPr/>
        </p:nvSpPr>
        <p:spPr>
          <a:xfrm>
            <a:off x="6652260" y="4260451"/>
            <a:ext cx="3881628" cy="188758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79" name="Text 377"/>
          <p:cNvSpPr/>
          <p:nvPr/>
        </p:nvSpPr>
        <p:spPr>
          <a:xfrm>
            <a:off x="6675120" y="4265023"/>
            <a:ext cx="3835908" cy="1796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>
                <a:solidFill>
                  <a:srgbClr val="543443"/>
                </a:solidFill>
              </a:rPr>
              <a:t>邱月珍</a:t>
            </a:r>
            <a:endParaRPr lang="en-US" sz="929" dirty="0"/>
          </a:p>
        </p:txBody>
      </p:sp>
      <p:sp>
        <p:nvSpPr>
          <p:cNvPr id="380" name="Shape 378"/>
          <p:cNvSpPr/>
          <p:nvPr/>
        </p:nvSpPr>
        <p:spPr>
          <a:xfrm>
            <a:off x="10533888" y="4260451"/>
            <a:ext cx="621792" cy="188758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81" name="Text 379"/>
          <p:cNvSpPr/>
          <p:nvPr/>
        </p:nvSpPr>
        <p:spPr>
          <a:xfrm>
            <a:off x="10556748" y="4265023"/>
            <a:ext cx="576072" cy="1796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>
                <a:solidFill>
                  <a:srgbClr val="543443"/>
                </a:solidFill>
              </a:rPr>
              <a:t>傳德</a:t>
            </a:r>
            <a:endParaRPr lang="en-US" sz="929" dirty="0"/>
          </a:p>
        </p:txBody>
      </p:sp>
      <p:sp>
        <p:nvSpPr>
          <p:cNvPr id="382" name="Shape 380"/>
          <p:cNvSpPr/>
          <p:nvPr/>
        </p:nvSpPr>
        <p:spPr>
          <a:xfrm>
            <a:off x="11155680" y="4260451"/>
            <a:ext cx="530352" cy="188758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83" name="Text 381"/>
          <p:cNvSpPr/>
          <p:nvPr/>
        </p:nvSpPr>
        <p:spPr>
          <a:xfrm>
            <a:off x="11178540" y="4265023"/>
            <a:ext cx="484632" cy="1796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>
                <a:solidFill>
                  <a:srgbClr val="7B3C5E"/>
                </a:solidFill>
              </a:rPr>
              <a:t>1</a:t>
            </a:r>
            <a:endParaRPr lang="en-US" sz="929" dirty="0"/>
          </a:p>
        </p:txBody>
      </p:sp>
      <p:sp>
        <p:nvSpPr>
          <p:cNvPr id="384" name="Shape 382"/>
          <p:cNvSpPr/>
          <p:nvPr/>
        </p:nvSpPr>
        <p:spPr>
          <a:xfrm>
            <a:off x="6176772" y="4449209"/>
            <a:ext cx="475488" cy="188758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85" name="Text 383"/>
          <p:cNvSpPr/>
          <p:nvPr/>
        </p:nvSpPr>
        <p:spPr>
          <a:xfrm>
            <a:off x="6199632" y="4453781"/>
            <a:ext cx="429768" cy="1796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>
                <a:solidFill>
                  <a:srgbClr val="543443"/>
                </a:solidFill>
              </a:rPr>
              <a:t>46</a:t>
            </a:r>
            <a:endParaRPr lang="en-US" sz="929" dirty="0"/>
          </a:p>
        </p:txBody>
      </p:sp>
      <p:sp>
        <p:nvSpPr>
          <p:cNvPr id="386" name="Shape 384"/>
          <p:cNvSpPr/>
          <p:nvPr/>
        </p:nvSpPr>
        <p:spPr>
          <a:xfrm>
            <a:off x="6652260" y="4449209"/>
            <a:ext cx="3881628" cy="188758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87" name="Text 385"/>
          <p:cNvSpPr/>
          <p:nvPr/>
        </p:nvSpPr>
        <p:spPr>
          <a:xfrm>
            <a:off x="6675120" y="4453781"/>
            <a:ext cx="3835908" cy="1796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>
                <a:solidFill>
                  <a:srgbClr val="543443"/>
                </a:solidFill>
              </a:rPr>
              <a:t>張可欣</a:t>
            </a:r>
            <a:endParaRPr lang="en-US" sz="929" dirty="0"/>
          </a:p>
        </p:txBody>
      </p:sp>
      <p:sp>
        <p:nvSpPr>
          <p:cNvPr id="388" name="Shape 386"/>
          <p:cNvSpPr/>
          <p:nvPr/>
        </p:nvSpPr>
        <p:spPr>
          <a:xfrm>
            <a:off x="10533888" y="4449209"/>
            <a:ext cx="621792" cy="188758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89" name="Text 387"/>
          <p:cNvSpPr/>
          <p:nvPr/>
        </p:nvSpPr>
        <p:spPr>
          <a:xfrm>
            <a:off x="10556748" y="4453781"/>
            <a:ext cx="576072" cy="1796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>
                <a:solidFill>
                  <a:srgbClr val="543443"/>
                </a:solidFill>
              </a:rPr>
              <a:t>傳德</a:t>
            </a:r>
            <a:endParaRPr lang="en-US" sz="929" dirty="0"/>
          </a:p>
        </p:txBody>
      </p:sp>
      <p:sp>
        <p:nvSpPr>
          <p:cNvPr id="390" name="Shape 388"/>
          <p:cNvSpPr/>
          <p:nvPr/>
        </p:nvSpPr>
        <p:spPr>
          <a:xfrm>
            <a:off x="11155680" y="4449209"/>
            <a:ext cx="530352" cy="188758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91" name="Text 389"/>
          <p:cNvSpPr/>
          <p:nvPr/>
        </p:nvSpPr>
        <p:spPr>
          <a:xfrm>
            <a:off x="11178540" y="4453781"/>
            <a:ext cx="484632" cy="1796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>
                <a:solidFill>
                  <a:srgbClr val="7B3C5E"/>
                </a:solidFill>
              </a:rPr>
              <a:t>1</a:t>
            </a:r>
            <a:endParaRPr lang="en-US" sz="929" dirty="0"/>
          </a:p>
        </p:txBody>
      </p:sp>
      <p:sp>
        <p:nvSpPr>
          <p:cNvPr id="392" name="Shape 390"/>
          <p:cNvSpPr/>
          <p:nvPr/>
        </p:nvSpPr>
        <p:spPr>
          <a:xfrm>
            <a:off x="6176772" y="4637967"/>
            <a:ext cx="475488" cy="188758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93" name="Text 391"/>
          <p:cNvSpPr/>
          <p:nvPr/>
        </p:nvSpPr>
        <p:spPr>
          <a:xfrm>
            <a:off x="6199632" y="4642539"/>
            <a:ext cx="429768" cy="1796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>
                <a:solidFill>
                  <a:srgbClr val="543443"/>
                </a:solidFill>
              </a:rPr>
              <a:t>47</a:t>
            </a:r>
            <a:endParaRPr lang="en-US" sz="929" dirty="0"/>
          </a:p>
        </p:txBody>
      </p:sp>
      <p:sp>
        <p:nvSpPr>
          <p:cNvPr id="394" name="Shape 392"/>
          <p:cNvSpPr/>
          <p:nvPr/>
        </p:nvSpPr>
        <p:spPr>
          <a:xfrm>
            <a:off x="6652260" y="4637967"/>
            <a:ext cx="3881628" cy="188758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95" name="Text 393"/>
          <p:cNvSpPr/>
          <p:nvPr/>
        </p:nvSpPr>
        <p:spPr>
          <a:xfrm>
            <a:off x="6675120" y="4642539"/>
            <a:ext cx="3835908" cy="1796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>
                <a:solidFill>
                  <a:srgbClr val="543443"/>
                </a:solidFill>
              </a:rPr>
              <a:t>林俐瑩</a:t>
            </a:r>
            <a:endParaRPr lang="en-US" sz="929" dirty="0"/>
          </a:p>
        </p:txBody>
      </p:sp>
      <p:sp>
        <p:nvSpPr>
          <p:cNvPr id="396" name="Shape 394"/>
          <p:cNvSpPr/>
          <p:nvPr/>
        </p:nvSpPr>
        <p:spPr>
          <a:xfrm>
            <a:off x="10533888" y="4637967"/>
            <a:ext cx="621792" cy="188758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97" name="Text 395"/>
          <p:cNvSpPr/>
          <p:nvPr/>
        </p:nvSpPr>
        <p:spPr>
          <a:xfrm>
            <a:off x="10556748" y="4642539"/>
            <a:ext cx="576072" cy="1796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>
                <a:solidFill>
                  <a:srgbClr val="543443"/>
                </a:solidFill>
              </a:rPr>
              <a:t>傳德</a:t>
            </a:r>
            <a:endParaRPr lang="en-US" sz="929" dirty="0"/>
          </a:p>
        </p:txBody>
      </p:sp>
      <p:sp>
        <p:nvSpPr>
          <p:cNvPr id="398" name="Shape 396"/>
          <p:cNvSpPr/>
          <p:nvPr/>
        </p:nvSpPr>
        <p:spPr>
          <a:xfrm>
            <a:off x="11155680" y="4637967"/>
            <a:ext cx="530352" cy="188758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99" name="Text 397"/>
          <p:cNvSpPr/>
          <p:nvPr/>
        </p:nvSpPr>
        <p:spPr>
          <a:xfrm>
            <a:off x="11178540" y="4642539"/>
            <a:ext cx="484632" cy="1796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>
                <a:solidFill>
                  <a:srgbClr val="7B3C5E"/>
                </a:solidFill>
              </a:rPr>
              <a:t>1</a:t>
            </a:r>
            <a:endParaRPr lang="en-US" sz="929" dirty="0"/>
          </a:p>
        </p:txBody>
      </p:sp>
      <p:sp>
        <p:nvSpPr>
          <p:cNvPr id="400" name="Shape 398"/>
          <p:cNvSpPr/>
          <p:nvPr/>
        </p:nvSpPr>
        <p:spPr>
          <a:xfrm>
            <a:off x="6176772" y="4826726"/>
            <a:ext cx="475488" cy="188758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401" name="Text 399"/>
          <p:cNvSpPr/>
          <p:nvPr/>
        </p:nvSpPr>
        <p:spPr>
          <a:xfrm>
            <a:off x="6199632" y="4831298"/>
            <a:ext cx="429768" cy="1796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>
                <a:solidFill>
                  <a:srgbClr val="543443"/>
                </a:solidFill>
              </a:rPr>
              <a:t>48</a:t>
            </a:r>
            <a:endParaRPr lang="en-US" sz="929" dirty="0"/>
          </a:p>
        </p:txBody>
      </p:sp>
      <p:sp>
        <p:nvSpPr>
          <p:cNvPr id="402" name="Shape 400"/>
          <p:cNvSpPr/>
          <p:nvPr/>
        </p:nvSpPr>
        <p:spPr>
          <a:xfrm>
            <a:off x="6652260" y="4826726"/>
            <a:ext cx="3881628" cy="188758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403" name="Text 401"/>
          <p:cNvSpPr/>
          <p:nvPr/>
        </p:nvSpPr>
        <p:spPr>
          <a:xfrm>
            <a:off x="6675120" y="4831298"/>
            <a:ext cx="3835908" cy="1796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>
                <a:solidFill>
                  <a:srgbClr val="543443"/>
                </a:solidFill>
              </a:rPr>
              <a:t>張曉君</a:t>
            </a:r>
            <a:endParaRPr lang="en-US" sz="929" dirty="0"/>
          </a:p>
        </p:txBody>
      </p:sp>
      <p:sp>
        <p:nvSpPr>
          <p:cNvPr id="404" name="Shape 402"/>
          <p:cNvSpPr/>
          <p:nvPr/>
        </p:nvSpPr>
        <p:spPr>
          <a:xfrm>
            <a:off x="10533888" y="4826726"/>
            <a:ext cx="621792" cy="188758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405" name="Text 403"/>
          <p:cNvSpPr/>
          <p:nvPr/>
        </p:nvSpPr>
        <p:spPr>
          <a:xfrm>
            <a:off x="10556748" y="4831298"/>
            <a:ext cx="576072" cy="1796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>
                <a:solidFill>
                  <a:srgbClr val="543443"/>
                </a:solidFill>
              </a:rPr>
              <a:t>傳德</a:t>
            </a:r>
            <a:endParaRPr lang="en-US" sz="929" dirty="0"/>
          </a:p>
        </p:txBody>
      </p:sp>
      <p:sp>
        <p:nvSpPr>
          <p:cNvPr id="406" name="Shape 404"/>
          <p:cNvSpPr/>
          <p:nvPr/>
        </p:nvSpPr>
        <p:spPr>
          <a:xfrm>
            <a:off x="11155680" y="4826726"/>
            <a:ext cx="530352" cy="188758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407" name="Text 405"/>
          <p:cNvSpPr/>
          <p:nvPr/>
        </p:nvSpPr>
        <p:spPr>
          <a:xfrm>
            <a:off x="11178540" y="4831298"/>
            <a:ext cx="484632" cy="1796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>
                <a:solidFill>
                  <a:srgbClr val="7B3C5E"/>
                </a:solidFill>
              </a:rPr>
              <a:t>1</a:t>
            </a:r>
            <a:endParaRPr lang="en-US" sz="929" dirty="0"/>
          </a:p>
        </p:txBody>
      </p:sp>
      <p:sp>
        <p:nvSpPr>
          <p:cNvPr id="408" name="Shape 406"/>
          <p:cNvSpPr/>
          <p:nvPr/>
        </p:nvSpPr>
        <p:spPr>
          <a:xfrm>
            <a:off x="6176772" y="5015484"/>
            <a:ext cx="475488" cy="188758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409" name="Text 407"/>
          <p:cNvSpPr/>
          <p:nvPr/>
        </p:nvSpPr>
        <p:spPr>
          <a:xfrm>
            <a:off x="6199632" y="5020056"/>
            <a:ext cx="429768" cy="1796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>
                <a:solidFill>
                  <a:srgbClr val="543443"/>
                </a:solidFill>
              </a:rPr>
              <a:t>49</a:t>
            </a:r>
            <a:endParaRPr lang="en-US" sz="929" dirty="0"/>
          </a:p>
        </p:txBody>
      </p:sp>
      <p:sp>
        <p:nvSpPr>
          <p:cNvPr id="410" name="Shape 408"/>
          <p:cNvSpPr/>
          <p:nvPr/>
        </p:nvSpPr>
        <p:spPr>
          <a:xfrm>
            <a:off x="6652260" y="5015484"/>
            <a:ext cx="3881628" cy="188758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411" name="Text 409"/>
          <p:cNvSpPr/>
          <p:nvPr/>
        </p:nvSpPr>
        <p:spPr>
          <a:xfrm>
            <a:off x="6675120" y="5020056"/>
            <a:ext cx="3835908" cy="1796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>
                <a:solidFill>
                  <a:srgbClr val="543443"/>
                </a:solidFill>
              </a:rPr>
              <a:t>李美蘭</a:t>
            </a:r>
            <a:endParaRPr lang="en-US" sz="929" dirty="0"/>
          </a:p>
        </p:txBody>
      </p:sp>
      <p:sp>
        <p:nvSpPr>
          <p:cNvPr id="412" name="Shape 410"/>
          <p:cNvSpPr/>
          <p:nvPr/>
        </p:nvSpPr>
        <p:spPr>
          <a:xfrm>
            <a:off x="10533888" y="5015484"/>
            <a:ext cx="621792" cy="188758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413" name="Text 411"/>
          <p:cNvSpPr/>
          <p:nvPr/>
        </p:nvSpPr>
        <p:spPr>
          <a:xfrm>
            <a:off x="10556748" y="5020056"/>
            <a:ext cx="576072" cy="1796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>
                <a:solidFill>
                  <a:srgbClr val="543443"/>
                </a:solidFill>
              </a:rPr>
              <a:t>傳德</a:t>
            </a:r>
            <a:endParaRPr lang="en-US" sz="929" dirty="0"/>
          </a:p>
        </p:txBody>
      </p:sp>
      <p:sp>
        <p:nvSpPr>
          <p:cNvPr id="414" name="Shape 412"/>
          <p:cNvSpPr/>
          <p:nvPr/>
        </p:nvSpPr>
        <p:spPr>
          <a:xfrm>
            <a:off x="11155680" y="5015484"/>
            <a:ext cx="530352" cy="188758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415" name="Text 413"/>
          <p:cNvSpPr/>
          <p:nvPr/>
        </p:nvSpPr>
        <p:spPr>
          <a:xfrm>
            <a:off x="11178540" y="5020056"/>
            <a:ext cx="484632" cy="1796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>
                <a:solidFill>
                  <a:srgbClr val="7B3C5E"/>
                </a:solidFill>
              </a:rPr>
              <a:t>1</a:t>
            </a:r>
            <a:endParaRPr lang="en-US" sz="929" dirty="0"/>
          </a:p>
        </p:txBody>
      </p:sp>
      <p:sp>
        <p:nvSpPr>
          <p:cNvPr id="416" name="Shape 414"/>
          <p:cNvSpPr/>
          <p:nvPr/>
        </p:nvSpPr>
        <p:spPr>
          <a:xfrm>
            <a:off x="6176772" y="5204242"/>
            <a:ext cx="475488" cy="188758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417" name="Text 415"/>
          <p:cNvSpPr/>
          <p:nvPr/>
        </p:nvSpPr>
        <p:spPr>
          <a:xfrm>
            <a:off x="6199632" y="5208814"/>
            <a:ext cx="429768" cy="1796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>
                <a:solidFill>
                  <a:srgbClr val="543443"/>
                </a:solidFill>
              </a:rPr>
              <a:t>50</a:t>
            </a:r>
            <a:endParaRPr lang="en-US" sz="929" dirty="0"/>
          </a:p>
        </p:txBody>
      </p:sp>
      <p:sp>
        <p:nvSpPr>
          <p:cNvPr id="418" name="Shape 416"/>
          <p:cNvSpPr/>
          <p:nvPr/>
        </p:nvSpPr>
        <p:spPr>
          <a:xfrm>
            <a:off x="6652260" y="5204242"/>
            <a:ext cx="3881628" cy="188758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419" name="Text 417"/>
          <p:cNvSpPr/>
          <p:nvPr/>
        </p:nvSpPr>
        <p:spPr>
          <a:xfrm>
            <a:off x="6675120" y="5208814"/>
            <a:ext cx="3835908" cy="1796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>
                <a:solidFill>
                  <a:srgbClr val="543443"/>
                </a:solidFill>
              </a:rPr>
              <a:t>林恆冰</a:t>
            </a:r>
            <a:endParaRPr lang="en-US" sz="929" dirty="0"/>
          </a:p>
        </p:txBody>
      </p:sp>
      <p:sp>
        <p:nvSpPr>
          <p:cNvPr id="420" name="Shape 418"/>
          <p:cNvSpPr/>
          <p:nvPr/>
        </p:nvSpPr>
        <p:spPr>
          <a:xfrm>
            <a:off x="10533888" y="5204242"/>
            <a:ext cx="621792" cy="188758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421" name="Text 419"/>
          <p:cNvSpPr/>
          <p:nvPr/>
        </p:nvSpPr>
        <p:spPr>
          <a:xfrm>
            <a:off x="10556748" y="5208814"/>
            <a:ext cx="576072" cy="1796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>
                <a:solidFill>
                  <a:srgbClr val="543443"/>
                </a:solidFill>
              </a:rPr>
              <a:t>傳德</a:t>
            </a:r>
            <a:endParaRPr lang="en-US" sz="929" dirty="0"/>
          </a:p>
        </p:txBody>
      </p:sp>
      <p:sp>
        <p:nvSpPr>
          <p:cNvPr id="422" name="Shape 420"/>
          <p:cNvSpPr/>
          <p:nvPr/>
        </p:nvSpPr>
        <p:spPr>
          <a:xfrm>
            <a:off x="11155680" y="5204242"/>
            <a:ext cx="530352" cy="188758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423" name="Text 421"/>
          <p:cNvSpPr/>
          <p:nvPr/>
        </p:nvSpPr>
        <p:spPr>
          <a:xfrm>
            <a:off x="11178540" y="5208814"/>
            <a:ext cx="484632" cy="1796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>
                <a:solidFill>
                  <a:srgbClr val="7B3C5E"/>
                </a:solidFill>
              </a:rPr>
              <a:t>1</a:t>
            </a:r>
            <a:endParaRPr lang="en-US" sz="929" dirty="0"/>
          </a:p>
        </p:txBody>
      </p:sp>
      <p:sp>
        <p:nvSpPr>
          <p:cNvPr id="424" name="Shape 422"/>
          <p:cNvSpPr/>
          <p:nvPr/>
        </p:nvSpPr>
        <p:spPr>
          <a:xfrm>
            <a:off x="6176772" y="5393001"/>
            <a:ext cx="475488" cy="188758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425" name="Text 423"/>
          <p:cNvSpPr/>
          <p:nvPr/>
        </p:nvSpPr>
        <p:spPr>
          <a:xfrm>
            <a:off x="6199632" y="5397573"/>
            <a:ext cx="429768" cy="1796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>
                <a:solidFill>
                  <a:srgbClr val="543443"/>
                </a:solidFill>
              </a:rPr>
              <a:t>51</a:t>
            </a:r>
            <a:endParaRPr lang="en-US" sz="929" dirty="0"/>
          </a:p>
        </p:txBody>
      </p:sp>
      <p:sp>
        <p:nvSpPr>
          <p:cNvPr id="426" name="Shape 424"/>
          <p:cNvSpPr/>
          <p:nvPr/>
        </p:nvSpPr>
        <p:spPr>
          <a:xfrm>
            <a:off x="6652260" y="5393001"/>
            <a:ext cx="3881628" cy="188758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427" name="Text 425"/>
          <p:cNvSpPr/>
          <p:nvPr/>
        </p:nvSpPr>
        <p:spPr>
          <a:xfrm>
            <a:off x="6675120" y="5397573"/>
            <a:ext cx="3835908" cy="1796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>
                <a:solidFill>
                  <a:srgbClr val="543443"/>
                </a:solidFill>
              </a:rPr>
              <a:t>陳志強</a:t>
            </a:r>
            <a:endParaRPr lang="en-US" sz="929" dirty="0"/>
          </a:p>
        </p:txBody>
      </p:sp>
      <p:sp>
        <p:nvSpPr>
          <p:cNvPr id="428" name="Shape 426"/>
          <p:cNvSpPr/>
          <p:nvPr/>
        </p:nvSpPr>
        <p:spPr>
          <a:xfrm>
            <a:off x="10533888" y="5393001"/>
            <a:ext cx="621792" cy="188758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429" name="Text 427"/>
          <p:cNvSpPr/>
          <p:nvPr/>
        </p:nvSpPr>
        <p:spPr>
          <a:xfrm>
            <a:off x="10556748" y="5397573"/>
            <a:ext cx="576072" cy="1796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>
                <a:solidFill>
                  <a:srgbClr val="543443"/>
                </a:solidFill>
              </a:rPr>
              <a:t>熹德</a:t>
            </a:r>
            <a:endParaRPr lang="en-US" sz="929" dirty="0"/>
          </a:p>
        </p:txBody>
      </p:sp>
      <p:sp>
        <p:nvSpPr>
          <p:cNvPr id="430" name="Shape 428"/>
          <p:cNvSpPr/>
          <p:nvPr/>
        </p:nvSpPr>
        <p:spPr>
          <a:xfrm>
            <a:off x="11155680" y="5393001"/>
            <a:ext cx="530352" cy="188758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431" name="Text 429"/>
          <p:cNvSpPr/>
          <p:nvPr/>
        </p:nvSpPr>
        <p:spPr>
          <a:xfrm>
            <a:off x="11178540" y="5397573"/>
            <a:ext cx="484632" cy="1796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>
                <a:solidFill>
                  <a:srgbClr val="7B3C5E"/>
                </a:solidFill>
              </a:rPr>
              <a:t>1</a:t>
            </a:r>
            <a:endParaRPr lang="en-US" sz="929" dirty="0"/>
          </a:p>
        </p:txBody>
      </p:sp>
      <p:sp>
        <p:nvSpPr>
          <p:cNvPr id="432" name="Shape 430"/>
          <p:cNvSpPr/>
          <p:nvPr/>
        </p:nvSpPr>
        <p:spPr>
          <a:xfrm>
            <a:off x="6176772" y="5581759"/>
            <a:ext cx="475488" cy="188758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433" name="Text 431"/>
          <p:cNvSpPr/>
          <p:nvPr/>
        </p:nvSpPr>
        <p:spPr>
          <a:xfrm>
            <a:off x="6199632" y="5586331"/>
            <a:ext cx="429768" cy="1796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>
                <a:solidFill>
                  <a:srgbClr val="543443"/>
                </a:solidFill>
              </a:rPr>
              <a:t>52</a:t>
            </a:r>
            <a:endParaRPr lang="en-US" sz="929" dirty="0"/>
          </a:p>
        </p:txBody>
      </p:sp>
      <p:sp>
        <p:nvSpPr>
          <p:cNvPr id="434" name="Shape 432"/>
          <p:cNvSpPr/>
          <p:nvPr/>
        </p:nvSpPr>
        <p:spPr>
          <a:xfrm>
            <a:off x="6652260" y="5581759"/>
            <a:ext cx="3881628" cy="188758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435" name="Text 433"/>
          <p:cNvSpPr/>
          <p:nvPr/>
        </p:nvSpPr>
        <p:spPr>
          <a:xfrm>
            <a:off x="6675120" y="5586331"/>
            <a:ext cx="3835908" cy="1796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>
                <a:solidFill>
                  <a:srgbClr val="543443"/>
                </a:solidFill>
              </a:rPr>
              <a:t>李佳宣</a:t>
            </a:r>
            <a:endParaRPr lang="en-US" sz="929" dirty="0"/>
          </a:p>
        </p:txBody>
      </p:sp>
      <p:sp>
        <p:nvSpPr>
          <p:cNvPr id="436" name="Shape 434"/>
          <p:cNvSpPr/>
          <p:nvPr/>
        </p:nvSpPr>
        <p:spPr>
          <a:xfrm>
            <a:off x="10533888" y="5581759"/>
            <a:ext cx="621792" cy="188758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437" name="Text 435"/>
          <p:cNvSpPr/>
          <p:nvPr/>
        </p:nvSpPr>
        <p:spPr>
          <a:xfrm>
            <a:off x="10556748" y="5586331"/>
            <a:ext cx="576072" cy="1796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>
                <a:solidFill>
                  <a:srgbClr val="543443"/>
                </a:solidFill>
              </a:rPr>
              <a:t>熹德</a:t>
            </a:r>
            <a:endParaRPr lang="en-US" sz="929" dirty="0"/>
          </a:p>
        </p:txBody>
      </p:sp>
      <p:sp>
        <p:nvSpPr>
          <p:cNvPr id="438" name="Shape 436"/>
          <p:cNvSpPr/>
          <p:nvPr/>
        </p:nvSpPr>
        <p:spPr>
          <a:xfrm>
            <a:off x="11155680" y="5581759"/>
            <a:ext cx="530352" cy="188758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439" name="Text 437"/>
          <p:cNvSpPr/>
          <p:nvPr/>
        </p:nvSpPr>
        <p:spPr>
          <a:xfrm>
            <a:off x="11178540" y="5586331"/>
            <a:ext cx="484632" cy="1796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>
                <a:solidFill>
                  <a:srgbClr val="7B3C5E"/>
                </a:solidFill>
              </a:rPr>
              <a:t>1</a:t>
            </a:r>
            <a:endParaRPr lang="en-US" sz="929" dirty="0"/>
          </a:p>
        </p:txBody>
      </p:sp>
      <p:sp>
        <p:nvSpPr>
          <p:cNvPr id="440" name="Shape 438"/>
          <p:cNvSpPr/>
          <p:nvPr/>
        </p:nvSpPr>
        <p:spPr>
          <a:xfrm>
            <a:off x="6176772" y="5770517"/>
            <a:ext cx="475488" cy="188758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441" name="Text 439"/>
          <p:cNvSpPr/>
          <p:nvPr/>
        </p:nvSpPr>
        <p:spPr>
          <a:xfrm>
            <a:off x="6199632" y="5775089"/>
            <a:ext cx="429768" cy="1796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>
                <a:solidFill>
                  <a:srgbClr val="543443"/>
                </a:solidFill>
              </a:rPr>
              <a:t>53</a:t>
            </a:r>
            <a:endParaRPr lang="en-US" sz="929" dirty="0"/>
          </a:p>
        </p:txBody>
      </p:sp>
      <p:sp>
        <p:nvSpPr>
          <p:cNvPr id="442" name="Shape 440"/>
          <p:cNvSpPr/>
          <p:nvPr/>
        </p:nvSpPr>
        <p:spPr>
          <a:xfrm>
            <a:off x="6652260" y="5770517"/>
            <a:ext cx="3881628" cy="188758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443" name="Text 441"/>
          <p:cNvSpPr/>
          <p:nvPr/>
        </p:nvSpPr>
        <p:spPr>
          <a:xfrm>
            <a:off x="6675120" y="5775089"/>
            <a:ext cx="3835908" cy="1796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>
                <a:solidFill>
                  <a:srgbClr val="543443"/>
                </a:solidFill>
              </a:rPr>
              <a:t>林志霖</a:t>
            </a:r>
            <a:endParaRPr lang="en-US" sz="929" dirty="0"/>
          </a:p>
        </p:txBody>
      </p:sp>
      <p:sp>
        <p:nvSpPr>
          <p:cNvPr id="444" name="Shape 442"/>
          <p:cNvSpPr/>
          <p:nvPr/>
        </p:nvSpPr>
        <p:spPr>
          <a:xfrm>
            <a:off x="10533888" y="5770517"/>
            <a:ext cx="621792" cy="188758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445" name="Text 443"/>
          <p:cNvSpPr/>
          <p:nvPr/>
        </p:nvSpPr>
        <p:spPr>
          <a:xfrm>
            <a:off x="10556748" y="5775089"/>
            <a:ext cx="576072" cy="1796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>
                <a:solidFill>
                  <a:srgbClr val="543443"/>
                </a:solidFill>
              </a:rPr>
              <a:t>熹德</a:t>
            </a:r>
            <a:endParaRPr lang="en-US" sz="929" dirty="0"/>
          </a:p>
        </p:txBody>
      </p:sp>
      <p:sp>
        <p:nvSpPr>
          <p:cNvPr id="446" name="Shape 444"/>
          <p:cNvSpPr/>
          <p:nvPr/>
        </p:nvSpPr>
        <p:spPr>
          <a:xfrm>
            <a:off x="11155680" y="5770517"/>
            <a:ext cx="530352" cy="188758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447" name="Text 445"/>
          <p:cNvSpPr/>
          <p:nvPr/>
        </p:nvSpPr>
        <p:spPr>
          <a:xfrm>
            <a:off x="11178540" y="5775089"/>
            <a:ext cx="484632" cy="1796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>
                <a:solidFill>
                  <a:srgbClr val="7B3C5E"/>
                </a:solidFill>
              </a:rPr>
              <a:t>1</a:t>
            </a:r>
            <a:endParaRPr lang="en-US" sz="929" dirty="0"/>
          </a:p>
        </p:txBody>
      </p:sp>
      <p:sp>
        <p:nvSpPr>
          <p:cNvPr id="448" name="Shape 446"/>
          <p:cNvSpPr/>
          <p:nvPr/>
        </p:nvSpPr>
        <p:spPr>
          <a:xfrm>
            <a:off x="6176772" y="5959275"/>
            <a:ext cx="475488" cy="188758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449" name="Text 447"/>
          <p:cNvSpPr/>
          <p:nvPr/>
        </p:nvSpPr>
        <p:spPr>
          <a:xfrm>
            <a:off x="6199632" y="5963847"/>
            <a:ext cx="429768" cy="1796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>
                <a:solidFill>
                  <a:srgbClr val="543443"/>
                </a:solidFill>
              </a:rPr>
              <a:t>54</a:t>
            </a:r>
            <a:endParaRPr lang="en-US" sz="929" dirty="0"/>
          </a:p>
        </p:txBody>
      </p:sp>
      <p:sp>
        <p:nvSpPr>
          <p:cNvPr id="450" name="Shape 448"/>
          <p:cNvSpPr/>
          <p:nvPr/>
        </p:nvSpPr>
        <p:spPr>
          <a:xfrm>
            <a:off x="6652260" y="5959275"/>
            <a:ext cx="3881628" cy="188758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451" name="Text 449"/>
          <p:cNvSpPr/>
          <p:nvPr/>
        </p:nvSpPr>
        <p:spPr>
          <a:xfrm>
            <a:off x="6675120" y="5963847"/>
            <a:ext cx="3835908" cy="1796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>
                <a:solidFill>
                  <a:srgbClr val="543443"/>
                </a:solidFill>
              </a:rPr>
              <a:t>賴秀蓮</a:t>
            </a:r>
            <a:endParaRPr lang="en-US" sz="929" dirty="0"/>
          </a:p>
        </p:txBody>
      </p:sp>
      <p:sp>
        <p:nvSpPr>
          <p:cNvPr id="452" name="Shape 450"/>
          <p:cNvSpPr/>
          <p:nvPr/>
        </p:nvSpPr>
        <p:spPr>
          <a:xfrm>
            <a:off x="10533888" y="5959275"/>
            <a:ext cx="621792" cy="188758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453" name="Text 451"/>
          <p:cNvSpPr/>
          <p:nvPr/>
        </p:nvSpPr>
        <p:spPr>
          <a:xfrm>
            <a:off x="10556748" y="5963847"/>
            <a:ext cx="576072" cy="1796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>
                <a:solidFill>
                  <a:srgbClr val="543443"/>
                </a:solidFill>
              </a:rPr>
              <a:t>鎮德</a:t>
            </a:r>
            <a:endParaRPr lang="en-US" sz="929" dirty="0"/>
          </a:p>
        </p:txBody>
      </p:sp>
      <p:sp>
        <p:nvSpPr>
          <p:cNvPr id="454" name="Shape 452"/>
          <p:cNvSpPr/>
          <p:nvPr/>
        </p:nvSpPr>
        <p:spPr>
          <a:xfrm>
            <a:off x="11155680" y="5959275"/>
            <a:ext cx="530352" cy="188758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455" name="Text 453"/>
          <p:cNvSpPr/>
          <p:nvPr/>
        </p:nvSpPr>
        <p:spPr>
          <a:xfrm>
            <a:off x="11178540" y="5963847"/>
            <a:ext cx="484632" cy="1796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>
                <a:solidFill>
                  <a:srgbClr val="7B3C5E"/>
                </a:solidFill>
              </a:rPr>
              <a:t>1</a:t>
            </a:r>
            <a:endParaRPr lang="en-US" sz="929" dirty="0"/>
          </a:p>
        </p:txBody>
      </p:sp>
      <p:sp>
        <p:nvSpPr>
          <p:cNvPr id="456" name="Shape 454"/>
          <p:cNvSpPr/>
          <p:nvPr/>
        </p:nvSpPr>
        <p:spPr>
          <a:xfrm>
            <a:off x="6176772" y="6148034"/>
            <a:ext cx="475488" cy="188758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457" name="Text 455"/>
          <p:cNvSpPr/>
          <p:nvPr/>
        </p:nvSpPr>
        <p:spPr>
          <a:xfrm>
            <a:off x="6199632" y="6152606"/>
            <a:ext cx="429768" cy="1796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>
                <a:solidFill>
                  <a:srgbClr val="543443"/>
                </a:solidFill>
              </a:rPr>
              <a:t>55</a:t>
            </a:r>
            <a:endParaRPr lang="en-US" sz="929" dirty="0"/>
          </a:p>
        </p:txBody>
      </p:sp>
      <p:sp>
        <p:nvSpPr>
          <p:cNvPr id="458" name="Shape 456"/>
          <p:cNvSpPr/>
          <p:nvPr/>
        </p:nvSpPr>
        <p:spPr>
          <a:xfrm>
            <a:off x="6652260" y="6148034"/>
            <a:ext cx="3881628" cy="188758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459" name="Text 457"/>
          <p:cNvSpPr/>
          <p:nvPr/>
        </p:nvSpPr>
        <p:spPr>
          <a:xfrm>
            <a:off x="6675120" y="6152606"/>
            <a:ext cx="3835908" cy="1796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>
                <a:solidFill>
                  <a:srgbClr val="543443"/>
                </a:solidFill>
              </a:rPr>
              <a:t>杜秀嬌</a:t>
            </a:r>
            <a:endParaRPr lang="en-US" sz="929" dirty="0"/>
          </a:p>
        </p:txBody>
      </p:sp>
      <p:sp>
        <p:nvSpPr>
          <p:cNvPr id="460" name="Shape 458"/>
          <p:cNvSpPr/>
          <p:nvPr/>
        </p:nvSpPr>
        <p:spPr>
          <a:xfrm>
            <a:off x="10533888" y="6148034"/>
            <a:ext cx="621792" cy="188758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461" name="Text 459"/>
          <p:cNvSpPr/>
          <p:nvPr/>
        </p:nvSpPr>
        <p:spPr>
          <a:xfrm>
            <a:off x="10556748" y="6152606"/>
            <a:ext cx="576072" cy="1796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>
                <a:solidFill>
                  <a:srgbClr val="543443"/>
                </a:solidFill>
              </a:rPr>
              <a:t>鎮德</a:t>
            </a:r>
            <a:endParaRPr lang="en-US" sz="929" dirty="0"/>
          </a:p>
        </p:txBody>
      </p:sp>
      <p:sp>
        <p:nvSpPr>
          <p:cNvPr id="462" name="Shape 460"/>
          <p:cNvSpPr/>
          <p:nvPr/>
        </p:nvSpPr>
        <p:spPr>
          <a:xfrm>
            <a:off x="11155680" y="6148034"/>
            <a:ext cx="530352" cy="188758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463" name="Text 461"/>
          <p:cNvSpPr/>
          <p:nvPr/>
        </p:nvSpPr>
        <p:spPr>
          <a:xfrm>
            <a:off x="11178540" y="6152606"/>
            <a:ext cx="484632" cy="1796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>
                <a:solidFill>
                  <a:srgbClr val="7B3C5E"/>
                </a:solidFill>
              </a:rPr>
              <a:t>1</a:t>
            </a:r>
            <a:endParaRPr lang="en-US" sz="929" dirty="0"/>
          </a:p>
        </p:txBody>
      </p:sp>
      <p:sp>
        <p:nvSpPr>
          <p:cNvPr id="464" name="Text 462"/>
          <p:cNvSpPr/>
          <p:nvPr/>
        </p:nvSpPr>
        <p:spPr>
          <a:xfrm>
            <a:off x="11338560" y="6510528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50">
                <a:solidFill>
                  <a:srgbClr val="9E7284"/>
                </a:solidFill>
              </a:rPr>
              <a:t>15</a:t>
            </a:r>
            <a:endParaRPr lang="en-US" sz="900" dirty="0"/>
          </a:p>
        </p:txBody>
      </p:sp>
      <p:sp>
        <p:nvSpPr>
          <p:cNvPr id="467" name="Eyebrow">
            <a:extLst>
              <a:ext uri="{FF2B5EF4-FFF2-40B4-BE49-F238E27FC236}">
                <a16:creationId xmlns:a16="http://schemas.microsoft.com/office/drawing/2014/main" id="{733974E9-EBE2-D577-7B30-F1380D4431BE}"/>
              </a:ext>
            </a:extLst>
          </p:cNvPr>
          <p:cNvSpPr/>
          <p:nvPr/>
        </p:nvSpPr>
        <p:spPr>
          <a:xfrm>
            <a:off x="7315200" y="228600"/>
            <a:ext cx="4343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zh-TW" altLang="en-US" sz="1600" spc="200" dirty="0">
                <a:solidFill>
                  <a:srgbClr val="F7E8D2"/>
                </a:solidFill>
                <a:latin typeface="Noto Sans CJK TC"/>
                <a:ea typeface="Noto Sans CJK TC"/>
              </a:rPr>
              <a:t>2026年 · 巴生道務中心</a:t>
            </a:r>
            <a:endParaRPr lang="en-US" sz="1600" dirty="0"/>
          </a:p>
        </p:txBody>
      </p:sp>
      <p:sp>
        <p:nvSpPr>
          <p:cNvPr id="469" name="Text 2">
            <a:extLst>
              <a:ext uri="{FF2B5EF4-FFF2-40B4-BE49-F238E27FC236}">
                <a16:creationId xmlns:a16="http://schemas.microsoft.com/office/drawing/2014/main" id="{65266B69-99D1-C497-B3B7-89A6369ECFEA}"/>
              </a:ext>
            </a:extLst>
          </p:cNvPr>
          <p:cNvSpPr/>
          <p:nvPr/>
        </p:nvSpPr>
        <p:spPr>
          <a:xfrm>
            <a:off x="502920" y="164592"/>
            <a:ext cx="8732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47" b="1">
                <a:solidFill>
                  <a:srgbClr val="FFFFFF"/>
                </a:solidFill>
              </a:rPr>
              <a:t>班務法會帶班員畢班｜南</a:t>
            </a:r>
            <a:r>
              <a:rPr lang="zh-CN" altLang="en-US" sz="2547" b="1">
                <a:solidFill>
                  <a:srgbClr val="FFFFFF"/>
                </a:solidFill>
              </a:rPr>
              <a:t>三</a:t>
            </a:r>
            <a:r>
              <a:rPr lang="en-US" sz="2547" b="1">
                <a:solidFill>
                  <a:srgbClr val="FFFFFF"/>
                </a:solidFill>
              </a:rPr>
              <a:t>組</a:t>
            </a:r>
            <a:endParaRPr lang="en-US" sz="2547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143F98-9A28-E398-6A0B-E307936DE31F}"/>
            </a:ext>
          </a:extLst>
        </p:cNvPr>
        <p:cNvGrpSpPr/>
        <p:nvPr/>
      </p:nvGrpSpPr>
      <p:grpSpPr>
        <a:xfrm>
          <a:off x="0" y="0"/>
          <a:ext cx="1" cy="1"/>
          <a:chOff x="0" y="0"/>
          <a:chExt cx="1" cy="1"/>
        </a:xfrm>
      </p:grpSpPr>
      <p:pic>
        <p:nvPicPr>
          <p:cNvPr id="465" name="Lotus Watermark">
            <a:extLst>
              <a:ext uri="{FF2B5EF4-FFF2-40B4-BE49-F238E27FC236}">
                <a16:creationId xmlns:a16="http://schemas.microsoft.com/office/drawing/2014/main" id="{1A7E39B7-BDCD-891B-055C-8DF041BE0749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14000"/>
          </a:blip>
          <a:srcRect t="7771" b="777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Shape 0">
            <a:extLst>
              <a:ext uri="{FF2B5EF4-FFF2-40B4-BE49-F238E27FC236}">
                <a16:creationId xmlns:a16="http://schemas.microsoft.com/office/drawing/2014/main" id="{3CF09AD4-3341-136D-EA9A-4A944257BEE0}"/>
              </a:ext>
            </a:extLst>
          </p:cNvPr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7B3C5E"/>
          </a:solidFill>
          <a:ln w="12700">
            <a:solidFill>
              <a:srgbClr val="7B3C5E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792CAED3-B95E-7723-0746-6DCB46EEEBAB}"/>
              </a:ext>
            </a:extLst>
          </p:cNvPr>
          <p:cNvSpPr/>
          <p:nvPr/>
        </p:nvSpPr>
        <p:spPr>
          <a:xfrm>
            <a:off x="0" y="777240"/>
            <a:ext cx="12191695" cy="73152"/>
          </a:xfrm>
          <a:prstGeom prst="rect">
            <a:avLst/>
          </a:prstGeom>
          <a:solidFill>
            <a:srgbClr val="D8B06A"/>
          </a:solidFill>
          <a:ln w="12700">
            <a:solidFill>
              <a:srgbClr val="D8B06A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BBBA339B-0069-1E7E-B968-8AAF1EA51852}"/>
              </a:ext>
            </a:extLst>
          </p:cNvPr>
          <p:cNvSpPr/>
          <p:nvPr/>
        </p:nvSpPr>
        <p:spPr>
          <a:xfrm>
            <a:off x="502920" y="1051560"/>
            <a:ext cx="5509260" cy="5285232"/>
          </a:xfrm>
          <a:prstGeom prst="roundRect">
            <a:avLst/>
          </a:prstGeom>
          <a:solidFill>
            <a:srgbClr val="FFFCFA"/>
          </a:solidFill>
          <a:ln w="12700">
            <a:solidFill>
              <a:srgbClr val="D8B77D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3AF86830-A224-DFD9-A8B4-867DF8A860A4}"/>
              </a:ext>
            </a:extLst>
          </p:cNvPr>
          <p:cNvSpPr/>
          <p:nvPr/>
        </p:nvSpPr>
        <p:spPr>
          <a:xfrm>
            <a:off x="502920" y="1051560"/>
            <a:ext cx="475488" cy="182249"/>
          </a:xfrm>
          <a:prstGeom prst="rect">
            <a:avLst/>
          </a:prstGeom>
          <a:solidFill>
            <a:srgbClr val="92506F"/>
          </a:solidFill>
          <a:ln w="6350">
            <a:solidFill>
              <a:srgbClr val="E6C992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121A7BE0-ABDB-17DA-FA04-27EB0EA6B46E}"/>
              </a:ext>
            </a:extLst>
          </p:cNvPr>
          <p:cNvSpPr/>
          <p:nvPr/>
        </p:nvSpPr>
        <p:spPr>
          <a:xfrm>
            <a:off x="521208" y="1060704"/>
            <a:ext cx="438912" cy="1639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No</a:t>
            </a:r>
            <a:endParaRPr lang="en-US" sz="1400" dirty="0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E4E19A51-60FF-86C8-6B7D-6A80C68E0E8D}"/>
              </a:ext>
            </a:extLst>
          </p:cNvPr>
          <p:cNvSpPr/>
          <p:nvPr/>
        </p:nvSpPr>
        <p:spPr>
          <a:xfrm>
            <a:off x="978408" y="1051560"/>
            <a:ext cx="3881628" cy="182249"/>
          </a:xfrm>
          <a:prstGeom prst="rect">
            <a:avLst/>
          </a:prstGeom>
          <a:solidFill>
            <a:srgbClr val="7B3C5E"/>
          </a:solidFill>
          <a:ln w="6350">
            <a:solidFill>
              <a:srgbClr val="E6C992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7FCCDBEC-26F4-AE9E-E3F8-091CD784C2A4}"/>
              </a:ext>
            </a:extLst>
          </p:cNvPr>
          <p:cNvSpPr/>
          <p:nvPr/>
        </p:nvSpPr>
        <p:spPr>
          <a:xfrm>
            <a:off x="996696" y="1060704"/>
            <a:ext cx="3845052" cy="1639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 err="1">
                <a:solidFill>
                  <a:srgbClr val="FFFFFF"/>
                </a:solidFill>
              </a:rPr>
              <a:t>負責人</a:t>
            </a:r>
            <a:endParaRPr lang="en-US" sz="1400" dirty="0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3C157899-AB8A-160E-529C-886B297B44D8}"/>
              </a:ext>
            </a:extLst>
          </p:cNvPr>
          <p:cNvSpPr/>
          <p:nvPr/>
        </p:nvSpPr>
        <p:spPr>
          <a:xfrm>
            <a:off x="4860036" y="1051560"/>
            <a:ext cx="621792" cy="182249"/>
          </a:xfrm>
          <a:prstGeom prst="rect">
            <a:avLst/>
          </a:prstGeom>
          <a:solidFill>
            <a:srgbClr val="92506F"/>
          </a:solidFill>
          <a:ln w="6350">
            <a:solidFill>
              <a:srgbClr val="E6C992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4EB3C498-5685-DC42-6AC8-DBF9EC42A7D0}"/>
              </a:ext>
            </a:extLst>
          </p:cNvPr>
          <p:cNvSpPr/>
          <p:nvPr/>
        </p:nvSpPr>
        <p:spPr>
          <a:xfrm>
            <a:off x="4878324" y="1060704"/>
            <a:ext cx="585216" cy="1639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 err="1">
                <a:solidFill>
                  <a:srgbClr val="FFFFFF"/>
                </a:solidFill>
              </a:rPr>
              <a:t>屬壇</a:t>
            </a:r>
            <a:endParaRPr lang="en-US" sz="1400" dirty="0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2FD253A9-F1B5-F441-BE14-ABD4BFF4B6B2}"/>
              </a:ext>
            </a:extLst>
          </p:cNvPr>
          <p:cNvSpPr/>
          <p:nvPr/>
        </p:nvSpPr>
        <p:spPr>
          <a:xfrm>
            <a:off x="5481828" y="1051560"/>
            <a:ext cx="530352" cy="182249"/>
          </a:xfrm>
          <a:prstGeom prst="rect">
            <a:avLst/>
          </a:prstGeom>
          <a:solidFill>
            <a:srgbClr val="92506F"/>
          </a:solidFill>
          <a:ln w="6350">
            <a:solidFill>
              <a:srgbClr val="E6C992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79C772F6-C1C9-4F6F-EA84-0D81058DBC07}"/>
              </a:ext>
            </a:extLst>
          </p:cNvPr>
          <p:cNvSpPr/>
          <p:nvPr/>
        </p:nvSpPr>
        <p:spPr>
          <a:xfrm>
            <a:off x="5500116" y="1060704"/>
            <a:ext cx="493776" cy="1639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err="1">
                <a:solidFill>
                  <a:srgbClr val="FFFFFF"/>
                </a:solidFill>
              </a:rPr>
              <a:t>畢班人數</a:t>
            </a:r>
            <a:endParaRPr lang="en-US" sz="997" dirty="0"/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314364D2-9CFA-2F8D-F215-E80752E2EAE9}"/>
              </a:ext>
            </a:extLst>
          </p:cNvPr>
          <p:cNvSpPr/>
          <p:nvPr/>
        </p:nvSpPr>
        <p:spPr>
          <a:xfrm>
            <a:off x="502920" y="1233809"/>
            <a:ext cx="475488" cy="182249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A9D59051-34B1-C94B-8449-33CC233D238C}"/>
              </a:ext>
            </a:extLst>
          </p:cNvPr>
          <p:cNvSpPr/>
          <p:nvPr/>
        </p:nvSpPr>
        <p:spPr>
          <a:xfrm>
            <a:off x="525780" y="1238381"/>
            <a:ext cx="429768" cy="1731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>
                <a:solidFill>
                  <a:srgbClr val="543443"/>
                </a:solidFill>
              </a:rPr>
              <a:t>1</a:t>
            </a:r>
            <a:endParaRPr lang="en-US" sz="897" dirty="0"/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34E63692-7844-687C-89F4-B6D7BD49AD2C}"/>
              </a:ext>
            </a:extLst>
          </p:cNvPr>
          <p:cNvSpPr/>
          <p:nvPr/>
        </p:nvSpPr>
        <p:spPr>
          <a:xfrm>
            <a:off x="978408" y="1233809"/>
            <a:ext cx="3881628" cy="182249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DE5D0F3E-892C-FE09-6E13-F4E039B3A74B}"/>
              </a:ext>
            </a:extLst>
          </p:cNvPr>
          <p:cNvSpPr/>
          <p:nvPr/>
        </p:nvSpPr>
        <p:spPr>
          <a:xfrm>
            <a:off x="1001268" y="1238381"/>
            <a:ext cx="3835908" cy="1731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 err="1">
                <a:solidFill>
                  <a:srgbClr val="543443"/>
                </a:solidFill>
              </a:rPr>
              <a:t>劉玉真</a:t>
            </a:r>
            <a:endParaRPr lang="en-US" sz="1400" dirty="0"/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B702BF2C-447C-AE8A-95C9-899E5CEDE9E3}"/>
              </a:ext>
            </a:extLst>
          </p:cNvPr>
          <p:cNvSpPr/>
          <p:nvPr/>
        </p:nvSpPr>
        <p:spPr>
          <a:xfrm>
            <a:off x="4860036" y="1233809"/>
            <a:ext cx="621792" cy="182249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BA97B421-D150-602B-05EC-4142C3A25C2A}"/>
              </a:ext>
            </a:extLst>
          </p:cNvPr>
          <p:cNvSpPr/>
          <p:nvPr/>
        </p:nvSpPr>
        <p:spPr>
          <a:xfrm>
            <a:off x="4882896" y="1238381"/>
            <a:ext cx="576072" cy="1731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>
                <a:solidFill>
                  <a:srgbClr val="543443"/>
                </a:solidFill>
              </a:rPr>
              <a:t>至德</a:t>
            </a:r>
            <a:endParaRPr lang="en-US" sz="897" dirty="0"/>
          </a:p>
        </p:txBody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4C6E59DE-4E52-89BF-238B-FB3AC1C0501C}"/>
              </a:ext>
            </a:extLst>
          </p:cNvPr>
          <p:cNvSpPr/>
          <p:nvPr/>
        </p:nvSpPr>
        <p:spPr>
          <a:xfrm>
            <a:off x="5481828" y="1233809"/>
            <a:ext cx="530352" cy="182249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43A6A05C-DF65-4CBC-5B45-6F252F9055B9}"/>
              </a:ext>
            </a:extLst>
          </p:cNvPr>
          <p:cNvSpPr/>
          <p:nvPr/>
        </p:nvSpPr>
        <p:spPr>
          <a:xfrm>
            <a:off x="5504688" y="1238381"/>
            <a:ext cx="484632" cy="1731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7B3C5E"/>
                </a:solidFill>
              </a:rPr>
              <a:t>1</a:t>
            </a:r>
            <a:endParaRPr lang="en-US" sz="897" dirty="0"/>
          </a:p>
        </p:txBody>
      </p:sp>
      <p:sp>
        <p:nvSpPr>
          <p:cNvPr id="23" name="Shape 21">
            <a:extLst>
              <a:ext uri="{FF2B5EF4-FFF2-40B4-BE49-F238E27FC236}">
                <a16:creationId xmlns:a16="http://schemas.microsoft.com/office/drawing/2014/main" id="{A97F67EC-4FAF-8A5B-0848-32E043E8FF21}"/>
              </a:ext>
            </a:extLst>
          </p:cNvPr>
          <p:cNvSpPr/>
          <p:nvPr/>
        </p:nvSpPr>
        <p:spPr>
          <a:xfrm>
            <a:off x="502920" y="1416059"/>
            <a:ext cx="475488" cy="182249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A2A55DDA-F506-1079-25D7-2F1BBB65063A}"/>
              </a:ext>
            </a:extLst>
          </p:cNvPr>
          <p:cNvSpPr/>
          <p:nvPr/>
        </p:nvSpPr>
        <p:spPr>
          <a:xfrm>
            <a:off x="525780" y="1420631"/>
            <a:ext cx="429768" cy="1731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>
                <a:solidFill>
                  <a:srgbClr val="543443"/>
                </a:solidFill>
              </a:rPr>
              <a:t>2</a:t>
            </a:r>
            <a:endParaRPr lang="en-US" sz="897" dirty="0"/>
          </a:p>
        </p:txBody>
      </p:sp>
      <p:sp>
        <p:nvSpPr>
          <p:cNvPr id="25" name="Shape 23">
            <a:extLst>
              <a:ext uri="{FF2B5EF4-FFF2-40B4-BE49-F238E27FC236}">
                <a16:creationId xmlns:a16="http://schemas.microsoft.com/office/drawing/2014/main" id="{8FFDF845-C51B-6E4F-0D23-8BB184394BF9}"/>
              </a:ext>
            </a:extLst>
          </p:cNvPr>
          <p:cNvSpPr/>
          <p:nvPr/>
        </p:nvSpPr>
        <p:spPr>
          <a:xfrm>
            <a:off x="978408" y="1416059"/>
            <a:ext cx="3881628" cy="182249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51AD3858-0CBC-4262-BB70-8F230478952A}"/>
              </a:ext>
            </a:extLst>
          </p:cNvPr>
          <p:cNvSpPr/>
          <p:nvPr/>
        </p:nvSpPr>
        <p:spPr>
          <a:xfrm>
            <a:off x="1001268" y="1420631"/>
            <a:ext cx="3835908" cy="1731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 err="1">
                <a:solidFill>
                  <a:srgbClr val="543443"/>
                </a:solidFill>
              </a:rPr>
              <a:t>黃丁何</a:t>
            </a:r>
            <a:endParaRPr lang="en-US" sz="1400" dirty="0"/>
          </a:p>
        </p:txBody>
      </p:sp>
      <p:sp>
        <p:nvSpPr>
          <p:cNvPr id="27" name="Shape 25">
            <a:extLst>
              <a:ext uri="{FF2B5EF4-FFF2-40B4-BE49-F238E27FC236}">
                <a16:creationId xmlns:a16="http://schemas.microsoft.com/office/drawing/2014/main" id="{D17233CF-F2A8-F563-66AD-6378D024DCC9}"/>
              </a:ext>
            </a:extLst>
          </p:cNvPr>
          <p:cNvSpPr/>
          <p:nvPr/>
        </p:nvSpPr>
        <p:spPr>
          <a:xfrm>
            <a:off x="4860036" y="1416059"/>
            <a:ext cx="621792" cy="182249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8" name="Text 26">
            <a:extLst>
              <a:ext uri="{FF2B5EF4-FFF2-40B4-BE49-F238E27FC236}">
                <a16:creationId xmlns:a16="http://schemas.microsoft.com/office/drawing/2014/main" id="{6231D94F-BB82-E95C-B0DB-D953471307B8}"/>
              </a:ext>
            </a:extLst>
          </p:cNvPr>
          <p:cNvSpPr/>
          <p:nvPr/>
        </p:nvSpPr>
        <p:spPr>
          <a:xfrm>
            <a:off x="4882896" y="1420631"/>
            <a:ext cx="576072" cy="1731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>
                <a:solidFill>
                  <a:srgbClr val="543443"/>
                </a:solidFill>
              </a:rPr>
              <a:t>林德</a:t>
            </a:r>
            <a:endParaRPr lang="en-US" sz="897" dirty="0"/>
          </a:p>
        </p:txBody>
      </p:sp>
      <p:sp>
        <p:nvSpPr>
          <p:cNvPr id="29" name="Shape 27">
            <a:extLst>
              <a:ext uri="{FF2B5EF4-FFF2-40B4-BE49-F238E27FC236}">
                <a16:creationId xmlns:a16="http://schemas.microsoft.com/office/drawing/2014/main" id="{1203B23C-1BB5-3B0D-6651-2D3AB75D4635}"/>
              </a:ext>
            </a:extLst>
          </p:cNvPr>
          <p:cNvSpPr/>
          <p:nvPr/>
        </p:nvSpPr>
        <p:spPr>
          <a:xfrm>
            <a:off x="5481828" y="1416059"/>
            <a:ext cx="530352" cy="182249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0" name="Text 28">
            <a:extLst>
              <a:ext uri="{FF2B5EF4-FFF2-40B4-BE49-F238E27FC236}">
                <a16:creationId xmlns:a16="http://schemas.microsoft.com/office/drawing/2014/main" id="{1199A771-C138-1EB0-C4E0-3088F8EF303E}"/>
              </a:ext>
            </a:extLst>
          </p:cNvPr>
          <p:cNvSpPr/>
          <p:nvPr/>
        </p:nvSpPr>
        <p:spPr>
          <a:xfrm>
            <a:off x="5504688" y="1420631"/>
            <a:ext cx="484632" cy="1731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7B3C5E"/>
                </a:solidFill>
              </a:rPr>
              <a:t>2</a:t>
            </a:r>
            <a:endParaRPr lang="en-US" sz="897" dirty="0"/>
          </a:p>
        </p:txBody>
      </p:sp>
      <p:sp>
        <p:nvSpPr>
          <p:cNvPr id="31" name="Shape 29">
            <a:extLst>
              <a:ext uri="{FF2B5EF4-FFF2-40B4-BE49-F238E27FC236}">
                <a16:creationId xmlns:a16="http://schemas.microsoft.com/office/drawing/2014/main" id="{B14413B2-E320-6EE5-F90A-F91308D69423}"/>
              </a:ext>
            </a:extLst>
          </p:cNvPr>
          <p:cNvSpPr/>
          <p:nvPr/>
        </p:nvSpPr>
        <p:spPr>
          <a:xfrm>
            <a:off x="502920" y="1598308"/>
            <a:ext cx="475488" cy="182249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2" name="Text 30">
            <a:extLst>
              <a:ext uri="{FF2B5EF4-FFF2-40B4-BE49-F238E27FC236}">
                <a16:creationId xmlns:a16="http://schemas.microsoft.com/office/drawing/2014/main" id="{4E1D052F-6377-DBBA-12CD-0268B49E4938}"/>
              </a:ext>
            </a:extLst>
          </p:cNvPr>
          <p:cNvSpPr/>
          <p:nvPr/>
        </p:nvSpPr>
        <p:spPr>
          <a:xfrm>
            <a:off x="525780" y="1602880"/>
            <a:ext cx="429768" cy="1731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>
                <a:solidFill>
                  <a:srgbClr val="543443"/>
                </a:solidFill>
              </a:rPr>
              <a:t>3</a:t>
            </a:r>
            <a:endParaRPr lang="en-US" sz="897" dirty="0"/>
          </a:p>
        </p:txBody>
      </p:sp>
      <p:sp>
        <p:nvSpPr>
          <p:cNvPr id="33" name="Shape 31">
            <a:extLst>
              <a:ext uri="{FF2B5EF4-FFF2-40B4-BE49-F238E27FC236}">
                <a16:creationId xmlns:a16="http://schemas.microsoft.com/office/drawing/2014/main" id="{F8EE7F1C-19E5-7A97-CE28-C76D3F5BD980}"/>
              </a:ext>
            </a:extLst>
          </p:cNvPr>
          <p:cNvSpPr/>
          <p:nvPr/>
        </p:nvSpPr>
        <p:spPr>
          <a:xfrm>
            <a:off x="978408" y="1598308"/>
            <a:ext cx="3881628" cy="182249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 sz="1400"/>
          </a:p>
        </p:txBody>
      </p:sp>
      <p:sp>
        <p:nvSpPr>
          <p:cNvPr id="34" name="Text 32">
            <a:extLst>
              <a:ext uri="{FF2B5EF4-FFF2-40B4-BE49-F238E27FC236}">
                <a16:creationId xmlns:a16="http://schemas.microsoft.com/office/drawing/2014/main" id="{FF603AD2-9193-864F-1CB3-16A8F19B48F9}"/>
              </a:ext>
            </a:extLst>
          </p:cNvPr>
          <p:cNvSpPr/>
          <p:nvPr/>
        </p:nvSpPr>
        <p:spPr>
          <a:xfrm>
            <a:off x="1001268" y="1602880"/>
            <a:ext cx="3835908" cy="1731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 err="1">
                <a:solidFill>
                  <a:srgbClr val="543443"/>
                </a:solidFill>
              </a:rPr>
              <a:t>劉詩璇</a:t>
            </a:r>
            <a:endParaRPr lang="en-US" sz="897" dirty="0"/>
          </a:p>
        </p:txBody>
      </p:sp>
      <p:sp>
        <p:nvSpPr>
          <p:cNvPr id="35" name="Shape 33">
            <a:extLst>
              <a:ext uri="{FF2B5EF4-FFF2-40B4-BE49-F238E27FC236}">
                <a16:creationId xmlns:a16="http://schemas.microsoft.com/office/drawing/2014/main" id="{3976F587-0D0B-A907-F8D5-9A4A25F40E9C}"/>
              </a:ext>
            </a:extLst>
          </p:cNvPr>
          <p:cNvSpPr/>
          <p:nvPr/>
        </p:nvSpPr>
        <p:spPr>
          <a:xfrm>
            <a:off x="4860036" y="1598308"/>
            <a:ext cx="621792" cy="182249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6" name="Text 34">
            <a:extLst>
              <a:ext uri="{FF2B5EF4-FFF2-40B4-BE49-F238E27FC236}">
                <a16:creationId xmlns:a16="http://schemas.microsoft.com/office/drawing/2014/main" id="{9BA2E84E-F2D2-7806-F006-CB3714081378}"/>
              </a:ext>
            </a:extLst>
          </p:cNvPr>
          <p:cNvSpPr/>
          <p:nvPr/>
        </p:nvSpPr>
        <p:spPr>
          <a:xfrm>
            <a:off x="4882896" y="1602880"/>
            <a:ext cx="576072" cy="1731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>
                <a:solidFill>
                  <a:srgbClr val="543443"/>
                </a:solidFill>
              </a:rPr>
              <a:t>暘德</a:t>
            </a:r>
            <a:endParaRPr lang="en-US" sz="897" dirty="0"/>
          </a:p>
        </p:txBody>
      </p:sp>
      <p:sp>
        <p:nvSpPr>
          <p:cNvPr id="37" name="Shape 35">
            <a:extLst>
              <a:ext uri="{FF2B5EF4-FFF2-40B4-BE49-F238E27FC236}">
                <a16:creationId xmlns:a16="http://schemas.microsoft.com/office/drawing/2014/main" id="{94B7D754-BBAE-D06F-F494-4CB73170E791}"/>
              </a:ext>
            </a:extLst>
          </p:cNvPr>
          <p:cNvSpPr/>
          <p:nvPr/>
        </p:nvSpPr>
        <p:spPr>
          <a:xfrm>
            <a:off x="5481828" y="1598308"/>
            <a:ext cx="530352" cy="182249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8" name="Text 36">
            <a:extLst>
              <a:ext uri="{FF2B5EF4-FFF2-40B4-BE49-F238E27FC236}">
                <a16:creationId xmlns:a16="http://schemas.microsoft.com/office/drawing/2014/main" id="{B3160D0B-BE30-9BBF-E971-A077AE447E20}"/>
              </a:ext>
            </a:extLst>
          </p:cNvPr>
          <p:cNvSpPr/>
          <p:nvPr/>
        </p:nvSpPr>
        <p:spPr>
          <a:xfrm>
            <a:off x="5504688" y="1602880"/>
            <a:ext cx="484632" cy="1731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7B3C5E"/>
                </a:solidFill>
              </a:rPr>
              <a:t>2</a:t>
            </a:r>
            <a:endParaRPr lang="en-US" sz="897" dirty="0"/>
          </a:p>
        </p:txBody>
      </p:sp>
      <p:sp>
        <p:nvSpPr>
          <p:cNvPr id="39" name="Shape 37">
            <a:extLst>
              <a:ext uri="{FF2B5EF4-FFF2-40B4-BE49-F238E27FC236}">
                <a16:creationId xmlns:a16="http://schemas.microsoft.com/office/drawing/2014/main" id="{DB6D97DE-2074-2E81-1C1A-C68385F81DFF}"/>
              </a:ext>
            </a:extLst>
          </p:cNvPr>
          <p:cNvSpPr/>
          <p:nvPr/>
        </p:nvSpPr>
        <p:spPr>
          <a:xfrm>
            <a:off x="502920" y="1780558"/>
            <a:ext cx="475488" cy="182249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40" name="Text 38">
            <a:extLst>
              <a:ext uri="{FF2B5EF4-FFF2-40B4-BE49-F238E27FC236}">
                <a16:creationId xmlns:a16="http://schemas.microsoft.com/office/drawing/2014/main" id="{975AEDD5-24DE-FC0A-556A-38F76E7DC404}"/>
              </a:ext>
            </a:extLst>
          </p:cNvPr>
          <p:cNvSpPr/>
          <p:nvPr/>
        </p:nvSpPr>
        <p:spPr>
          <a:xfrm>
            <a:off x="525780" y="1785130"/>
            <a:ext cx="429768" cy="1731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>
                <a:solidFill>
                  <a:srgbClr val="543443"/>
                </a:solidFill>
              </a:rPr>
              <a:t>4</a:t>
            </a:r>
            <a:endParaRPr lang="en-US" sz="897" dirty="0"/>
          </a:p>
        </p:txBody>
      </p:sp>
      <p:sp>
        <p:nvSpPr>
          <p:cNvPr id="41" name="Shape 39">
            <a:extLst>
              <a:ext uri="{FF2B5EF4-FFF2-40B4-BE49-F238E27FC236}">
                <a16:creationId xmlns:a16="http://schemas.microsoft.com/office/drawing/2014/main" id="{C63B2FA3-A721-5356-AA1E-EF2F92E711F4}"/>
              </a:ext>
            </a:extLst>
          </p:cNvPr>
          <p:cNvSpPr/>
          <p:nvPr/>
        </p:nvSpPr>
        <p:spPr>
          <a:xfrm>
            <a:off x="978408" y="1780558"/>
            <a:ext cx="3881628" cy="182249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 sz="1400" dirty="0"/>
          </a:p>
        </p:txBody>
      </p:sp>
      <p:sp>
        <p:nvSpPr>
          <p:cNvPr id="42" name="Text 40">
            <a:extLst>
              <a:ext uri="{FF2B5EF4-FFF2-40B4-BE49-F238E27FC236}">
                <a16:creationId xmlns:a16="http://schemas.microsoft.com/office/drawing/2014/main" id="{EEC92B7A-DC52-21DB-223E-29D2DA2F7795}"/>
              </a:ext>
            </a:extLst>
          </p:cNvPr>
          <p:cNvSpPr/>
          <p:nvPr/>
        </p:nvSpPr>
        <p:spPr>
          <a:xfrm>
            <a:off x="1001268" y="1785130"/>
            <a:ext cx="3835908" cy="1731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 err="1">
                <a:solidFill>
                  <a:srgbClr val="543443"/>
                </a:solidFill>
              </a:rPr>
              <a:t>李振泰</a:t>
            </a:r>
            <a:endParaRPr lang="en-US" sz="1400" dirty="0"/>
          </a:p>
        </p:txBody>
      </p:sp>
      <p:sp>
        <p:nvSpPr>
          <p:cNvPr id="43" name="Shape 41">
            <a:extLst>
              <a:ext uri="{FF2B5EF4-FFF2-40B4-BE49-F238E27FC236}">
                <a16:creationId xmlns:a16="http://schemas.microsoft.com/office/drawing/2014/main" id="{9A89C995-85B9-E0D8-FEC7-4D86FC62A8CB}"/>
              </a:ext>
            </a:extLst>
          </p:cNvPr>
          <p:cNvSpPr/>
          <p:nvPr/>
        </p:nvSpPr>
        <p:spPr>
          <a:xfrm>
            <a:off x="4860036" y="1780558"/>
            <a:ext cx="621792" cy="182249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44" name="Text 42">
            <a:extLst>
              <a:ext uri="{FF2B5EF4-FFF2-40B4-BE49-F238E27FC236}">
                <a16:creationId xmlns:a16="http://schemas.microsoft.com/office/drawing/2014/main" id="{6F93FCBD-0829-AA99-5477-235553F0138F}"/>
              </a:ext>
            </a:extLst>
          </p:cNvPr>
          <p:cNvSpPr/>
          <p:nvPr/>
        </p:nvSpPr>
        <p:spPr>
          <a:xfrm>
            <a:off x="4882896" y="1785130"/>
            <a:ext cx="576072" cy="1731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>
                <a:solidFill>
                  <a:srgbClr val="543443"/>
                </a:solidFill>
              </a:rPr>
              <a:t>福德</a:t>
            </a:r>
            <a:endParaRPr lang="en-US" sz="897" dirty="0"/>
          </a:p>
        </p:txBody>
      </p:sp>
      <p:sp>
        <p:nvSpPr>
          <p:cNvPr id="45" name="Shape 43">
            <a:extLst>
              <a:ext uri="{FF2B5EF4-FFF2-40B4-BE49-F238E27FC236}">
                <a16:creationId xmlns:a16="http://schemas.microsoft.com/office/drawing/2014/main" id="{A52F33AB-F056-64AA-89BC-87D104A87D8C}"/>
              </a:ext>
            </a:extLst>
          </p:cNvPr>
          <p:cNvSpPr/>
          <p:nvPr/>
        </p:nvSpPr>
        <p:spPr>
          <a:xfrm>
            <a:off x="5481828" y="1780558"/>
            <a:ext cx="530352" cy="182249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46" name="Text 44">
            <a:extLst>
              <a:ext uri="{FF2B5EF4-FFF2-40B4-BE49-F238E27FC236}">
                <a16:creationId xmlns:a16="http://schemas.microsoft.com/office/drawing/2014/main" id="{D2E6F976-5A20-43BA-6E84-5FF6BA78DBE7}"/>
              </a:ext>
            </a:extLst>
          </p:cNvPr>
          <p:cNvSpPr/>
          <p:nvPr/>
        </p:nvSpPr>
        <p:spPr>
          <a:xfrm>
            <a:off x="5504688" y="1785130"/>
            <a:ext cx="484632" cy="1731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7B3C5E"/>
                </a:solidFill>
              </a:rPr>
              <a:t>2</a:t>
            </a:r>
            <a:endParaRPr lang="en-US" sz="897" dirty="0"/>
          </a:p>
        </p:txBody>
      </p:sp>
      <p:sp>
        <p:nvSpPr>
          <p:cNvPr id="47" name="Shape 45">
            <a:extLst>
              <a:ext uri="{FF2B5EF4-FFF2-40B4-BE49-F238E27FC236}">
                <a16:creationId xmlns:a16="http://schemas.microsoft.com/office/drawing/2014/main" id="{EA4448B6-288E-95AF-7B91-058916782A76}"/>
              </a:ext>
            </a:extLst>
          </p:cNvPr>
          <p:cNvSpPr/>
          <p:nvPr/>
        </p:nvSpPr>
        <p:spPr>
          <a:xfrm>
            <a:off x="502920" y="1962807"/>
            <a:ext cx="475488" cy="182249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48" name="Text 46">
            <a:extLst>
              <a:ext uri="{FF2B5EF4-FFF2-40B4-BE49-F238E27FC236}">
                <a16:creationId xmlns:a16="http://schemas.microsoft.com/office/drawing/2014/main" id="{A1D51F6F-64C3-DD7C-A17A-F9BB4080544D}"/>
              </a:ext>
            </a:extLst>
          </p:cNvPr>
          <p:cNvSpPr/>
          <p:nvPr/>
        </p:nvSpPr>
        <p:spPr>
          <a:xfrm>
            <a:off x="525780" y="1967379"/>
            <a:ext cx="429768" cy="1731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>
                <a:solidFill>
                  <a:srgbClr val="543443"/>
                </a:solidFill>
              </a:rPr>
              <a:t>5</a:t>
            </a:r>
            <a:endParaRPr lang="en-US" sz="897" dirty="0"/>
          </a:p>
        </p:txBody>
      </p:sp>
      <p:sp>
        <p:nvSpPr>
          <p:cNvPr id="49" name="Shape 47">
            <a:extLst>
              <a:ext uri="{FF2B5EF4-FFF2-40B4-BE49-F238E27FC236}">
                <a16:creationId xmlns:a16="http://schemas.microsoft.com/office/drawing/2014/main" id="{FCF1C6B8-8C34-9DBF-BB44-F0F0778ACFE2}"/>
              </a:ext>
            </a:extLst>
          </p:cNvPr>
          <p:cNvSpPr/>
          <p:nvPr/>
        </p:nvSpPr>
        <p:spPr>
          <a:xfrm>
            <a:off x="978408" y="1962807"/>
            <a:ext cx="3881628" cy="182249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50" name="Text 48">
            <a:extLst>
              <a:ext uri="{FF2B5EF4-FFF2-40B4-BE49-F238E27FC236}">
                <a16:creationId xmlns:a16="http://schemas.microsoft.com/office/drawing/2014/main" id="{383D55FB-D722-92E7-426B-FD39314215A7}"/>
              </a:ext>
            </a:extLst>
          </p:cNvPr>
          <p:cNvSpPr/>
          <p:nvPr/>
        </p:nvSpPr>
        <p:spPr>
          <a:xfrm>
            <a:off x="1001268" y="1967379"/>
            <a:ext cx="3835908" cy="1731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 err="1">
                <a:solidFill>
                  <a:srgbClr val="543443"/>
                </a:solidFill>
              </a:rPr>
              <a:t>柯秋霞</a:t>
            </a:r>
            <a:endParaRPr lang="en-US" sz="1400" dirty="0"/>
          </a:p>
        </p:txBody>
      </p:sp>
      <p:sp>
        <p:nvSpPr>
          <p:cNvPr id="51" name="Shape 49">
            <a:extLst>
              <a:ext uri="{FF2B5EF4-FFF2-40B4-BE49-F238E27FC236}">
                <a16:creationId xmlns:a16="http://schemas.microsoft.com/office/drawing/2014/main" id="{4F22BF51-F45C-ABA9-8BAD-D3AF7495182E}"/>
              </a:ext>
            </a:extLst>
          </p:cNvPr>
          <p:cNvSpPr/>
          <p:nvPr/>
        </p:nvSpPr>
        <p:spPr>
          <a:xfrm>
            <a:off x="4860036" y="1962807"/>
            <a:ext cx="621792" cy="182249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52" name="Text 50">
            <a:extLst>
              <a:ext uri="{FF2B5EF4-FFF2-40B4-BE49-F238E27FC236}">
                <a16:creationId xmlns:a16="http://schemas.microsoft.com/office/drawing/2014/main" id="{C4ABF5AE-4883-EAE7-EB76-1400112B35C9}"/>
              </a:ext>
            </a:extLst>
          </p:cNvPr>
          <p:cNvSpPr/>
          <p:nvPr/>
        </p:nvSpPr>
        <p:spPr>
          <a:xfrm>
            <a:off x="4882896" y="1967379"/>
            <a:ext cx="576072" cy="1731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>
                <a:solidFill>
                  <a:srgbClr val="543443"/>
                </a:solidFill>
              </a:rPr>
              <a:t>碩德</a:t>
            </a:r>
            <a:endParaRPr lang="en-US" sz="897" dirty="0"/>
          </a:p>
        </p:txBody>
      </p:sp>
      <p:sp>
        <p:nvSpPr>
          <p:cNvPr id="53" name="Shape 51">
            <a:extLst>
              <a:ext uri="{FF2B5EF4-FFF2-40B4-BE49-F238E27FC236}">
                <a16:creationId xmlns:a16="http://schemas.microsoft.com/office/drawing/2014/main" id="{9D3CB228-D6A8-8812-887C-D456E181FB36}"/>
              </a:ext>
            </a:extLst>
          </p:cNvPr>
          <p:cNvSpPr/>
          <p:nvPr/>
        </p:nvSpPr>
        <p:spPr>
          <a:xfrm>
            <a:off x="5481828" y="1962807"/>
            <a:ext cx="530352" cy="182249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54" name="Text 52">
            <a:extLst>
              <a:ext uri="{FF2B5EF4-FFF2-40B4-BE49-F238E27FC236}">
                <a16:creationId xmlns:a16="http://schemas.microsoft.com/office/drawing/2014/main" id="{1D5ECC21-96E7-212A-1F5A-427F68335EC2}"/>
              </a:ext>
            </a:extLst>
          </p:cNvPr>
          <p:cNvSpPr/>
          <p:nvPr/>
        </p:nvSpPr>
        <p:spPr>
          <a:xfrm>
            <a:off x="5504688" y="1967379"/>
            <a:ext cx="484632" cy="1731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7B3C5E"/>
                </a:solidFill>
              </a:rPr>
              <a:t>2</a:t>
            </a:r>
            <a:endParaRPr lang="en-US" sz="897" dirty="0"/>
          </a:p>
        </p:txBody>
      </p:sp>
      <p:sp>
        <p:nvSpPr>
          <p:cNvPr id="55" name="Shape 53">
            <a:extLst>
              <a:ext uri="{FF2B5EF4-FFF2-40B4-BE49-F238E27FC236}">
                <a16:creationId xmlns:a16="http://schemas.microsoft.com/office/drawing/2014/main" id="{5CD1154A-82A9-611A-6D80-E8F0112125C8}"/>
              </a:ext>
            </a:extLst>
          </p:cNvPr>
          <p:cNvSpPr/>
          <p:nvPr/>
        </p:nvSpPr>
        <p:spPr>
          <a:xfrm>
            <a:off x="502920" y="2145056"/>
            <a:ext cx="475488" cy="182249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56" name="Text 54">
            <a:extLst>
              <a:ext uri="{FF2B5EF4-FFF2-40B4-BE49-F238E27FC236}">
                <a16:creationId xmlns:a16="http://schemas.microsoft.com/office/drawing/2014/main" id="{D735352E-4653-CFB9-CEFC-524074692320}"/>
              </a:ext>
            </a:extLst>
          </p:cNvPr>
          <p:cNvSpPr/>
          <p:nvPr/>
        </p:nvSpPr>
        <p:spPr>
          <a:xfrm>
            <a:off x="525780" y="2149628"/>
            <a:ext cx="429768" cy="1731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>
                <a:solidFill>
                  <a:srgbClr val="543443"/>
                </a:solidFill>
              </a:rPr>
              <a:t>6</a:t>
            </a:r>
            <a:endParaRPr lang="en-US" sz="897" dirty="0"/>
          </a:p>
        </p:txBody>
      </p:sp>
      <p:sp>
        <p:nvSpPr>
          <p:cNvPr id="57" name="Shape 55">
            <a:extLst>
              <a:ext uri="{FF2B5EF4-FFF2-40B4-BE49-F238E27FC236}">
                <a16:creationId xmlns:a16="http://schemas.microsoft.com/office/drawing/2014/main" id="{883E3C4C-FA27-BCA7-FBF4-54DFAC9550E3}"/>
              </a:ext>
            </a:extLst>
          </p:cNvPr>
          <p:cNvSpPr/>
          <p:nvPr/>
        </p:nvSpPr>
        <p:spPr>
          <a:xfrm>
            <a:off x="978408" y="2145056"/>
            <a:ext cx="3881628" cy="182249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58" name="Text 56">
            <a:extLst>
              <a:ext uri="{FF2B5EF4-FFF2-40B4-BE49-F238E27FC236}">
                <a16:creationId xmlns:a16="http://schemas.microsoft.com/office/drawing/2014/main" id="{BF735B94-D6A4-5745-7BC2-556A0AA9F306}"/>
              </a:ext>
            </a:extLst>
          </p:cNvPr>
          <p:cNvSpPr/>
          <p:nvPr/>
        </p:nvSpPr>
        <p:spPr>
          <a:xfrm>
            <a:off x="1001268" y="2149628"/>
            <a:ext cx="3835908" cy="1731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>
                <a:solidFill>
                  <a:srgbClr val="543443"/>
                </a:solidFill>
              </a:rPr>
              <a:t>王慧雯</a:t>
            </a:r>
            <a:endParaRPr lang="en-US" sz="897" dirty="0"/>
          </a:p>
        </p:txBody>
      </p:sp>
      <p:sp>
        <p:nvSpPr>
          <p:cNvPr id="59" name="Shape 57">
            <a:extLst>
              <a:ext uri="{FF2B5EF4-FFF2-40B4-BE49-F238E27FC236}">
                <a16:creationId xmlns:a16="http://schemas.microsoft.com/office/drawing/2014/main" id="{F7AFBEB0-F73D-B404-599F-CF7D48F923B5}"/>
              </a:ext>
            </a:extLst>
          </p:cNvPr>
          <p:cNvSpPr/>
          <p:nvPr/>
        </p:nvSpPr>
        <p:spPr>
          <a:xfrm>
            <a:off x="4860036" y="2145056"/>
            <a:ext cx="621792" cy="182249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60" name="Text 58">
            <a:extLst>
              <a:ext uri="{FF2B5EF4-FFF2-40B4-BE49-F238E27FC236}">
                <a16:creationId xmlns:a16="http://schemas.microsoft.com/office/drawing/2014/main" id="{28B03FAB-EA77-4229-9B1B-C933722B6E4E}"/>
              </a:ext>
            </a:extLst>
          </p:cNvPr>
          <p:cNvSpPr/>
          <p:nvPr/>
        </p:nvSpPr>
        <p:spPr>
          <a:xfrm>
            <a:off x="4882896" y="2149628"/>
            <a:ext cx="576072" cy="1731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>
                <a:solidFill>
                  <a:srgbClr val="543443"/>
                </a:solidFill>
              </a:rPr>
              <a:t>仁德</a:t>
            </a:r>
            <a:endParaRPr lang="en-US" sz="897" dirty="0"/>
          </a:p>
        </p:txBody>
      </p:sp>
      <p:sp>
        <p:nvSpPr>
          <p:cNvPr id="61" name="Shape 59">
            <a:extLst>
              <a:ext uri="{FF2B5EF4-FFF2-40B4-BE49-F238E27FC236}">
                <a16:creationId xmlns:a16="http://schemas.microsoft.com/office/drawing/2014/main" id="{D9A65C15-813B-AABC-DB2A-BCD901A5EB7B}"/>
              </a:ext>
            </a:extLst>
          </p:cNvPr>
          <p:cNvSpPr/>
          <p:nvPr/>
        </p:nvSpPr>
        <p:spPr>
          <a:xfrm>
            <a:off x="5481828" y="2145056"/>
            <a:ext cx="530352" cy="182249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62" name="Text 60">
            <a:extLst>
              <a:ext uri="{FF2B5EF4-FFF2-40B4-BE49-F238E27FC236}">
                <a16:creationId xmlns:a16="http://schemas.microsoft.com/office/drawing/2014/main" id="{5CB84F18-8D16-1D0B-8659-BC85D6B14ADE}"/>
              </a:ext>
            </a:extLst>
          </p:cNvPr>
          <p:cNvSpPr/>
          <p:nvPr/>
        </p:nvSpPr>
        <p:spPr>
          <a:xfrm>
            <a:off x="5504688" y="2149628"/>
            <a:ext cx="484632" cy="1731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7B3C5E"/>
                </a:solidFill>
              </a:rPr>
              <a:t>4</a:t>
            </a:r>
            <a:endParaRPr lang="en-US" sz="897" dirty="0"/>
          </a:p>
        </p:txBody>
      </p:sp>
      <p:sp>
        <p:nvSpPr>
          <p:cNvPr id="63" name="Shape 61">
            <a:extLst>
              <a:ext uri="{FF2B5EF4-FFF2-40B4-BE49-F238E27FC236}">
                <a16:creationId xmlns:a16="http://schemas.microsoft.com/office/drawing/2014/main" id="{71917C60-1EB2-1449-C1BC-EC9DB4DF5DCF}"/>
              </a:ext>
            </a:extLst>
          </p:cNvPr>
          <p:cNvSpPr/>
          <p:nvPr/>
        </p:nvSpPr>
        <p:spPr>
          <a:xfrm>
            <a:off x="502920" y="2327306"/>
            <a:ext cx="475488" cy="182249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64" name="Text 62">
            <a:extLst>
              <a:ext uri="{FF2B5EF4-FFF2-40B4-BE49-F238E27FC236}">
                <a16:creationId xmlns:a16="http://schemas.microsoft.com/office/drawing/2014/main" id="{0F88C86E-6C94-A660-E434-B55AC28CE4BB}"/>
              </a:ext>
            </a:extLst>
          </p:cNvPr>
          <p:cNvSpPr/>
          <p:nvPr/>
        </p:nvSpPr>
        <p:spPr>
          <a:xfrm>
            <a:off x="525780" y="2331878"/>
            <a:ext cx="429768" cy="1731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>
                <a:solidFill>
                  <a:srgbClr val="543443"/>
                </a:solidFill>
              </a:rPr>
              <a:t>7</a:t>
            </a:r>
            <a:endParaRPr lang="en-US" sz="897" dirty="0"/>
          </a:p>
        </p:txBody>
      </p:sp>
      <p:sp>
        <p:nvSpPr>
          <p:cNvPr id="65" name="Shape 63">
            <a:extLst>
              <a:ext uri="{FF2B5EF4-FFF2-40B4-BE49-F238E27FC236}">
                <a16:creationId xmlns:a16="http://schemas.microsoft.com/office/drawing/2014/main" id="{21146D1E-4A55-9B1D-A1BD-0353C55731D9}"/>
              </a:ext>
            </a:extLst>
          </p:cNvPr>
          <p:cNvSpPr/>
          <p:nvPr/>
        </p:nvSpPr>
        <p:spPr>
          <a:xfrm>
            <a:off x="978408" y="2327306"/>
            <a:ext cx="3881628" cy="182249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66" name="Text 64">
            <a:extLst>
              <a:ext uri="{FF2B5EF4-FFF2-40B4-BE49-F238E27FC236}">
                <a16:creationId xmlns:a16="http://schemas.microsoft.com/office/drawing/2014/main" id="{932F99A6-E329-4043-D2EC-B86D3394018D}"/>
              </a:ext>
            </a:extLst>
          </p:cNvPr>
          <p:cNvSpPr/>
          <p:nvPr/>
        </p:nvSpPr>
        <p:spPr>
          <a:xfrm>
            <a:off x="1001268" y="2331878"/>
            <a:ext cx="3835908" cy="1731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>
                <a:solidFill>
                  <a:srgbClr val="543443"/>
                </a:solidFill>
              </a:rPr>
              <a:t>劉慶宗</a:t>
            </a:r>
            <a:endParaRPr lang="en-US" sz="897" dirty="0"/>
          </a:p>
        </p:txBody>
      </p:sp>
      <p:sp>
        <p:nvSpPr>
          <p:cNvPr id="67" name="Shape 65">
            <a:extLst>
              <a:ext uri="{FF2B5EF4-FFF2-40B4-BE49-F238E27FC236}">
                <a16:creationId xmlns:a16="http://schemas.microsoft.com/office/drawing/2014/main" id="{7CCBF4DD-6FDE-E358-8221-F60E86F33357}"/>
              </a:ext>
            </a:extLst>
          </p:cNvPr>
          <p:cNvSpPr/>
          <p:nvPr/>
        </p:nvSpPr>
        <p:spPr>
          <a:xfrm>
            <a:off x="4860036" y="2327306"/>
            <a:ext cx="621792" cy="182249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68" name="Text 66">
            <a:extLst>
              <a:ext uri="{FF2B5EF4-FFF2-40B4-BE49-F238E27FC236}">
                <a16:creationId xmlns:a16="http://schemas.microsoft.com/office/drawing/2014/main" id="{2A97849F-B5A3-897A-9801-EA7991E535D3}"/>
              </a:ext>
            </a:extLst>
          </p:cNvPr>
          <p:cNvSpPr/>
          <p:nvPr/>
        </p:nvSpPr>
        <p:spPr>
          <a:xfrm>
            <a:off x="4882896" y="2331878"/>
            <a:ext cx="576072" cy="1731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>
                <a:solidFill>
                  <a:srgbClr val="543443"/>
                </a:solidFill>
              </a:rPr>
              <a:t>仁德</a:t>
            </a:r>
            <a:endParaRPr lang="en-US" sz="897" dirty="0"/>
          </a:p>
        </p:txBody>
      </p:sp>
      <p:sp>
        <p:nvSpPr>
          <p:cNvPr id="69" name="Shape 67">
            <a:extLst>
              <a:ext uri="{FF2B5EF4-FFF2-40B4-BE49-F238E27FC236}">
                <a16:creationId xmlns:a16="http://schemas.microsoft.com/office/drawing/2014/main" id="{2EEB4016-F32B-1D33-2188-A8FCCA93D399}"/>
              </a:ext>
            </a:extLst>
          </p:cNvPr>
          <p:cNvSpPr/>
          <p:nvPr/>
        </p:nvSpPr>
        <p:spPr>
          <a:xfrm>
            <a:off x="5481828" y="2327306"/>
            <a:ext cx="530352" cy="182249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70" name="Text 68">
            <a:extLst>
              <a:ext uri="{FF2B5EF4-FFF2-40B4-BE49-F238E27FC236}">
                <a16:creationId xmlns:a16="http://schemas.microsoft.com/office/drawing/2014/main" id="{A53CD1E5-067B-E583-8371-45B95015B4B7}"/>
              </a:ext>
            </a:extLst>
          </p:cNvPr>
          <p:cNvSpPr/>
          <p:nvPr/>
        </p:nvSpPr>
        <p:spPr>
          <a:xfrm>
            <a:off x="5504688" y="2331878"/>
            <a:ext cx="484632" cy="1731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7B3C5E"/>
                </a:solidFill>
              </a:rPr>
              <a:t>2</a:t>
            </a:r>
            <a:endParaRPr lang="en-US" sz="897" dirty="0"/>
          </a:p>
        </p:txBody>
      </p:sp>
      <p:sp>
        <p:nvSpPr>
          <p:cNvPr id="71" name="Shape 69">
            <a:extLst>
              <a:ext uri="{FF2B5EF4-FFF2-40B4-BE49-F238E27FC236}">
                <a16:creationId xmlns:a16="http://schemas.microsoft.com/office/drawing/2014/main" id="{6A88A714-3CA4-45CB-0AED-327C7F22717D}"/>
              </a:ext>
            </a:extLst>
          </p:cNvPr>
          <p:cNvSpPr/>
          <p:nvPr/>
        </p:nvSpPr>
        <p:spPr>
          <a:xfrm>
            <a:off x="502920" y="2509555"/>
            <a:ext cx="475488" cy="182249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72" name="Text 70">
            <a:extLst>
              <a:ext uri="{FF2B5EF4-FFF2-40B4-BE49-F238E27FC236}">
                <a16:creationId xmlns:a16="http://schemas.microsoft.com/office/drawing/2014/main" id="{7CCED6F6-8C04-C890-B8AC-FA8665A96A88}"/>
              </a:ext>
            </a:extLst>
          </p:cNvPr>
          <p:cNvSpPr/>
          <p:nvPr/>
        </p:nvSpPr>
        <p:spPr>
          <a:xfrm>
            <a:off x="525780" y="2514127"/>
            <a:ext cx="429768" cy="1731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>
                <a:solidFill>
                  <a:srgbClr val="543443"/>
                </a:solidFill>
              </a:rPr>
              <a:t>8</a:t>
            </a:r>
            <a:endParaRPr lang="en-US" sz="897" dirty="0"/>
          </a:p>
        </p:txBody>
      </p:sp>
      <p:sp>
        <p:nvSpPr>
          <p:cNvPr id="73" name="Shape 71">
            <a:extLst>
              <a:ext uri="{FF2B5EF4-FFF2-40B4-BE49-F238E27FC236}">
                <a16:creationId xmlns:a16="http://schemas.microsoft.com/office/drawing/2014/main" id="{7FEBBE84-7258-5C57-F3E4-3EF03540A7D3}"/>
              </a:ext>
            </a:extLst>
          </p:cNvPr>
          <p:cNvSpPr/>
          <p:nvPr/>
        </p:nvSpPr>
        <p:spPr>
          <a:xfrm>
            <a:off x="978408" y="2509555"/>
            <a:ext cx="3881628" cy="182249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74" name="Text 72">
            <a:extLst>
              <a:ext uri="{FF2B5EF4-FFF2-40B4-BE49-F238E27FC236}">
                <a16:creationId xmlns:a16="http://schemas.microsoft.com/office/drawing/2014/main" id="{3E5661F6-46D9-6F19-BA74-A5DAFDC6BD4F}"/>
              </a:ext>
            </a:extLst>
          </p:cNvPr>
          <p:cNvSpPr/>
          <p:nvPr/>
        </p:nvSpPr>
        <p:spPr>
          <a:xfrm>
            <a:off x="1001268" y="2514127"/>
            <a:ext cx="3835908" cy="1731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>
                <a:solidFill>
                  <a:srgbClr val="543443"/>
                </a:solidFill>
              </a:rPr>
              <a:t>鄭玉琴</a:t>
            </a:r>
            <a:endParaRPr lang="en-US" sz="897" dirty="0"/>
          </a:p>
        </p:txBody>
      </p:sp>
      <p:sp>
        <p:nvSpPr>
          <p:cNvPr id="75" name="Shape 73">
            <a:extLst>
              <a:ext uri="{FF2B5EF4-FFF2-40B4-BE49-F238E27FC236}">
                <a16:creationId xmlns:a16="http://schemas.microsoft.com/office/drawing/2014/main" id="{701A5A9C-6C3F-57A9-287E-307EA9F5BAED}"/>
              </a:ext>
            </a:extLst>
          </p:cNvPr>
          <p:cNvSpPr/>
          <p:nvPr/>
        </p:nvSpPr>
        <p:spPr>
          <a:xfrm>
            <a:off x="4860036" y="2509555"/>
            <a:ext cx="621792" cy="182249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76" name="Text 74">
            <a:extLst>
              <a:ext uri="{FF2B5EF4-FFF2-40B4-BE49-F238E27FC236}">
                <a16:creationId xmlns:a16="http://schemas.microsoft.com/office/drawing/2014/main" id="{0B0B7E96-1339-AD7D-0E9F-E49AD47B11C3}"/>
              </a:ext>
            </a:extLst>
          </p:cNvPr>
          <p:cNvSpPr/>
          <p:nvPr/>
        </p:nvSpPr>
        <p:spPr>
          <a:xfrm>
            <a:off x="4882896" y="2514127"/>
            <a:ext cx="576072" cy="1731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>
                <a:solidFill>
                  <a:srgbClr val="543443"/>
                </a:solidFill>
              </a:rPr>
              <a:t>仁德</a:t>
            </a:r>
            <a:endParaRPr lang="en-US" sz="897" dirty="0"/>
          </a:p>
        </p:txBody>
      </p:sp>
      <p:sp>
        <p:nvSpPr>
          <p:cNvPr id="77" name="Shape 75">
            <a:extLst>
              <a:ext uri="{FF2B5EF4-FFF2-40B4-BE49-F238E27FC236}">
                <a16:creationId xmlns:a16="http://schemas.microsoft.com/office/drawing/2014/main" id="{643C6E2E-3F9A-A6C2-921A-D891E07616D5}"/>
              </a:ext>
            </a:extLst>
          </p:cNvPr>
          <p:cNvSpPr/>
          <p:nvPr/>
        </p:nvSpPr>
        <p:spPr>
          <a:xfrm>
            <a:off x="5481828" y="2509555"/>
            <a:ext cx="530352" cy="182249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78" name="Text 76">
            <a:extLst>
              <a:ext uri="{FF2B5EF4-FFF2-40B4-BE49-F238E27FC236}">
                <a16:creationId xmlns:a16="http://schemas.microsoft.com/office/drawing/2014/main" id="{B13B1AF0-97C2-9E91-D138-8BCE26110E2B}"/>
              </a:ext>
            </a:extLst>
          </p:cNvPr>
          <p:cNvSpPr/>
          <p:nvPr/>
        </p:nvSpPr>
        <p:spPr>
          <a:xfrm>
            <a:off x="5504688" y="2514127"/>
            <a:ext cx="484632" cy="1731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7B3C5E"/>
                </a:solidFill>
              </a:rPr>
              <a:t>2</a:t>
            </a:r>
            <a:endParaRPr lang="en-US" sz="897" dirty="0"/>
          </a:p>
        </p:txBody>
      </p:sp>
      <p:sp>
        <p:nvSpPr>
          <p:cNvPr id="79" name="Shape 77">
            <a:extLst>
              <a:ext uri="{FF2B5EF4-FFF2-40B4-BE49-F238E27FC236}">
                <a16:creationId xmlns:a16="http://schemas.microsoft.com/office/drawing/2014/main" id="{FD4C45BC-93BE-B9FE-DE86-B5A836455D4E}"/>
              </a:ext>
            </a:extLst>
          </p:cNvPr>
          <p:cNvSpPr/>
          <p:nvPr/>
        </p:nvSpPr>
        <p:spPr>
          <a:xfrm>
            <a:off x="502920" y="2691804"/>
            <a:ext cx="475488" cy="182249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80" name="Text 78">
            <a:extLst>
              <a:ext uri="{FF2B5EF4-FFF2-40B4-BE49-F238E27FC236}">
                <a16:creationId xmlns:a16="http://schemas.microsoft.com/office/drawing/2014/main" id="{0414BC45-B9B3-5EB0-FA7B-E9E59BE7C5B2}"/>
              </a:ext>
            </a:extLst>
          </p:cNvPr>
          <p:cNvSpPr/>
          <p:nvPr/>
        </p:nvSpPr>
        <p:spPr>
          <a:xfrm>
            <a:off x="525780" y="2696376"/>
            <a:ext cx="429768" cy="1731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>
                <a:solidFill>
                  <a:srgbClr val="543443"/>
                </a:solidFill>
              </a:rPr>
              <a:t>9</a:t>
            </a:r>
            <a:endParaRPr lang="en-US" sz="897" dirty="0"/>
          </a:p>
        </p:txBody>
      </p:sp>
      <p:sp>
        <p:nvSpPr>
          <p:cNvPr id="81" name="Shape 79">
            <a:extLst>
              <a:ext uri="{FF2B5EF4-FFF2-40B4-BE49-F238E27FC236}">
                <a16:creationId xmlns:a16="http://schemas.microsoft.com/office/drawing/2014/main" id="{A44B436B-2831-A934-8608-317E96AC4969}"/>
              </a:ext>
            </a:extLst>
          </p:cNvPr>
          <p:cNvSpPr/>
          <p:nvPr/>
        </p:nvSpPr>
        <p:spPr>
          <a:xfrm>
            <a:off x="978408" y="2691804"/>
            <a:ext cx="3881628" cy="182249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82" name="Text 80">
            <a:extLst>
              <a:ext uri="{FF2B5EF4-FFF2-40B4-BE49-F238E27FC236}">
                <a16:creationId xmlns:a16="http://schemas.microsoft.com/office/drawing/2014/main" id="{3860CB58-075C-CA69-3931-8215FA94F608}"/>
              </a:ext>
            </a:extLst>
          </p:cNvPr>
          <p:cNvSpPr/>
          <p:nvPr/>
        </p:nvSpPr>
        <p:spPr>
          <a:xfrm>
            <a:off x="1001268" y="2696376"/>
            <a:ext cx="3835908" cy="1731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 err="1">
                <a:solidFill>
                  <a:srgbClr val="543443"/>
                </a:solidFill>
              </a:rPr>
              <a:t>王慧雲</a:t>
            </a:r>
            <a:endParaRPr lang="en-US" sz="897" dirty="0"/>
          </a:p>
        </p:txBody>
      </p:sp>
      <p:sp>
        <p:nvSpPr>
          <p:cNvPr id="83" name="Shape 81">
            <a:extLst>
              <a:ext uri="{FF2B5EF4-FFF2-40B4-BE49-F238E27FC236}">
                <a16:creationId xmlns:a16="http://schemas.microsoft.com/office/drawing/2014/main" id="{817FCF16-153E-760D-0CAC-25106D06F44F}"/>
              </a:ext>
            </a:extLst>
          </p:cNvPr>
          <p:cNvSpPr/>
          <p:nvPr/>
        </p:nvSpPr>
        <p:spPr>
          <a:xfrm>
            <a:off x="4860036" y="2691804"/>
            <a:ext cx="621792" cy="182249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84" name="Text 82">
            <a:extLst>
              <a:ext uri="{FF2B5EF4-FFF2-40B4-BE49-F238E27FC236}">
                <a16:creationId xmlns:a16="http://schemas.microsoft.com/office/drawing/2014/main" id="{9E9F7F68-9265-61C3-D570-BD393681B6B5}"/>
              </a:ext>
            </a:extLst>
          </p:cNvPr>
          <p:cNvSpPr/>
          <p:nvPr/>
        </p:nvSpPr>
        <p:spPr>
          <a:xfrm>
            <a:off x="4882896" y="2696376"/>
            <a:ext cx="576072" cy="1731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>
                <a:solidFill>
                  <a:srgbClr val="543443"/>
                </a:solidFill>
              </a:rPr>
              <a:t>仁德</a:t>
            </a:r>
            <a:endParaRPr lang="en-US" sz="897" dirty="0"/>
          </a:p>
        </p:txBody>
      </p:sp>
      <p:sp>
        <p:nvSpPr>
          <p:cNvPr id="85" name="Shape 83">
            <a:extLst>
              <a:ext uri="{FF2B5EF4-FFF2-40B4-BE49-F238E27FC236}">
                <a16:creationId xmlns:a16="http://schemas.microsoft.com/office/drawing/2014/main" id="{0CBDF3A7-D9B2-0C32-221E-198527BAF0FA}"/>
              </a:ext>
            </a:extLst>
          </p:cNvPr>
          <p:cNvSpPr/>
          <p:nvPr/>
        </p:nvSpPr>
        <p:spPr>
          <a:xfrm>
            <a:off x="5481828" y="2691804"/>
            <a:ext cx="530352" cy="182249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86" name="Text 84">
            <a:extLst>
              <a:ext uri="{FF2B5EF4-FFF2-40B4-BE49-F238E27FC236}">
                <a16:creationId xmlns:a16="http://schemas.microsoft.com/office/drawing/2014/main" id="{79290E97-71EF-4BE6-1AF5-3D8AA0A6D44B}"/>
              </a:ext>
            </a:extLst>
          </p:cNvPr>
          <p:cNvSpPr/>
          <p:nvPr/>
        </p:nvSpPr>
        <p:spPr>
          <a:xfrm>
            <a:off x="5504688" y="2696376"/>
            <a:ext cx="484632" cy="1731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7B3C5E"/>
                </a:solidFill>
              </a:rPr>
              <a:t>2</a:t>
            </a:r>
            <a:endParaRPr lang="en-US" sz="897" dirty="0"/>
          </a:p>
        </p:txBody>
      </p:sp>
      <p:sp>
        <p:nvSpPr>
          <p:cNvPr id="87" name="Shape 85">
            <a:extLst>
              <a:ext uri="{FF2B5EF4-FFF2-40B4-BE49-F238E27FC236}">
                <a16:creationId xmlns:a16="http://schemas.microsoft.com/office/drawing/2014/main" id="{15B65F38-251F-4C94-62D7-F33EDE52461E}"/>
              </a:ext>
            </a:extLst>
          </p:cNvPr>
          <p:cNvSpPr/>
          <p:nvPr/>
        </p:nvSpPr>
        <p:spPr>
          <a:xfrm>
            <a:off x="502920" y="2874054"/>
            <a:ext cx="475488" cy="182249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88" name="Text 86">
            <a:extLst>
              <a:ext uri="{FF2B5EF4-FFF2-40B4-BE49-F238E27FC236}">
                <a16:creationId xmlns:a16="http://schemas.microsoft.com/office/drawing/2014/main" id="{61283C75-7D6F-19AE-5AB2-028F94E2FF95}"/>
              </a:ext>
            </a:extLst>
          </p:cNvPr>
          <p:cNvSpPr/>
          <p:nvPr/>
        </p:nvSpPr>
        <p:spPr>
          <a:xfrm>
            <a:off x="525780" y="2878626"/>
            <a:ext cx="429768" cy="1731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>
                <a:solidFill>
                  <a:srgbClr val="543443"/>
                </a:solidFill>
              </a:rPr>
              <a:t>10</a:t>
            </a:r>
            <a:endParaRPr lang="en-US" sz="897" dirty="0"/>
          </a:p>
        </p:txBody>
      </p:sp>
      <p:sp>
        <p:nvSpPr>
          <p:cNvPr id="89" name="Shape 87">
            <a:extLst>
              <a:ext uri="{FF2B5EF4-FFF2-40B4-BE49-F238E27FC236}">
                <a16:creationId xmlns:a16="http://schemas.microsoft.com/office/drawing/2014/main" id="{5AFF1814-515B-A9EC-D886-78ADA2B1E2AF}"/>
              </a:ext>
            </a:extLst>
          </p:cNvPr>
          <p:cNvSpPr/>
          <p:nvPr/>
        </p:nvSpPr>
        <p:spPr>
          <a:xfrm>
            <a:off x="978408" y="2874054"/>
            <a:ext cx="3881628" cy="182249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90" name="Text 88">
            <a:extLst>
              <a:ext uri="{FF2B5EF4-FFF2-40B4-BE49-F238E27FC236}">
                <a16:creationId xmlns:a16="http://schemas.microsoft.com/office/drawing/2014/main" id="{AF42CEDE-0D86-5F79-4A5F-655BCDC9AC30}"/>
              </a:ext>
            </a:extLst>
          </p:cNvPr>
          <p:cNvSpPr/>
          <p:nvPr/>
        </p:nvSpPr>
        <p:spPr>
          <a:xfrm>
            <a:off x="1001268" y="2878626"/>
            <a:ext cx="3835908" cy="1731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>
                <a:solidFill>
                  <a:srgbClr val="543443"/>
                </a:solidFill>
              </a:rPr>
              <a:t>葉素秋</a:t>
            </a:r>
            <a:endParaRPr lang="en-US" sz="897" dirty="0"/>
          </a:p>
        </p:txBody>
      </p:sp>
      <p:sp>
        <p:nvSpPr>
          <p:cNvPr id="91" name="Shape 89">
            <a:extLst>
              <a:ext uri="{FF2B5EF4-FFF2-40B4-BE49-F238E27FC236}">
                <a16:creationId xmlns:a16="http://schemas.microsoft.com/office/drawing/2014/main" id="{39387AF4-E2A0-0FA0-6EA1-5D627AE4E1B6}"/>
              </a:ext>
            </a:extLst>
          </p:cNvPr>
          <p:cNvSpPr/>
          <p:nvPr/>
        </p:nvSpPr>
        <p:spPr>
          <a:xfrm>
            <a:off x="4860036" y="2874054"/>
            <a:ext cx="621792" cy="182249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92" name="Text 90">
            <a:extLst>
              <a:ext uri="{FF2B5EF4-FFF2-40B4-BE49-F238E27FC236}">
                <a16:creationId xmlns:a16="http://schemas.microsoft.com/office/drawing/2014/main" id="{996503F9-8624-B86E-D386-EBCD985E1973}"/>
              </a:ext>
            </a:extLst>
          </p:cNvPr>
          <p:cNvSpPr/>
          <p:nvPr/>
        </p:nvSpPr>
        <p:spPr>
          <a:xfrm>
            <a:off x="4882896" y="2878626"/>
            <a:ext cx="576072" cy="1731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>
                <a:solidFill>
                  <a:srgbClr val="543443"/>
                </a:solidFill>
              </a:rPr>
              <a:t>仁德</a:t>
            </a:r>
            <a:endParaRPr lang="en-US" sz="897" dirty="0"/>
          </a:p>
        </p:txBody>
      </p:sp>
      <p:sp>
        <p:nvSpPr>
          <p:cNvPr id="93" name="Shape 91">
            <a:extLst>
              <a:ext uri="{FF2B5EF4-FFF2-40B4-BE49-F238E27FC236}">
                <a16:creationId xmlns:a16="http://schemas.microsoft.com/office/drawing/2014/main" id="{42865319-7913-AE21-8486-5370BE5099F2}"/>
              </a:ext>
            </a:extLst>
          </p:cNvPr>
          <p:cNvSpPr/>
          <p:nvPr/>
        </p:nvSpPr>
        <p:spPr>
          <a:xfrm>
            <a:off x="5481828" y="2874054"/>
            <a:ext cx="530352" cy="182249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94" name="Text 92">
            <a:extLst>
              <a:ext uri="{FF2B5EF4-FFF2-40B4-BE49-F238E27FC236}">
                <a16:creationId xmlns:a16="http://schemas.microsoft.com/office/drawing/2014/main" id="{2EE5C8EB-52AD-A750-E964-98AC63B768D6}"/>
              </a:ext>
            </a:extLst>
          </p:cNvPr>
          <p:cNvSpPr/>
          <p:nvPr/>
        </p:nvSpPr>
        <p:spPr>
          <a:xfrm>
            <a:off x="5504688" y="2878626"/>
            <a:ext cx="484632" cy="1731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7B3C5E"/>
                </a:solidFill>
              </a:rPr>
              <a:t>2</a:t>
            </a:r>
            <a:endParaRPr lang="en-US" sz="897" dirty="0"/>
          </a:p>
        </p:txBody>
      </p:sp>
      <p:sp>
        <p:nvSpPr>
          <p:cNvPr id="95" name="Shape 93">
            <a:extLst>
              <a:ext uri="{FF2B5EF4-FFF2-40B4-BE49-F238E27FC236}">
                <a16:creationId xmlns:a16="http://schemas.microsoft.com/office/drawing/2014/main" id="{A9123755-294D-BE0A-69FC-BEE52E91D983}"/>
              </a:ext>
            </a:extLst>
          </p:cNvPr>
          <p:cNvSpPr/>
          <p:nvPr/>
        </p:nvSpPr>
        <p:spPr>
          <a:xfrm>
            <a:off x="502920" y="3056303"/>
            <a:ext cx="475488" cy="182249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96" name="Text 94">
            <a:extLst>
              <a:ext uri="{FF2B5EF4-FFF2-40B4-BE49-F238E27FC236}">
                <a16:creationId xmlns:a16="http://schemas.microsoft.com/office/drawing/2014/main" id="{A64EA2AE-C6F2-C322-186B-2B6B5A87A0DC}"/>
              </a:ext>
            </a:extLst>
          </p:cNvPr>
          <p:cNvSpPr/>
          <p:nvPr/>
        </p:nvSpPr>
        <p:spPr>
          <a:xfrm>
            <a:off x="525780" y="3060875"/>
            <a:ext cx="429768" cy="1731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>
                <a:solidFill>
                  <a:srgbClr val="543443"/>
                </a:solidFill>
              </a:rPr>
              <a:t>11</a:t>
            </a:r>
            <a:endParaRPr lang="en-US" sz="897" dirty="0"/>
          </a:p>
        </p:txBody>
      </p:sp>
      <p:sp>
        <p:nvSpPr>
          <p:cNvPr id="97" name="Shape 95">
            <a:extLst>
              <a:ext uri="{FF2B5EF4-FFF2-40B4-BE49-F238E27FC236}">
                <a16:creationId xmlns:a16="http://schemas.microsoft.com/office/drawing/2014/main" id="{1507584E-E369-569D-4CBF-1D0ADC94A40F}"/>
              </a:ext>
            </a:extLst>
          </p:cNvPr>
          <p:cNvSpPr/>
          <p:nvPr/>
        </p:nvSpPr>
        <p:spPr>
          <a:xfrm>
            <a:off x="978408" y="3056303"/>
            <a:ext cx="3881628" cy="182249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98" name="Text 96">
            <a:extLst>
              <a:ext uri="{FF2B5EF4-FFF2-40B4-BE49-F238E27FC236}">
                <a16:creationId xmlns:a16="http://schemas.microsoft.com/office/drawing/2014/main" id="{7D338F00-E0D4-1DBF-522E-369907A5E308}"/>
              </a:ext>
            </a:extLst>
          </p:cNvPr>
          <p:cNvSpPr/>
          <p:nvPr/>
        </p:nvSpPr>
        <p:spPr>
          <a:xfrm>
            <a:off x="1001268" y="3060875"/>
            <a:ext cx="3835908" cy="1731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>
                <a:solidFill>
                  <a:srgbClr val="543443"/>
                </a:solidFill>
              </a:rPr>
              <a:t>張量治</a:t>
            </a:r>
            <a:endParaRPr lang="en-US" sz="897" dirty="0"/>
          </a:p>
        </p:txBody>
      </p:sp>
      <p:sp>
        <p:nvSpPr>
          <p:cNvPr id="99" name="Shape 97">
            <a:extLst>
              <a:ext uri="{FF2B5EF4-FFF2-40B4-BE49-F238E27FC236}">
                <a16:creationId xmlns:a16="http://schemas.microsoft.com/office/drawing/2014/main" id="{A3263A47-C7F1-98E4-8EC3-1317424587D5}"/>
              </a:ext>
            </a:extLst>
          </p:cNvPr>
          <p:cNvSpPr/>
          <p:nvPr/>
        </p:nvSpPr>
        <p:spPr>
          <a:xfrm>
            <a:off x="4860036" y="3056303"/>
            <a:ext cx="621792" cy="182249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00" name="Text 98">
            <a:extLst>
              <a:ext uri="{FF2B5EF4-FFF2-40B4-BE49-F238E27FC236}">
                <a16:creationId xmlns:a16="http://schemas.microsoft.com/office/drawing/2014/main" id="{4DF7D14D-0B8A-2F6E-84FD-0654D9A41F8A}"/>
              </a:ext>
            </a:extLst>
          </p:cNvPr>
          <p:cNvSpPr/>
          <p:nvPr/>
        </p:nvSpPr>
        <p:spPr>
          <a:xfrm>
            <a:off x="4882896" y="3060875"/>
            <a:ext cx="576072" cy="1731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>
                <a:solidFill>
                  <a:srgbClr val="543443"/>
                </a:solidFill>
              </a:rPr>
              <a:t>仁德</a:t>
            </a:r>
            <a:endParaRPr lang="en-US" sz="897" dirty="0"/>
          </a:p>
        </p:txBody>
      </p:sp>
      <p:sp>
        <p:nvSpPr>
          <p:cNvPr id="101" name="Shape 99">
            <a:extLst>
              <a:ext uri="{FF2B5EF4-FFF2-40B4-BE49-F238E27FC236}">
                <a16:creationId xmlns:a16="http://schemas.microsoft.com/office/drawing/2014/main" id="{B3F1CF22-9033-29E4-F71A-292AD0E2DAA6}"/>
              </a:ext>
            </a:extLst>
          </p:cNvPr>
          <p:cNvSpPr/>
          <p:nvPr/>
        </p:nvSpPr>
        <p:spPr>
          <a:xfrm>
            <a:off x="5481828" y="3056303"/>
            <a:ext cx="530352" cy="182249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02" name="Text 100">
            <a:extLst>
              <a:ext uri="{FF2B5EF4-FFF2-40B4-BE49-F238E27FC236}">
                <a16:creationId xmlns:a16="http://schemas.microsoft.com/office/drawing/2014/main" id="{E6A96760-CE21-1C47-35AB-74D89F53BDE1}"/>
              </a:ext>
            </a:extLst>
          </p:cNvPr>
          <p:cNvSpPr/>
          <p:nvPr/>
        </p:nvSpPr>
        <p:spPr>
          <a:xfrm>
            <a:off x="5504688" y="3060875"/>
            <a:ext cx="484632" cy="1731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7B3C5E"/>
                </a:solidFill>
              </a:rPr>
              <a:t>1</a:t>
            </a:r>
            <a:endParaRPr lang="en-US" sz="897" dirty="0"/>
          </a:p>
        </p:txBody>
      </p:sp>
      <p:sp>
        <p:nvSpPr>
          <p:cNvPr id="103" name="Shape 101">
            <a:extLst>
              <a:ext uri="{FF2B5EF4-FFF2-40B4-BE49-F238E27FC236}">
                <a16:creationId xmlns:a16="http://schemas.microsoft.com/office/drawing/2014/main" id="{DAB64075-312E-1C5D-75DA-19BA83D3C8B2}"/>
              </a:ext>
            </a:extLst>
          </p:cNvPr>
          <p:cNvSpPr/>
          <p:nvPr/>
        </p:nvSpPr>
        <p:spPr>
          <a:xfrm>
            <a:off x="502920" y="3238553"/>
            <a:ext cx="475488" cy="182249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04" name="Text 102">
            <a:extLst>
              <a:ext uri="{FF2B5EF4-FFF2-40B4-BE49-F238E27FC236}">
                <a16:creationId xmlns:a16="http://schemas.microsoft.com/office/drawing/2014/main" id="{596D420C-1B50-A135-F71D-F6543F8D6008}"/>
              </a:ext>
            </a:extLst>
          </p:cNvPr>
          <p:cNvSpPr/>
          <p:nvPr/>
        </p:nvSpPr>
        <p:spPr>
          <a:xfrm>
            <a:off x="525780" y="3243125"/>
            <a:ext cx="429768" cy="1731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>
                <a:solidFill>
                  <a:srgbClr val="543443"/>
                </a:solidFill>
              </a:rPr>
              <a:t>12</a:t>
            </a:r>
            <a:endParaRPr lang="en-US" sz="897" dirty="0"/>
          </a:p>
        </p:txBody>
      </p:sp>
      <p:sp>
        <p:nvSpPr>
          <p:cNvPr id="105" name="Shape 103">
            <a:extLst>
              <a:ext uri="{FF2B5EF4-FFF2-40B4-BE49-F238E27FC236}">
                <a16:creationId xmlns:a16="http://schemas.microsoft.com/office/drawing/2014/main" id="{DB95C72F-420B-C672-126B-7202FFCC37E7}"/>
              </a:ext>
            </a:extLst>
          </p:cNvPr>
          <p:cNvSpPr/>
          <p:nvPr/>
        </p:nvSpPr>
        <p:spPr>
          <a:xfrm>
            <a:off x="978408" y="3238553"/>
            <a:ext cx="3881628" cy="182249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06" name="Text 104">
            <a:extLst>
              <a:ext uri="{FF2B5EF4-FFF2-40B4-BE49-F238E27FC236}">
                <a16:creationId xmlns:a16="http://schemas.microsoft.com/office/drawing/2014/main" id="{07407603-971F-E05C-82F7-76638ED4C823}"/>
              </a:ext>
            </a:extLst>
          </p:cNvPr>
          <p:cNvSpPr/>
          <p:nvPr/>
        </p:nvSpPr>
        <p:spPr>
          <a:xfrm>
            <a:off x="1001268" y="3243125"/>
            <a:ext cx="3835908" cy="1731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>
                <a:solidFill>
                  <a:srgbClr val="543443"/>
                </a:solidFill>
              </a:rPr>
              <a:t>劉玉珠</a:t>
            </a:r>
            <a:endParaRPr lang="en-US" sz="897" dirty="0"/>
          </a:p>
        </p:txBody>
      </p:sp>
      <p:sp>
        <p:nvSpPr>
          <p:cNvPr id="107" name="Shape 105">
            <a:extLst>
              <a:ext uri="{FF2B5EF4-FFF2-40B4-BE49-F238E27FC236}">
                <a16:creationId xmlns:a16="http://schemas.microsoft.com/office/drawing/2014/main" id="{978A61DC-BBDF-B02D-C282-8174A9FC63B2}"/>
              </a:ext>
            </a:extLst>
          </p:cNvPr>
          <p:cNvSpPr/>
          <p:nvPr/>
        </p:nvSpPr>
        <p:spPr>
          <a:xfrm>
            <a:off x="4860036" y="3238553"/>
            <a:ext cx="621792" cy="182249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08" name="Text 106">
            <a:extLst>
              <a:ext uri="{FF2B5EF4-FFF2-40B4-BE49-F238E27FC236}">
                <a16:creationId xmlns:a16="http://schemas.microsoft.com/office/drawing/2014/main" id="{1B87B38F-F72D-33C3-6C59-E5E16BF7D79B}"/>
              </a:ext>
            </a:extLst>
          </p:cNvPr>
          <p:cNvSpPr/>
          <p:nvPr/>
        </p:nvSpPr>
        <p:spPr>
          <a:xfrm>
            <a:off x="4882896" y="3243125"/>
            <a:ext cx="576072" cy="1731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>
                <a:solidFill>
                  <a:srgbClr val="543443"/>
                </a:solidFill>
              </a:rPr>
              <a:t>仁德</a:t>
            </a:r>
            <a:endParaRPr lang="en-US" sz="897" dirty="0"/>
          </a:p>
        </p:txBody>
      </p:sp>
      <p:sp>
        <p:nvSpPr>
          <p:cNvPr id="109" name="Shape 107">
            <a:extLst>
              <a:ext uri="{FF2B5EF4-FFF2-40B4-BE49-F238E27FC236}">
                <a16:creationId xmlns:a16="http://schemas.microsoft.com/office/drawing/2014/main" id="{CC69DDF2-2E54-CC52-CA95-E29F0361C3F5}"/>
              </a:ext>
            </a:extLst>
          </p:cNvPr>
          <p:cNvSpPr/>
          <p:nvPr/>
        </p:nvSpPr>
        <p:spPr>
          <a:xfrm>
            <a:off x="5481828" y="3238553"/>
            <a:ext cx="530352" cy="182249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10" name="Text 108">
            <a:extLst>
              <a:ext uri="{FF2B5EF4-FFF2-40B4-BE49-F238E27FC236}">
                <a16:creationId xmlns:a16="http://schemas.microsoft.com/office/drawing/2014/main" id="{6F8CE326-A25A-AE90-D3AB-9B8E35167D81}"/>
              </a:ext>
            </a:extLst>
          </p:cNvPr>
          <p:cNvSpPr/>
          <p:nvPr/>
        </p:nvSpPr>
        <p:spPr>
          <a:xfrm>
            <a:off x="5504688" y="3243125"/>
            <a:ext cx="484632" cy="1731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7B3C5E"/>
                </a:solidFill>
              </a:rPr>
              <a:t>1</a:t>
            </a:r>
            <a:endParaRPr lang="en-US" sz="897" dirty="0"/>
          </a:p>
        </p:txBody>
      </p:sp>
      <p:sp>
        <p:nvSpPr>
          <p:cNvPr id="111" name="Shape 109">
            <a:extLst>
              <a:ext uri="{FF2B5EF4-FFF2-40B4-BE49-F238E27FC236}">
                <a16:creationId xmlns:a16="http://schemas.microsoft.com/office/drawing/2014/main" id="{B9D7F088-1D70-563B-F98E-6DC34B8A96E6}"/>
              </a:ext>
            </a:extLst>
          </p:cNvPr>
          <p:cNvSpPr/>
          <p:nvPr/>
        </p:nvSpPr>
        <p:spPr>
          <a:xfrm>
            <a:off x="502920" y="3420802"/>
            <a:ext cx="475488" cy="182249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12" name="Text 110">
            <a:extLst>
              <a:ext uri="{FF2B5EF4-FFF2-40B4-BE49-F238E27FC236}">
                <a16:creationId xmlns:a16="http://schemas.microsoft.com/office/drawing/2014/main" id="{397E7F31-D2B2-4567-6581-BDBF0ED2153E}"/>
              </a:ext>
            </a:extLst>
          </p:cNvPr>
          <p:cNvSpPr/>
          <p:nvPr/>
        </p:nvSpPr>
        <p:spPr>
          <a:xfrm>
            <a:off x="525780" y="3425374"/>
            <a:ext cx="429768" cy="1731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>
                <a:solidFill>
                  <a:srgbClr val="543443"/>
                </a:solidFill>
              </a:rPr>
              <a:t>13</a:t>
            </a:r>
            <a:endParaRPr lang="en-US" sz="897" dirty="0"/>
          </a:p>
        </p:txBody>
      </p:sp>
      <p:sp>
        <p:nvSpPr>
          <p:cNvPr id="113" name="Shape 111">
            <a:extLst>
              <a:ext uri="{FF2B5EF4-FFF2-40B4-BE49-F238E27FC236}">
                <a16:creationId xmlns:a16="http://schemas.microsoft.com/office/drawing/2014/main" id="{3CAC7D5C-BC88-6EF8-6003-84E1F9477F2F}"/>
              </a:ext>
            </a:extLst>
          </p:cNvPr>
          <p:cNvSpPr/>
          <p:nvPr/>
        </p:nvSpPr>
        <p:spPr>
          <a:xfrm>
            <a:off x="978408" y="3420802"/>
            <a:ext cx="3881628" cy="182249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14" name="Text 112">
            <a:extLst>
              <a:ext uri="{FF2B5EF4-FFF2-40B4-BE49-F238E27FC236}">
                <a16:creationId xmlns:a16="http://schemas.microsoft.com/office/drawing/2014/main" id="{5F414A04-D781-7953-AF4A-92D38418BA65}"/>
              </a:ext>
            </a:extLst>
          </p:cNvPr>
          <p:cNvSpPr/>
          <p:nvPr/>
        </p:nvSpPr>
        <p:spPr>
          <a:xfrm>
            <a:off x="1001268" y="3425374"/>
            <a:ext cx="3835908" cy="1731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err="1">
                <a:solidFill>
                  <a:srgbClr val="543443"/>
                </a:solidFill>
              </a:rPr>
              <a:t>翁耀明</a:t>
            </a:r>
            <a:endParaRPr lang="en-US" sz="897" dirty="0"/>
          </a:p>
        </p:txBody>
      </p:sp>
      <p:sp>
        <p:nvSpPr>
          <p:cNvPr id="115" name="Shape 113">
            <a:extLst>
              <a:ext uri="{FF2B5EF4-FFF2-40B4-BE49-F238E27FC236}">
                <a16:creationId xmlns:a16="http://schemas.microsoft.com/office/drawing/2014/main" id="{F542D93F-87F2-CEA3-0C68-CD21FA603D1B}"/>
              </a:ext>
            </a:extLst>
          </p:cNvPr>
          <p:cNvSpPr/>
          <p:nvPr/>
        </p:nvSpPr>
        <p:spPr>
          <a:xfrm>
            <a:off x="4860036" y="3420802"/>
            <a:ext cx="621792" cy="182249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16" name="Text 114">
            <a:extLst>
              <a:ext uri="{FF2B5EF4-FFF2-40B4-BE49-F238E27FC236}">
                <a16:creationId xmlns:a16="http://schemas.microsoft.com/office/drawing/2014/main" id="{AF95B2CF-4DC7-F222-387B-2DD1400C6DD8}"/>
              </a:ext>
            </a:extLst>
          </p:cNvPr>
          <p:cNvSpPr/>
          <p:nvPr/>
        </p:nvSpPr>
        <p:spPr>
          <a:xfrm>
            <a:off x="4882896" y="3425374"/>
            <a:ext cx="576072" cy="1731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>
                <a:solidFill>
                  <a:srgbClr val="543443"/>
                </a:solidFill>
              </a:rPr>
              <a:t>仁德</a:t>
            </a:r>
            <a:endParaRPr lang="en-US" sz="897" dirty="0"/>
          </a:p>
        </p:txBody>
      </p:sp>
      <p:sp>
        <p:nvSpPr>
          <p:cNvPr id="117" name="Shape 115">
            <a:extLst>
              <a:ext uri="{FF2B5EF4-FFF2-40B4-BE49-F238E27FC236}">
                <a16:creationId xmlns:a16="http://schemas.microsoft.com/office/drawing/2014/main" id="{9F457C7E-65FB-4F95-7AA7-3EEB46E9AA01}"/>
              </a:ext>
            </a:extLst>
          </p:cNvPr>
          <p:cNvSpPr/>
          <p:nvPr/>
        </p:nvSpPr>
        <p:spPr>
          <a:xfrm>
            <a:off x="5481828" y="3420802"/>
            <a:ext cx="530352" cy="182249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18" name="Text 116">
            <a:extLst>
              <a:ext uri="{FF2B5EF4-FFF2-40B4-BE49-F238E27FC236}">
                <a16:creationId xmlns:a16="http://schemas.microsoft.com/office/drawing/2014/main" id="{38403858-F49C-1F61-8720-0EB294DE0EDE}"/>
              </a:ext>
            </a:extLst>
          </p:cNvPr>
          <p:cNvSpPr/>
          <p:nvPr/>
        </p:nvSpPr>
        <p:spPr>
          <a:xfrm>
            <a:off x="5504688" y="3425374"/>
            <a:ext cx="484632" cy="1731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7B3C5E"/>
                </a:solidFill>
              </a:rPr>
              <a:t>1</a:t>
            </a:r>
            <a:endParaRPr lang="en-US" sz="897" dirty="0"/>
          </a:p>
        </p:txBody>
      </p:sp>
      <p:sp>
        <p:nvSpPr>
          <p:cNvPr id="119" name="Shape 117">
            <a:extLst>
              <a:ext uri="{FF2B5EF4-FFF2-40B4-BE49-F238E27FC236}">
                <a16:creationId xmlns:a16="http://schemas.microsoft.com/office/drawing/2014/main" id="{BBFC5897-F5D5-CA06-31FE-E370EA21D318}"/>
              </a:ext>
            </a:extLst>
          </p:cNvPr>
          <p:cNvSpPr/>
          <p:nvPr/>
        </p:nvSpPr>
        <p:spPr>
          <a:xfrm>
            <a:off x="502920" y="3603051"/>
            <a:ext cx="475488" cy="182249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20" name="Text 118">
            <a:extLst>
              <a:ext uri="{FF2B5EF4-FFF2-40B4-BE49-F238E27FC236}">
                <a16:creationId xmlns:a16="http://schemas.microsoft.com/office/drawing/2014/main" id="{00713DE4-69F8-8C08-F9A8-39CA378F6C72}"/>
              </a:ext>
            </a:extLst>
          </p:cNvPr>
          <p:cNvSpPr/>
          <p:nvPr/>
        </p:nvSpPr>
        <p:spPr>
          <a:xfrm>
            <a:off x="525780" y="3607623"/>
            <a:ext cx="429768" cy="1731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>
                <a:solidFill>
                  <a:srgbClr val="543443"/>
                </a:solidFill>
              </a:rPr>
              <a:t>14</a:t>
            </a:r>
            <a:endParaRPr lang="en-US" sz="897" dirty="0"/>
          </a:p>
        </p:txBody>
      </p:sp>
      <p:sp>
        <p:nvSpPr>
          <p:cNvPr id="121" name="Shape 119">
            <a:extLst>
              <a:ext uri="{FF2B5EF4-FFF2-40B4-BE49-F238E27FC236}">
                <a16:creationId xmlns:a16="http://schemas.microsoft.com/office/drawing/2014/main" id="{488DEED4-FECB-2028-A948-6C771F6F5B84}"/>
              </a:ext>
            </a:extLst>
          </p:cNvPr>
          <p:cNvSpPr/>
          <p:nvPr/>
        </p:nvSpPr>
        <p:spPr>
          <a:xfrm>
            <a:off x="978408" y="3603051"/>
            <a:ext cx="3881628" cy="182249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22" name="Text 120">
            <a:extLst>
              <a:ext uri="{FF2B5EF4-FFF2-40B4-BE49-F238E27FC236}">
                <a16:creationId xmlns:a16="http://schemas.microsoft.com/office/drawing/2014/main" id="{EC26C0C4-8F16-EC08-51D0-45FFDFDD9973}"/>
              </a:ext>
            </a:extLst>
          </p:cNvPr>
          <p:cNvSpPr/>
          <p:nvPr/>
        </p:nvSpPr>
        <p:spPr>
          <a:xfrm>
            <a:off x="1001268" y="3607623"/>
            <a:ext cx="3835908" cy="1731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>
                <a:solidFill>
                  <a:srgbClr val="543443"/>
                </a:solidFill>
              </a:rPr>
              <a:t>郭桂美</a:t>
            </a:r>
            <a:endParaRPr lang="en-US" sz="897" dirty="0"/>
          </a:p>
        </p:txBody>
      </p:sp>
      <p:sp>
        <p:nvSpPr>
          <p:cNvPr id="123" name="Shape 121">
            <a:extLst>
              <a:ext uri="{FF2B5EF4-FFF2-40B4-BE49-F238E27FC236}">
                <a16:creationId xmlns:a16="http://schemas.microsoft.com/office/drawing/2014/main" id="{E1E4182E-DF65-008A-C8FD-D899CCEB44DD}"/>
              </a:ext>
            </a:extLst>
          </p:cNvPr>
          <p:cNvSpPr/>
          <p:nvPr/>
        </p:nvSpPr>
        <p:spPr>
          <a:xfrm>
            <a:off x="4860036" y="3603051"/>
            <a:ext cx="621792" cy="182249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24" name="Text 122">
            <a:extLst>
              <a:ext uri="{FF2B5EF4-FFF2-40B4-BE49-F238E27FC236}">
                <a16:creationId xmlns:a16="http://schemas.microsoft.com/office/drawing/2014/main" id="{1592F943-A23D-C206-298E-945FCCBB43D9}"/>
              </a:ext>
            </a:extLst>
          </p:cNvPr>
          <p:cNvSpPr/>
          <p:nvPr/>
        </p:nvSpPr>
        <p:spPr>
          <a:xfrm>
            <a:off x="4882896" y="3607623"/>
            <a:ext cx="576072" cy="1731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>
                <a:solidFill>
                  <a:srgbClr val="543443"/>
                </a:solidFill>
              </a:rPr>
              <a:t>仁德</a:t>
            </a:r>
            <a:endParaRPr lang="en-US" sz="897" dirty="0"/>
          </a:p>
        </p:txBody>
      </p:sp>
      <p:sp>
        <p:nvSpPr>
          <p:cNvPr id="125" name="Shape 123">
            <a:extLst>
              <a:ext uri="{FF2B5EF4-FFF2-40B4-BE49-F238E27FC236}">
                <a16:creationId xmlns:a16="http://schemas.microsoft.com/office/drawing/2014/main" id="{9C357B31-FBAC-6BC0-EF32-A78323730595}"/>
              </a:ext>
            </a:extLst>
          </p:cNvPr>
          <p:cNvSpPr/>
          <p:nvPr/>
        </p:nvSpPr>
        <p:spPr>
          <a:xfrm>
            <a:off x="5481828" y="3603051"/>
            <a:ext cx="530352" cy="182249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26" name="Text 124">
            <a:extLst>
              <a:ext uri="{FF2B5EF4-FFF2-40B4-BE49-F238E27FC236}">
                <a16:creationId xmlns:a16="http://schemas.microsoft.com/office/drawing/2014/main" id="{8FD718AD-1400-7F7C-DB4F-764D185471D2}"/>
              </a:ext>
            </a:extLst>
          </p:cNvPr>
          <p:cNvSpPr/>
          <p:nvPr/>
        </p:nvSpPr>
        <p:spPr>
          <a:xfrm>
            <a:off x="5504688" y="3607623"/>
            <a:ext cx="484632" cy="1731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7B3C5E"/>
                </a:solidFill>
              </a:rPr>
              <a:t>1</a:t>
            </a:r>
            <a:endParaRPr lang="en-US" sz="897" dirty="0"/>
          </a:p>
        </p:txBody>
      </p:sp>
      <p:sp>
        <p:nvSpPr>
          <p:cNvPr id="127" name="Shape 125">
            <a:extLst>
              <a:ext uri="{FF2B5EF4-FFF2-40B4-BE49-F238E27FC236}">
                <a16:creationId xmlns:a16="http://schemas.microsoft.com/office/drawing/2014/main" id="{8A7BECAC-47A4-58F3-E915-9EB5AEB6C58D}"/>
              </a:ext>
            </a:extLst>
          </p:cNvPr>
          <p:cNvSpPr/>
          <p:nvPr/>
        </p:nvSpPr>
        <p:spPr>
          <a:xfrm>
            <a:off x="502920" y="3785301"/>
            <a:ext cx="475488" cy="182249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28" name="Text 126">
            <a:extLst>
              <a:ext uri="{FF2B5EF4-FFF2-40B4-BE49-F238E27FC236}">
                <a16:creationId xmlns:a16="http://schemas.microsoft.com/office/drawing/2014/main" id="{DA3A58E5-7ACE-A0FD-3E57-4E443D0D1B61}"/>
              </a:ext>
            </a:extLst>
          </p:cNvPr>
          <p:cNvSpPr/>
          <p:nvPr/>
        </p:nvSpPr>
        <p:spPr>
          <a:xfrm>
            <a:off x="525780" y="3789873"/>
            <a:ext cx="429768" cy="1731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>
                <a:solidFill>
                  <a:srgbClr val="543443"/>
                </a:solidFill>
              </a:rPr>
              <a:t>15</a:t>
            </a:r>
            <a:endParaRPr lang="en-US" sz="897" dirty="0"/>
          </a:p>
        </p:txBody>
      </p:sp>
      <p:sp>
        <p:nvSpPr>
          <p:cNvPr id="129" name="Shape 127">
            <a:extLst>
              <a:ext uri="{FF2B5EF4-FFF2-40B4-BE49-F238E27FC236}">
                <a16:creationId xmlns:a16="http://schemas.microsoft.com/office/drawing/2014/main" id="{DE75CF03-F839-D4F8-5C19-6405F640ACE3}"/>
              </a:ext>
            </a:extLst>
          </p:cNvPr>
          <p:cNvSpPr/>
          <p:nvPr/>
        </p:nvSpPr>
        <p:spPr>
          <a:xfrm>
            <a:off x="978408" y="3785301"/>
            <a:ext cx="3881628" cy="182249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30" name="Text 128">
            <a:extLst>
              <a:ext uri="{FF2B5EF4-FFF2-40B4-BE49-F238E27FC236}">
                <a16:creationId xmlns:a16="http://schemas.microsoft.com/office/drawing/2014/main" id="{6DA638AC-81F9-4354-59D1-4D75681C260B}"/>
              </a:ext>
            </a:extLst>
          </p:cNvPr>
          <p:cNvSpPr/>
          <p:nvPr/>
        </p:nvSpPr>
        <p:spPr>
          <a:xfrm>
            <a:off x="1001268" y="3789873"/>
            <a:ext cx="3835908" cy="1731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>
                <a:solidFill>
                  <a:srgbClr val="543443"/>
                </a:solidFill>
              </a:rPr>
              <a:t>黃竣賢</a:t>
            </a:r>
            <a:endParaRPr lang="en-US" sz="897" dirty="0"/>
          </a:p>
        </p:txBody>
      </p:sp>
      <p:sp>
        <p:nvSpPr>
          <p:cNvPr id="131" name="Shape 129">
            <a:extLst>
              <a:ext uri="{FF2B5EF4-FFF2-40B4-BE49-F238E27FC236}">
                <a16:creationId xmlns:a16="http://schemas.microsoft.com/office/drawing/2014/main" id="{A589B8D5-B699-E02A-C79B-4E77DA51237F}"/>
              </a:ext>
            </a:extLst>
          </p:cNvPr>
          <p:cNvSpPr/>
          <p:nvPr/>
        </p:nvSpPr>
        <p:spPr>
          <a:xfrm>
            <a:off x="4860036" y="3785301"/>
            <a:ext cx="621792" cy="182249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32" name="Text 130">
            <a:extLst>
              <a:ext uri="{FF2B5EF4-FFF2-40B4-BE49-F238E27FC236}">
                <a16:creationId xmlns:a16="http://schemas.microsoft.com/office/drawing/2014/main" id="{6C620595-A841-B322-FF68-CDBD2786C371}"/>
              </a:ext>
            </a:extLst>
          </p:cNvPr>
          <p:cNvSpPr/>
          <p:nvPr/>
        </p:nvSpPr>
        <p:spPr>
          <a:xfrm>
            <a:off x="4882896" y="3789873"/>
            <a:ext cx="576072" cy="1731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>
                <a:solidFill>
                  <a:srgbClr val="543443"/>
                </a:solidFill>
              </a:rPr>
              <a:t>仁德</a:t>
            </a:r>
            <a:endParaRPr lang="en-US" sz="897" dirty="0"/>
          </a:p>
        </p:txBody>
      </p:sp>
      <p:sp>
        <p:nvSpPr>
          <p:cNvPr id="133" name="Shape 131">
            <a:extLst>
              <a:ext uri="{FF2B5EF4-FFF2-40B4-BE49-F238E27FC236}">
                <a16:creationId xmlns:a16="http://schemas.microsoft.com/office/drawing/2014/main" id="{8A1B54AB-324B-F7C1-77CD-A9BE052D520B}"/>
              </a:ext>
            </a:extLst>
          </p:cNvPr>
          <p:cNvSpPr/>
          <p:nvPr/>
        </p:nvSpPr>
        <p:spPr>
          <a:xfrm>
            <a:off x="5481828" y="3785301"/>
            <a:ext cx="530352" cy="182249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34" name="Text 132">
            <a:extLst>
              <a:ext uri="{FF2B5EF4-FFF2-40B4-BE49-F238E27FC236}">
                <a16:creationId xmlns:a16="http://schemas.microsoft.com/office/drawing/2014/main" id="{D8E92F5C-0CE0-37A5-434C-493C890E3EBC}"/>
              </a:ext>
            </a:extLst>
          </p:cNvPr>
          <p:cNvSpPr/>
          <p:nvPr/>
        </p:nvSpPr>
        <p:spPr>
          <a:xfrm>
            <a:off x="5504688" y="3789873"/>
            <a:ext cx="484632" cy="1731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7B3C5E"/>
                </a:solidFill>
              </a:rPr>
              <a:t>1</a:t>
            </a:r>
            <a:endParaRPr lang="en-US" sz="897" dirty="0"/>
          </a:p>
        </p:txBody>
      </p:sp>
      <p:sp>
        <p:nvSpPr>
          <p:cNvPr id="135" name="Shape 133">
            <a:extLst>
              <a:ext uri="{FF2B5EF4-FFF2-40B4-BE49-F238E27FC236}">
                <a16:creationId xmlns:a16="http://schemas.microsoft.com/office/drawing/2014/main" id="{251FF878-C107-771B-615E-7C19B248BCA8}"/>
              </a:ext>
            </a:extLst>
          </p:cNvPr>
          <p:cNvSpPr/>
          <p:nvPr/>
        </p:nvSpPr>
        <p:spPr>
          <a:xfrm>
            <a:off x="502920" y="3967550"/>
            <a:ext cx="475488" cy="182249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36" name="Text 134">
            <a:extLst>
              <a:ext uri="{FF2B5EF4-FFF2-40B4-BE49-F238E27FC236}">
                <a16:creationId xmlns:a16="http://schemas.microsoft.com/office/drawing/2014/main" id="{47F14F17-D8D3-2A9E-519C-415112FC5254}"/>
              </a:ext>
            </a:extLst>
          </p:cNvPr>
          <p:cNvSpPr/>
          <p:nvPr/>
        </p:nvSpPr>
        <p:spPr>
          <a:xfrm>
            <a:off x="525780" y="3972122"/>
            <a:ext cx="429768" cy="1731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>
                <a:solidFill>
                  <a:srgbClr val="543443"/>
                </a:solidFill>
              </a:rPr>
              <a:t>16</a:t>
            </a:r>
            <a:endParaRPr lang="en-US" sz="897" dirty="0"/>
          </a:p>
        </p:txBody>
      </p:sp>
      <p:sp>
        <p:nvSpPr>
          <p:cNvPr id="137" name="Shape 135">
            <a:extLst>
              <a:ext uri="{FF2B5EF4-FFF2-40B4-BE49-F238E27FC236}">
                <a16:creationId xmlns:a16="http://schemas.microsoft.com/office/drawing/2014/main" id="{BE96A200-F531-7C62-6449-C0ED937F4B55}"/>
              </a:ext>
            </a:extLst>
          </p:cNvPr>
          <p:cNvSpPr/>
          <p:nvPr/>
        </p:nvSpPr>
        <p:spPr>
          <a:xfrm>
            <a:off x="978408" y="3967550"/>
            <a:ext cx="3881628" cy="182249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38" name="Text 136">
            <a:extLst>
              <a:ext uri="{FF2B5EF4-FFF2-40B4-BE49-F238E27FC236}">
                <a16:creationId xmlns:a16="http://schemas.microsoft.com/office/drawing/2014/main" id="{8E498738-D2DA-BDAC-BB79-6F4DA7A3034F}"/>
              </a:ext>
            </a:extLst>
          </p:cNvPr>
          <p:cNvSpPr/>
          <p:nvPr/>
        </p:nvSpPr>
        <p:spPr>
          <a:xfrm>
            <a:off x="1001268" y="3972122"/>
            <a:ext cx="3835908" cy="1731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>
                <a:solidFill>
                  <a:srgbClr val="543443"/>
                </a:solidFill>
              </a:rPr>
              <a:t>蔡穎健</a:t>
            </a:r>
            <a:endParaRPr lang="en-US" sz="897" dirty="0"/>
          </a:p>
        </p:txBody>
      </p:sp>
      <p:sp>
        <p:nvSpPr>
          <p:cNvPr id="139" name="Shape 137">
            <a:extLst>
              <a:ext uri="{FF2B5EF4-FFF2-40B4-BE49-F238E27FC236}">
                <a16:creationId xmlns:a16="http://schemas.microsoft.com/office/drawing/2014/main" id="{CE66DCEB-A096-24C9-1EF4-39083A18C253}"/>
              </a:ext>
            </a:extLst>
          </p:cNvPr>
          <p:cNvSpPr/>
          <p:nvPr/>
        </p:nvSpPr>
        <p:spPr>
          <a:xfrm>
            <a:off x="4860036" y="3967550"/>
            <a:ext cx="621792" cy="182249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40" name="Text 138">
            <a:extLst>
              <a:ext uri="{FF2B5EF4-FFF2-40B4-BE49-F238E27FC236}">
                <a16:creationId xmlns:a16="http://schemas.microsoft.com/office/drawing/2014/main" id="{51DEEEDC-D65D-3476-1B4A-65AF9E71B67A}"/>
              </a:ext>
            </a:extLst>
          </p:cNvPr>
          <p:cNvSpPr/>
          <p:nvPr/>
        </p:nvSpPr>
        <p:spPr>
          <a:xfrm>
            <a:off x="4882896" y="3972122"/>
            <a:ext cx="576072" cy="1731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>
                <a:solidFill>
                  <a:srgbClr val="543443"/>
                </a:solidFill>
              </a:rPr>
              <a:t>仁德</a:t>
            </a:r>
            <a:endParaRPr lang="en-US" sz="897" dirty="0"/>
          </a:p>
        </p:txBody>
      </p:sp>
      <p:sp>
        <p:nvSpPr>
          <p:cNvPr id="141" name="Shape 139">
            <a:extLst>
              <a:ext uri="{FF2B5EF4-FFF2-40B4-BE49-F238E27FC236}">
                <a16:creationId xmlns:a16="http://schemas.microsoft.com/office/drawing/2014/main" id="{D0BDFEB2-61FE-59DF-A574-7EC5F4E7A5A0}"/>
              </a:ext>
            </a:extLst>
          </p:cNvPr>
          <p:cNvSpPr/>
          <p:nvPr/>
        </p:nvSpPr>
        <p:spPr>
          <a:xfrm>
            <a:off x="5481828" y="3967550"/>
            <a:ext cx="530352" cy="182249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42" name="Text 140">
            <a:extLst>
              <a:ext uri="{FF2B5EF4-FFF2-40B4-BE49-F238E27FC236}">
                <a16:creationId xmlns:a16="http://schemas.microsoft.com/office/drawing/2014/main" id="{1222A7A1-A2D1-5A94-B4FB-DD9CB0E860B5}"/>
              </a:ext>
            </a:extLst>
          </p:cNvPr>
          <p:cNvSpPr/>
          <p:nvPr/>
        </p:nvSpPr>
        <p:spPr>
          <a:xfrm>
            <a:off x="5504688" y="3972122"/>
            <a:ext cx="484632" cy="1731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7B3C5E"/>
                </a:solidFill>
              </a:rPr>
              <a:t>1</a:t>
            </a:r>
            <a:endParaRPr lang="en-US" sz="897" dirty="0"/>
          </a:p>
        </p:txBody>
      </p:sp>
      <p:sp>
        <p:nvSpPr>
          <p:cNvPr id="143" name="Shape 141">
            <a:extLst>
              <a:ext uri="{FF2B5EF4-FFF2-40B4-BE49-F238E27FC236}">
                <a16:creationId xmlns:a16="http://schemas.microsoft.com/office/drawing/2014/main" id="{2B08BAD5-3771-FDFA-3786-7A1ED1C7CBCD}"/>
              </a:ext>
            </a:extLst>
          </p:cNvPr>
          <p:cNvSpPr/>
          <p:nvPr/>
        </p:nvSpPr>
        <p:spPr>
          <a:xfrm>
            <a:off x="502920" y="4149799"/>
            <a:ext cx="475488" cy="182249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44" name="Text 142">
            <a:extLst>
              <a:ext uri="{FF2B5EF4-FFF2-40B4-BE49-F238E27FC236}">
                <a16:creationId xmlns:a16="http://schemas.microsoft.com/office/drawing/2014/main" id="{59020A93-C2E3-CCD1-666F-1A1C5B7FDFE6}"/>
              </a:ext>
            </a:extLst>
          </p:cNvPr>
          <p:cNvSpPr/>
          <p:nvPr/>
        </p:nvSpPr>
        <p:spPr>
          <a:xfrm>
            <a:off x="525780" y="4154371"/>
            <a:ext cx="429768" cy="1731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>
                <a:solidFill>
                  <a:srgbClr val="543443"/>
                </a:solidFill>
              </a:rPr>
              <a:t>17</a:t>
            </a:r>
            <a:endParaRPr lang="en-US" sz="897" dirty="0"/>
          </a:p>
        </p:txBody>
      </p:sp>
      <p:sp>
        <p:nvSpPr>
          <p:cNvPr id="145" name="Shape 143">
            <a:extLst>
              <a:ext uri="{FF2B5EF4-FFF2-40B4-BE49-F238E27FC236}">
                <a16:creationId xmlns:a16="http://schemas.microsoft.com/office/drawing/2014/main" id="{E070DF0E-F174-D45C-3922-1124C3F90EF5}"/>
              </a:ext>
            </a:extLst>
          </p:cNvPr>
          <p:cNvSpPr/>
          <p:nvPr/>
        </p:nvSpPr>
        <p:spPr>
          <a:xfrm>
            <a:off x="978408" y="4149799"/>
            <a:ext cx="3881628" cy="182249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46" name="Text 144">
            <a:extLst>
              <a:ext uri="{FF2B5EF4-FFF2-40B4-BE49-F238E27FC236}">
                <a16:creationId xmlns:a16="http://schemas.microsoft.com/office/drawing/2014/main" id="{302615FD-ED2B-557F-6D52-01D25835138C}"/>
              </a:ext>
            </a:extLst>
          </p:cNvPr>
          <p:cNvSpPr/>
          <p:nvPr/>
        </p:nvSpPr>
        <p:spPr>
          <a:xfrm>
            <a:off x="1001268" y="4154371"/>
            <a:ext cx="3835908" cy="1731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>
                <a:solidFill>
                  <a:srgbClr val="543443"/>
                </a:solidFill>
              </a:rPr>
              <a:t>李青源</a:t>
            </a:r>
            <a:endParaRPr lang="en-US" sz="897" dirty="0"/>
          </a:p>
        </p:txBody>
      </p:sp>
      <p:sp>
        <p:nvSpPr>
          <p:cNvPr id="147" name="Shape 145">
            <a:extLst>
              <a:ext uri="{FF2B5EF4-FFF2-40B4-BE49-F238E27FC236}">
                <a16:creationId xmlns:a16="http://schemas.microsoft.com/office/drawing/2014/main" id="{0E53097F-D124-8B24-81B1-52F4C7D7695D}"/>
              </a:ext>
            </a:extLst>
          </p:cNvPr>
          <p:cNvSpPr/>
          <p:nvPr/>
        </p:nvSpPr>
        <p:spPr>
          <a:xfrm>
            <a:off x="4860036" y="4149799"/>
            <a:ext cx="621792" cy="182249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48" name="Text 146">
            <a:extLst>
              <a:ext uri="{FF2B5EF4-FFF2-40B4-BE49-F238E27FC236}">
                <a16:creationId xmlns:a16="http://schemas.microsoft.com/office/drawing/2014/main" id="{54BAD8EB-725D-2931-BF8B-F6FD72D64CBB}"/>
              </a:ext>
            </a:extLst>
          </p:cNvPr>
          <p:cNvSpPr/>
          <p:nvPr/>
        </p:nvSpPr>
        <p:spPr>
          <a:xfrm>
            <a:off x="4882896" y="4154371"/>
            <a:ext cx="576072" cy="1731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>
                <a:solidFill>
                  <a:srgbClr val="543443"/>
                </a:solidFill>
              </a:rPr>
              <a:t>隆德</a:t>
            </a:r>
            <a:endParaRPr lang="en-US" sz="897" dirty="0"/>
          </a:p>
        </p:txBody>
      </p:sp>
      <p:sp>
        <p:nvSpPr>
          <p:cNvPr id="149" name="Shape 147">
            <a:extLst>
              <a:ext uri="{FF2B5EF4-FFF2-40B4-BE49-F238E27FC236}">
                <a16:creationId xmlns:a16="http://schemas.microsoft.com/office/drawing/2014/main" id="{028EA3C6-EE4E-1243-AE9A-9D676D29D77F}"/>
              </a:ext>
            </a:extLst>
          </p:cNvPr>
          <p:cNvSpPr/>
          <p:nvPr/>
        </p:nvSpPr>
        <p:spPr>
          <a:xfrm>
            <a:off x="5481828" y="4149799"/>
            <a:ext cx="530352" cy="182249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50" name="Text 148">
            <a:extLst>
              <a:ext uri="{FF2B5EF4-FFF2-40B4-BE49-F238E27FC236}">
                <a16:creationId xmlns:a16="http://schemas.microsoft.com/office/drawing/2014/main" id="{01C4FA05-99A3-714E-1DBE-617B6F33F2B5}"/>
              </a:ext>
            </a:extLst>
          </p:cNvPr>
          <p:cNvSpPr/>
          <p:nvPr/>
        </p:nvSpPr>
        <p:spPr>
          <a:xfrm>
            <a:off x="5504688" y="4154371"/>
            <a:ext cx="484632" cy="1731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7B3C5E"/>
                </a:solidFill>
              </a:rPr>
              <a:t>5</a:t>
            </a:r>
            <a:endParaRPr lang="en-US" sz="897" dirty="0"/>
          </a:p>
        </p:txBody>
      </p:sp>
      <p:sp>
        <p:nvSpPr>
          <p:cNvPr id="151" name="Shape 149">
            <a:extLst>
              <a:ext uri="{FF2B5EF4-FFF2-40B4-BE49-F238E27FC236}">
                <a16:creationId xmlns:a16="http://schemas.microsoft.com/office/drawing/2014/main" id="{E79269D1-8C1E-C313-3D84-18F108462934}"/>
              </a:ext>
            </a:extLst>
          </p:cNvPr>
          <p:cNvSpPr/>
          <p:nvPr/>
        </p:nvSpPr>
        <p:spPr>
          <a:xfrm>
            <a:off x="502920" y="4332049"/>
            <a:ext cx="475488" cy="182249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52" name="Text 150">
            <a:extLst>
              <a:ext uri="{FF2B5EF4-FFF2-40B4-BE49-F238E27FC236}">
                <a16:creationId xmlns:a16="http://schemas.microsoft.com/office/drawing/2014/main" id="{316F7BB7-39D0-45E8-B5BA-9433487458B8}"/>
              </a:ext>
            </a:extLst>
          </p:cNvPr>
          <p:cNvSpPr/>
          <p:nvPr/>
        </p:nvSpPr>
        <p:spPr>
          <a:xfrm>
            <a:off x="525780" y="4336621"/>
            <a:ext cx="429768" cy="1731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>
                <a:solidFill>
                  <a:srgbClr val="543443"/>
                </a:solidFill>
              </a:rPr>
              <a:t>18</a:t>
            </a:r>
            <a:endParaRPr lang="en-US" sz="897" dirty="0"/>
          </a:p>
        </p:txBody>
      </p:sp>
      <p:sp>
        <p:nvSpPr>
          <p:cNvPr id="153" name="Shape 151">
            <a:extLst>
              <a:ext uri="{FF2B5EF4-FFF2-40B4-BE49-F238E27FC236}">
                <a16:creationId xmlns:a16="http://schemas.microsoft.com/office/drawing/2014/main" id="{615E0932-15FC-E6C3-2B50-9F60715410CA}"/>
              </a:ext>
            </a:extLst>
          </p:cNvPr>
          <p:cNvSpPr/>
          <p:nvPr/>
        </p:nvSpPr>
        <p:spPr>
          <a:xfrm>
            <a:off x="978408" y="4332049"/>
            <a:ext cx="3881628" cy="182249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54" name="Text 152">
            <a:extLst>
              <a:ext uri="{FF2B5EF4-FFF2-40B4-BE49-F238E27FC236}">
                <a16:creationId xmlns:a16="http://schemas.microsoft.com/office/drawing/2014/main" id="{C244B62C-05B2-61A1-FDDE-5072B7D2F9D1}"/>
              </a:ext>
            </a:extLst>
          </p:cNvPr>
          <p:cNvSpPr/>
          <p:nvPr/>
        </p:nvSpPr>
        <p:spPr>
          <a:xfrm>
            <a:off x="1001268" y="4336621"/>
            <a:ext cx="3835908" cy="1731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>
                <a:solidFill>
                  <a:srgbClr val="543443"/>
                </a:solidFill>
              </a:rPr>
              <a:t>潘雪芳</a:t>
            </a:r>
            <a:endParaRPr lang="en-US" sz="897" dirty="0"/>
          </a:p>
        </p:txBody>
      </p:sp>
      <p:sp>
        <p:nvSpPr>
          <p:cNvPr id="155" name="Shape 153">
            <a:extLst>
              <a:ext uri="{FF2B5EF4-FFF2-40B4-BE49-F238E27FC236}">
                <a16:creationId xmlns:a16="http://schemas.microsoft.com/office/drawing/2014/main" id="{E26BB657-8268-9D5E-6BEE-13BBA534DAF0}"/>
              </a:ext>
            </a:extLst>
          </p:cNvPr>
          <p:cNvSpPr/>
          <p:nvPr/>
        </p:nvSpPr>
        <p:spPr>
          <a:xfrm>
            <a:off x="4860036" y="4332049"/>
            <a:ext cx="621792" cy="182249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56" name="Text 154">
            <a:extLst>
              <a:ext uri="{FF2B5EF4-FFF2-40B4-BE49-F238E27FC236}">
                <a16:creationId xmlns:a16="http://schemas.microsoft.com/office/drawing/2014/main" id="{4E13BFB6-7843-D3FF-9C88-4DD31D27E404}"/>
              </a:ext>
            </a:extLst>
          </p:cNvPr>
          <p:cNvSpPr/>
          <p:nvPr/>
        </p:nvSpPr>
        <p:spPr>
          <a:xfrm>
            <a:off x="4882896" y="4336621"/>
            <a:ext cx="576072" cy="1731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>
                <a:solidFill>
                  <a:srgbClr val="543443"/>
                </a:solidFill>
              </a:rPr>
              <a:t>隆德</a:t>
            </a:r>
            <a:endParaRPr lang="en-US" sz="897" dirty="0"/>
          </a:p>
        </p:txBody>
      </p:sp>
      <p:sp>
        <p:nvSpPr>
          <p:cNvPr id="157" name="Shape 155">
            <a:extLst>
              <a:ext uri="{FF2B5EF4-FFF2-40B4-BE49-F238E27FC236}">
                <a16:creationId xmlns:a16="http://schemas.microsoft.com/office/drawing/2014/main" id="{EFD8E7F5-35BF-1FB5-9337-C4180A2D7CB9}"/>
              </a:ext>
            </a:extLst>
          </p:cNvPr>
          <p:cNvSpPr/>
          <p:nvPr/>
        </p:nvSpPr>
        <p:spPr>
          <a:xfrm>
            <a:off x="5481828" y="4332049"/>
            <a:ext cx="530352" cy="182249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58" name="Text 156">
            <a:extLst>
              <a:ext uri="{FF2B5EF4-FFF2-40B4-BE49-F238E27FC236}">
                <a16:creationId xmlns:a16="http://schemas.microsoft.com/office/drawing/2014/main" id="{43D84B4F-1534-D551-2432-33F4B0F831B6}"/>
              </a:ext>
            </a:extLst>
          </p:cNvPr>
          <p:cNvSpPr/>
          <p:nvPr/>
        </p:nvSpPr>
        <p:spPr>
          <a:xfrm>
            <a:off x="5504688" y="4336621"/>
            <a:ext cx="484632" cy="1731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7B3C5E"/>
                </a:solidFill>
              </a:rPr>
              <a:t>2</a:t>
            </a:r>
            <a:endParaRPr lang="en-US" sz="897" dirty="0"/>
          </a:p>
        </p:txBody>
      </p:sp>
      <p:sp>
        <p:nvSpPr>
          <p:cNvPr id="159" name="Shape 157">
            <a:extLst>
              <a:ext uri="{FF2B5EF4-FFF2-40B4-BE49-F238E27FC236}">
                <a16:creationId xmlns:a16="http://schemas.microsoft.com/office/drawing/2014/main" id="{B6D6E179-1CFD-ABB5-677B-0DF5C7853A1B}"/>
              </a:ext>
            </a:extLst>
          </p:cNvPr>
          <p:cNvSpPr/>
          <p:nvPr/>
        </p:nvSpPr>
        <p:spPr>
          <a:xfrm>
            <a:off x="502920" y="4514298"/>
            <a:ext cx="475488" cy="182249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60" name="Text 158">
            <a:extLst>
              <a:ext uri="{FF2B5EF4-FFF2-40B4-BE49-F238E27FC236}">
                <a16:creationId xmlns:a16="http://schemas.microsoft.com/office/drawing/2014/main" id="{8070234C-D6A3-10CE-13E3-CE49534E8FF0}"/>
              </a:ext>
            </a:extLst>
          </p:cNvPr>
          <p:cNvSpPr/>
          <p:nvPr/>
        </p:nvSpPr>
        <p:spPr>
          <a:xfrm>
            <a:off x="525780" y="4518870"/>
            <a:ext cx="429768" cy="1731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>
                <a:solidFill>
                  <a:srgbClr val="543443"/>
                </a:solidFill>
              </a:rPr>
              <a:t>19</a:t>
            </a:r>
            <a:endParaRPr lang="en-US" sz="897" dirty="0"/>
          </a:p>
        </p:txBody>
      </p:sp>
      <p:sp>
        <p:nvSpPr>
          <p:cNvPr id="161" name="Shape 159">
            <a:extLst>
              <a:ext uri="{FF2B5EF4-FFF2-40B4-BE49-F238E27FC236}">
                <a16:creationId xmlns:a16="http://schemas.microsoft.com/office/drawing/2014/main" id="{FEF4361C-A55F-0884-938A-321D0E5CBE68}"/>
              </a:ext>
            </a:extLst>
          </p:cNvPr>
          <p:cNvSpPr/>
          <p:nvPr/>
        </p:nvSpPr>
        <p:spPr>
          <a:xfrm>
            <a:off x="978408" y="4514298"/>
            <a:ext cx="3881628" cy="182249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62" name="Text 160">
            <a:extLst>
              <a:ext uri="{FF2B5EF4-FFF2-40B4-BE49-F238E27FC236}">
                <a16:creationId xmlns:a16="http://schemas.microsoft.com/office/drawing/2014/main" id="{F89C5E8C-FA9A-21FD-325C-09222EDBC7CE}"/>
              </a:ext>
            </a:extLst>
          </p:cNvPr>
          <p:cNvSpPr/>
          <p:nvPr/>
        </p:nvSpPr>
        <p:spPr>
          <a:xfrm>
            <a:off x="1001268" y="4518870"/>
            <a:ext cx="3835908" cy="1731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>
                <a:solidFill>
                  <a:srgbClr val="543443"/>
                </a:solidFill>
              </a:rPr>
              <a:t>陳愛妮</a:t>
            </a:r>
            <a:endParaRPr lang="en-US" sz="897" dirty="0"/>
          </a:p>
        </p:txBody>
      </p:sp>
      <p:sp>
        <p:nvSpPr>
          <p:cNvPr id="163" name="Shape 161">
            <a:extLst>
              <a:ext uri="{FF2B5EF4-FFF2-40B4-BE49-F238E27FC236}">
                <a16:creationId xmlns:a16="http://schemas.microsoft.com/office/drawing/2014/main" id="{8783626B-7504-CFE6-C817-EF1A751E0D8B}"/>
              </a:ext>
            </a:extLst>
          </p:cNvPr>
          <p:cNvSpPr/>
          <p:nvPr/>
        </p:nvSpPr>
        <p:spPr>
          <a:xfrm>
            <a:off x="4860036" y="4514298"/>
            <a:ext cx="621792" cy="182249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64" name="Text 162">
            <a:extLst>
              <a:ext uri="{FF2B5EF4-FFF2-40B4-BE49-F238E27FC236}">
                <a16:creationId xmlns:a16="http://schemas.microsoft.com/office/drawing/2014/main" id="{738B9582-BA51-0CC2-16A5-2ED851C85123}"/>
              </a:ext>
            </a:extLst>
          </p:cNvPr>
          <p:cNvSpPr/>
          <p:nvPr/>
        </p:nvSpPr>
        <p:spPr>
          <a:xfrm>
            <a:off x="4882896" y="4518870"/>
            <a:ext cx="576072" cy="1731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>
                <a:solidFill>
                  <a:srgbClr val="543443"/>
                </a:solidFill>
              </a:rPr>
              <a:t>隆德</a:t>
            </a:r>
            <a:endParaRPr lang="en-US" sz="897" dirty="0"/>
          </a:p>
        </p:txBody>
      </p:sp>
      <p:sp>
        <p:nvSpPr>
          <p:cNvPr id="165" name="Shape 163">
            <a:extLst>
              <a:ext uri="{FF2B5EF4-FFF2-40B4-BE49-F238E27FC236}">
                <a16:creationId xmlns:a16="http://schemas.microsoft.com/office/drawing/2014/main" id="{27FFB326-96BE-B0A8-507D-E143142465C5}"/>
              </a:ext>
            </a:extLst>
          </p:cNvPr>
          <p:cNvSpPr/>
          <p:nvPr/>
        </p:nvSpPr>
        <p:spPr>
          <a:xfrm>
            <a:off x="5481828" y="4514298"/>
            <a:ext cx="530352" cy="182249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66" name="Text 164">
            <a:extLst>
              <a:ext uri="{FF2B5EF4-FFF2-40B4-BE49-F238E27FC236}">
                <a16:creationId xmlns:a16="http://schemas.microsoft.com/office/drawing/2014/main" id="{2D6440DF-8082-E742-4AE3-C5316A822807}"/>
              </a:ext>
            </a:extLst>
          </p:cNvPr>
          <p:cNvSpPr/>
          <p:nvPr/>
        </p:nvSpPr>
        <p:spPr>
          <a:xfrm>
            <a:off x="5504688" y="4518870"/>
            <a:ext cx="484632" cy="1731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7B3C5E"/>
                </a:solidFill>
              </a:rPr>
              <a:t>1</a:t>
            </a:r>
            <a:endParaRPr lang="en-US" sz="897" dirty="0"/>
          </a:p>
        </p:txBody>
      </p:sp>
      <p:sp>
        <p:nvSpPr>
          <p:cNvPr id="167" name="Shape 165">
            <a:extLst>
              <a:ext uri="{FF2B5EF4-FFF2-40B4-BE49-F238E27FC236}">
                <a16:creationId xmlns:a16="http://schemas.microsoft.com/office/drawing/2014/main" id="{DCDB297E-8375-A7E1-E535-0790491FF405}"/>
              </a:ext>
            </a:extLst>
          </p:cNvPr>
          <p:cNvSpPr/>
          <p:nvPr/>
        </p:nvSpPr>
        <p:spPr>
          <a:xfrm>
            <a:off x="502920" y="4696548"/>
            <a:ext cx="475488" cy="182249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68" name="Text 166">
            <a:extLst>
              <a:ext uri="{FF2B5EF4-FFF2-40B4-BE49-F238E27FC236}">
                <a16:creationId xmlns:a16="http://schemas.microsoft.com/office/drawing/2014/main" id="{3BBDF022-5DBF-741F-1784-FD18076E78DA}"/>
              </a:ext>
            </a:extLst>
          </p:cNvPr>
          <p:cNvSpPr/>
          <p:nvPr/>
        </p:nvSpPr>
        <p:spPr>
          <a:xfrm>
            <a:off x="525780" y="4701120"/>
            <a:ext cx="429768" cy="1731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>
                <a:solidFill>
                  <a:srgbClr val="543443"/>
                </a:solidFill>
              </a:rPr>
              <a:t>20</a:t>
            </a:r>
            <a:endParaRPr lang="en-US" sz="897" dirty="0"/>
          </a:p>
        </p:txBody>
      </p:sp>
      <p:sp>
        <p:nvSpPr>
          <p:cNvPr id="169" name="Shape 167">
            <a:extLst>
              <a:ext uri="{FF2B5EF4-FFF2-40B4-BE49-F238E27FC236}">
                <a16:creationId xmlns:a16="http://schemas.microsoft.com/office/drawing/2014/main" id="{8C3E6048-36F9-615E-82FD-7BE0BDB3917B}"/>
              </a:ext>
            </a:extLst>
          </p:cNvPr>
          <p:cNvSpPr/>
          <p:nvPr/>
        </p:nvSpPr>
        <p:spPr>
          <a:xfrm>
            <a:off x="978408" y="4696548"/>
            <a:ext cx="3881628" cy="182249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70" name="Text 168">
            <a:extLst>
              <a:ext uri="{FF2B5EF4-FFF2-40B4-BE49-F238E27FC236}">
                <a16:creationId xmlns:a16="http://schemas.microsoft.com/office/drawing/2014/main" id="{D74FCD58-22A4-D782-9B9A-A2E3A33D048F}"/>
              </a:ext>
            </a:extLst>
          </p:cNvPr>
          <p:cNvSpPr/>
          <p:nvPr/>
        </p:nvSpPr>
        <p:spPr>
          <a:xfrm>
            <a:off x="1001268" y="4701120"/>
            <a:ext cx="3835908" cy="1731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>
                <a:solidFill>
                  <a:srgbClr val="543443"/>
                </a:solidFill>
              </a:rPr>
              <a:t>林清和</a:t>
            </a:r>
            <a:endParaRPr lang="en-US" sz="897" dirty="0"/>
          </a:p>
        </p:txBody>
      </p:sp>
      <p:sp>
        <p:nvSpPr>
          <p:cNvPr id="171" name="Shape 169">
            <a:extLst>
              <a:ext uri="{FF2B5EF4-FFF2-40B4-BE49-F238E27FC236}">
                <a16:creationId xmlns:a16="http://schemas.microsoft.com/office/drawing/2014/main" id="{8997863B-19E3-DC9B-4E81-5D3D7C5FF3A7}"/>
              </a:ext>
            </a:extLst>
          </p:cNvPr>
          <p:cNvSpPr/>
          <p:nvPr/>
        </p:nvSpPr>
        <p:spPr>
          <a:xfrm>
            <a:off x="4860036" y="4696548"/>
            <a:ext cx="621792" cy="182249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72" name="Text 170">
            <a:extLst>
              <a:ext uri="{FF2B5EF4-FFF2-40B4-BE49-F238E27FC236}">
                <a16:creationId xmlns:a16="http://schemas.microsoft.com/office/drawing/2014/main" id="{FB7FAB46-77BA-A01C-2FC1-1987863D1B3B}"/>
              </a:ext>
            </a:extLst>
          </p:cNvPr>
          <p:cNvSpPr/>
          <p:nvPr/>
        </p:nvSpPr>
        <p:spPr>
          <a:xfrm>
            <a:off x="4882896" y="4701120"/>
            <a:ext cx="576072" cy="1731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>
                <a:solidFill>
                  <a:srgbClr val="543443"/>
                </a:solidFill>
              </a:rPr>
              <a:t>隆德</a:t>
            </a:r>
            <a:endParaRPr lang="en-US" sz="897" dirty="0"/>
          </a:p>
        </p:txBody>
      </p:sp>
      <p:sp>
        <p:nvSpPr>
          <p:cNvPr id="173" name="Shape 171">
            <a:extLst>
              <a:ext uri="{FF2B5EF4-FFF2-40B4-BE49-F238E27FC236}">
                <a16:creationId xmlns:a16="http://schemas.microsoft.com/office/drawing/2014/main" id="{4C9DB818-F8D3-36DF-D0C7-30802AE041E3}"/>
              </a:ext>
            </a:extLst>
          </p:cNvPr>
          <p:cNvSpPr/>
          <p:nvPr/>
        </p:nvSpPr>
        <p:spPr>
          <a:xfrm>
            <a:off x="5481828" y="4696548"/>
            <a:ext cx="530352" cy="182249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74" name="Text 172">
            <a:extLst>
              <a:ext uri="{FF2B5EF4-FFF2-40B4-BE49-F238E27FC236}">
                <a16:creationId xmlns:a16="http://schemas.microsoft.com/office/drawing/2014/main" id="{BA02438E-A257-DCD5-DFF6-0E847074BB5F}"/>
              </a:ext>
            </a:extLst>
          </p:cNvPr>
          <p:cNvSpPr/>
          <p:nvPr/>
        </p:nvSpPr>
        <p:spPr>
          <a:xfrm>
            <a:off x="5504688" y="4701120"/>
            <a:ext cx="484632" cy="1731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7B3C5E"/>
                </a:solidFill>
              </a:rPr>
              <a:t>1</a:t>
            </a:r>
            <a:endParaRPr lang="en-US" sz="897" dirty="0"/>
          </a:p>
        </p:txBody>
      </p:sp>
      <p:sp>
        <p:nvSpPr>
          <p:cNvPr id="175" name="Shape 173">
            <a:extLst>
              <a:ext uri="{FF2B5EF4-FFF2-40B4-BE49-F238E27FC236}">
                <a16:creationId xmlns:a16="http://schemas.microsoft.com/office/drawing/2014/main" id="{DCF16F40-9257-BFD3-BE95-9BFEDB535290}"/>
              </a:ext>
            </a:extLst>
          </p:cNvPr>
          <p:cNvSpPr/>
          <p:nvPr/>
        </p:nvSpPr>
        <p:spPr>
          <a:xfrm>
            <a:off x="502920" y="4878797"/>
            <a:ext cx="475488" cy="182249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76" name="Text 174">
            <a:extLst>
              <a:ext uri="{FF2B5EF4-FFF2-40B4-BE49-F238E27FC236}">
                <a16:creationId xmlns:a16="http://schemas.microsoft.com/office/drawing/2014/main" id="{1249B4D5-C8CB-0AFF-9CEE-6008FFDFBA0D}"/>
              </a:ext>
            </a:extLst>
          </p:cNvPr>
          <p:cNvSpPr/>
          <p:nvPr/>
        </p:nvSpPr>
        <p:spPr>
          <a:xfrm>
            <a:off x="525780" y="4883369"/>
            <a:ext cx="429768" cy="1731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>
                <a:solidFill>
                  <a:srgbClr val="543443"/>
                </a:solidFill>
              </a:rPr>
              <a:t>21</a:t>
            </a:r>
            <a:endParaRPr lang="en-US" sz="897" dirty="0"/>
          </a:p>
        </p:txBody>
      </p:sp>
      <p:sp>
        <p:nvSpPr>
          <p:cNvPr id="177" name="Shape 175">
            <a:extLst>
              <a:ext uri="{FF2B5EF4-FFF2-40B4-BE49-F238E27FC236}">
                <a16:creationId xmlns:a16="http://schemas.microsoft.com/office/drawing/2014/main" id="{A50152E7-9B99-581D-5A3C-58ED8FC95968}"/>
              </a:ext>
            </a:extLst>
          </p:cNvPr>
          <p:cNvSpPr/>
          <p:nvPr/>
        </p:nvSpPr>
        <p:spPr>
          <a:xfrm>
            <a:off x="978408" y="4878797"/>
            <a:ext cx="3881628" cy="182249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78" name="Text 176">
            <a:extLst>
              <a:ext uri="{FF2B5EF4-FFF2-40B4-BE49-F238E27FC236}">
                <a16:creationId xmlns:a16="http://schemas.microsoft.com/office/drawing/2014/main" id="{97A882FF-B895-CF4F-AC85-72D0E9A3493B}"/>
              </a:ext>
            </a:extLst>
          </p:cNvPr>
          <p:cNvSpPr/>
          <p:nvPr/>
        </p:nvSpPr>
        <p:spPr>
          <a:xfrm>
            <a:off x="1001268" y="4883369"/>
            <a:ext cx="3835908" cy="1731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>
                <a:solidFill>
                  <a:srgbClr val="543443"/>
                </a:solidFill>
              </a:rPr>
              <a:t>陳雪冰</a:t>
            </a:r>
            <a:endParaRPr lang="en-US" sz="897" dirty="0"/>
          </a:p>
        </p:txBody>
      </p:sp>
      <p:sp>
        <p:nvSpPr>
          <p:cNvPr id="179" name="Shape 177">
            <a:extLst>
              <a:ext uri="{FF2B5EF4-FFF2-40B4-BE49-F238E27FC236}">
                <a16:creationId xmlns:a16="http://schemas.microsoft.com/office/drawing/2014/main" id="{D0EB6D02-68AB-12E1-7283-873BB2E09BCA}"/>
              </a:ext>
            </a:extLst>
          </p:cNvPr>
          <p:cNvSpPr/>
          <p:nvPr/>
        </p:nvSpPr>
        <p:spPr>
          <a:xfrm>
            <a:off x="4860036" y="4878797"/>
            <a:ext cx="621792" cy="182249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80" name="Text 178">
            <a:extLst>
              <a:ext uri="{FF2B5EF4-FFF2-40B4-BE49-F238E27FC236}">
                <a16:creationId xmlns:a16="http://schemas.microsoft.com/office/drawing/2014/main" id="{C9C63FE8-9F7C-1289-6697-DF230EA520D3}"/>
              </a:ext>
            </a:extLst>
          </p:cNvPr>
          <p:cNvSpPr/>
          <p:nvPr/>
        </p:nvSpPr>
        <p:spPr>
          <a:xfrm>
            <a:off x="4882896" y="4883369"/>
            <a:ext cx="576072" cy="1731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>
                <a:solidFill>
                  <a:srgbClr val="543443"/>
                </a:solidFill>
              </a:rPr>
              <a:t>隆德</a:t>
            </a:r>
            <a:endParaRPr lang="en-US" sz="897" dirty="0"/>
          </a:p>
        </p:txBody>
      </p:sp>
      <p:sp>
        <p:nvSpPr>
          <p:cNvPr id="181" name="Shape 179">
            <a:extLst>
              <a:ext uri="{FF2B5EF4-FFF2-40B4-BE49-F238E27FC236}">
                <a16:creationId xmlns:a16="http://schemas.microsoft.com/office/drawing/2014/main" id="{818A21BB-59B2-7AE9-FB4E-D24A5915132A}"/>
              </a:ext>
            </a:extLst>
          </p:cNvPr>
          <p:cNvSpPr/>
          <p:nvPr/>
        </p:nvSpPr>
        <p:spPr>
          <a:xfrm>
            <a:off x="5481828" y="4878797"/>
            <a:ext cx="530352" cy="182249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82" name="Text 180">
            <a:extLst>
              <a:ext uri="{FF2B5EF4-FFF2-40B4-BE49-F238E27FC236}">
                <a16:creationId xmlns:a16="http://schemas.microsoft.com/office/drawing/2014/main" id="{FD3A0962-0B69-3285-973A-2AF47F8E4853}"/>
              </a:ext>
            </a:extLst>
          </p:cNvPr>
          <p:cNvSpPr/>
          <p:nvPr/>
        </p:nvSpPr>
        <p:spPr>
          <a:xfrm>
            <a:off x="5504688" y="4883369"/>
            <a:ext cx="484632" cy="1731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7B3C5E"/>
                </a:solidFill>
              </a:rPr>
              <a:t>1</a:t>
            </a:r>
            <a:endParaRPr lang="en-US" sz="897" dirty="0"/>
          </a:p>
        </p:txBody>
      </p:sp>
      <p:sp>
        <p:nvSpPr>
          <p:cNvPr id="183" name="Shape 181">
            <a:extLst>
              <a:ext uri="{FF2B5EF4-FFF2-40B4-BE49-F238E27FC236}">
                <a16:creationId xmlns:a16="http://schemas.microsoft.com/office/drawing/2014/main" id="{85D09830-B96C-8D4B-D724-0AABE635441D}"/>
              </a:ext>
            </a:extLst>
          </p:cNvPr>
          <p:cNvSpPr/>
          <p:nvPr/>
        </p:nvSpPr>
        <p:spPr>
          <a:xfrm>
            <a:off x="502920" y="5061046"/>
            <a:ext cx="475488" cy="182249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84" name="Text 182">
            <a:extLst>
              <a:ext uri="{FF2B5EF4-FFF2-40B4-BE49-F238E27FC236}">
                <a16:creationId xmlns:a16="http://schemas.microsoft.com/office/drawing/2014/main" id="{297FF1FC-915C-BF5A-E3E8-7066EE563921}"/>
              </a:ext>
            </a:extLst>
          </p:cNvPr>
          <p:cNvSpPr/>
          <p:nvPr/>
        </p:nvSpPr>
        <p:spPr>
          <a:xfrm>
            <a:off x="525780" y="5065618"/>
            <a:ext cx="429768" cy="1731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>
                <a:solidFill>
                  <a:srgbClr val="543443"/>
                </a:solidFill>
              </a:rPr>
              <a:t>22</a:t>
            </a:r>
            <a:endParaRPr lang="en-US" sz="897" dirty="0"/>
          </a:p>
        </p:txBody>
      </p:sp>
      <p:sp>
        <p:nvSpPr>
          <p:cNvPr id="185" name="Shape 183">
            <a:extLst>
              <a:ext uri="{FF2B5EF4-FFF2-40B4-BE49-F238E27FC236}">
                <a16:creationId xmlns:a16="http://schemas.microsoft.com/office/drawing/2014/main" id="{7A9A2FB9-994C-0295-4C22-D453D9D5CDDE}"/>
              </a:ext>
            </a:extLst>
          </p:cNvPr>
          <p:cNvSpPr/>
          <p:nvPr/>
        </p:nvSpPr>
        <p:spPr>
          <a:xfrm>
            <a:off x="978408" y="5061046"/>
            <a:ext cx="3881628" cy="182249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86" name="Text 184">
            <a:extLst>
              <a:ext uri="{FF2B5EF4-FFF2-40B4-BE49-F238E27FC236}">
                <a16:creationId xmlns:a16="http://schemas.microsoft.com/office/drawing/2014/main" id="{C90C8F1A-F06C-DA95-64AE-BFCF00EAE90C}"/>
              </a:ext>
            </a:extLst>
          </p:cNvPr>
          <p:cNvSpPr/>
          <p:nvPr/>
        </p:nvSpPr>
        <p:spPr>
          <a:xfrm>
            <a:off x="1001268" y="5065618"/>
            <a:ext cx="3835908" cy="1731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>
                <a:solidFill>
                  <a:srgbClr val="543443"/>
                </a:solidFill>
              </a:rPr>
              <a:t>潘碧蓉</a:t>
            </a:r>
            <a:endParaRPr lang="en-US" sz="897" dirty="0"/>
          </a:p>
        </p:txBody>
      </p:sp>
      <p:sp>
        <p:nvSpPr>
          <p:cNvPr id="187" name="Shape 185">
            <a:extLst>
              <a:ext uri="{FF2B5EF4-FFF2-40B4-BE49-F238E27FC236}">
                <a16:creationId xmlns:a16="http://schemas.microsoft.com/office/drawing/2014/main" id="{47B63018-BA42-F4F4-6BAD-B8AA08B2C01B}"/>
              </a:ext>
            </a:extLst>
          </p:cNvPr>
          <p:cNvSpPr/>
          <p:nvPr/>
        </p:nvSpPr>
        <p:spPr>
          <a:xfrm>
            <a:off x="4860036" y="5061046"/>
            <a:ext cx="621792" cy="182249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88" name="Text 186">
            <a:extLst>
              <a:ext uri="{FF2B5EF4-FFF2-40B4-BE49-F238E27FC236}">
                <a16:creationId xmlns:a16="http://schemas.microsoft.com/office/drawing/2014/main" id="{DD0F9E9B-2854-5516-17DB-41F702EA3CD0}"/>
              </a:ext>
            </a:extLst>
          </p:cNvPr>
          <p:cNvSpPr/>
          <p:nvPr/>
        </p:nvSpPr>
        <p:spPr>
          <a:xfrm>
            <a:off x="4882896" y="5065618"/>
            <a:ext cx="576072" cy="1731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>
                <a:solidFill>
                  <a:srgbClr val="543443"/>
                </a:solidFill>
              </a:rPr>
              <a:t>隆德</a:t>
            </a:r>
            <a:endParaRPr lang="en-US" sz="897" dirty="0"/>
          </a:p>
        </p:txBody>
      </p:sp>
      <p:sp>
        <p:nvSpPr>
          <p:cNvPr id="189" name="Shape 187">
            <a:extLst>
              <a:ext uri="{FF2B5EF4-FFF2-40B4-BE49-F238E27FC236}">
                <a16:creationId xmlns:a16="http://schemas.microsoft.com/office/drawing/2014/main" id="{C97FF38B-4C7D-15AC-593F-93CEB519B2E6}"/>
              </a:ext>
            </a:extLst>
          </p:cNvPr>
          <p:cNvSpPr/>
          <p:nvPr/>
        </p:nvSpPr>
        <p:spPr>
          <a:xfrm>
            <a:off x="5481828" y="5061046"/>
            <a:ext cx="530352" cy="182249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90" name="Text 188">
            <a:extLst>
              <a:ext uri="{FF2B5EF4-FFF2-40B4-BE49-F238E27FC236}">
                <a16:creationId xmlns:a16="http://schemas.microsoft.com/office/drawing/2014/main" id="{E8E93665-2848-9C3A-C432-08B9239C7414}"/>
              </a:ext>
            </a:extLst>
          </p:cNvPr>
          <p:cNvSpPr/>
          <p:nvPr/>
        </p:nvSpPr>
        <p:spPr>
          <a:xfrm>
            <a:off x="5504688" y="5065618"/>
            <a:ext cx="484632" cy="1731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7B3C5E"/>
                </a:solidFill>
              </a:rPr>
              <a:t>1</a:t>
            </a:r>
            <a:endParaRPr lang="en-US" sz="897" dirty="0"/>
          </a:p>
        </p:txBody>
      </p:sp>
      <p:sp>
        <p:nvSpPr>
          <p:cNvPr id="191" name="Shape 189">
            <a:extLst>
              <a:ext uri="{FF2B5EF4-FFF2-40B4-BE49-F238E27FC236}">
                <a16:creationId xmlns:a16="http://schemas.microsoft.com/office/drawing/2014/main" id="{CC39994D-38B1-0AF2-628F-2D1FA2A82E2B}"/>
              </a:ext>
            </a:extLst>
          </p:cNvPr>
          <p:cNvSpPr/>
          <p:nvPr/>
        </p:nvSpPr>
        <p:spPr>
          <a:xfrm>
            <a:off x="502920" y="5243296"/>
            <a:ext cx="475488" cy="182249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92" name="Text 190">
            <a:extLst>
              <a:ext uri="{FF2B5EF4-FFF2-40B4-BE49-F238E27FC236}">
                <a16:creationId xmlns:a16="http://schemas.microsoft.com/office/drawing/2014/main" id="{04132643-10BF-1234-2A9D-7698DEB42BF0}"/>
              </a:ext>
            </a:extLst>
          </p:cNvPr>
          <p:cNvSpPr/>
          <p:nvPr/>
        </p:nvSpPr>
        <p:spPr>
          <a:xfrm>
            <a:off x="525780" y="5247868"/>
            <a:ext cx="429768" cy="1731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>
                <a:solidFill>
                  <a:srgbClr val="543443"/>
                </a:solidFill>
              </a:rPr>
              <a:t>23</a:t>
            </a:r>
            <a:endParaRPr lang="en-US" sz="897" dirty="0"/>
          </a:p>
        </p:txBody>
      </p:sp>
      <p:sp>
        <p:nvSpPr>
          <p:cNvPr id="193" name="Shape 191">
            <a:extLst>
              <a:ext uri="{FF2B5EF4-FFF2-40B4-BE49-F238E27FC236}">
                <a16:creationId xmlns:a16="http://schemas.microsoft.com/office/drawing/2014/main" id="{0C49DCF2-D1A1-8B3A-D850-B4F06BD4EFA1}"/>
              </a:ext>
            </a:extLst>
          </p:cNvPr>
          <p:cNvSpPr/>
          <p:nvPr/>
        </p:nvSpPr>
        <p:spPr>
          <a:xfrm>
            <a:off x="978408" y="5243296"/>
            <a:ext cx="3881628" cy="182249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94" name="Text 192">
            <a:extLst>
              <a:ext uri="{FF2B5EF4-FFF2-40B4-BE49-F238E27FC236}">
                <a16:creationId xmlns:a16="http://schemas.microsoft.com/office/drawing/2014/main" id="{B8771E14-3D48-9EEB-46DF-96232D25703B}"/>
              </a:ext>
            </a:extLst>
          </p:cNvPr>
          <p:cNvSpPr/>
          <p:nvPr/>
        </p:nvSpPr>
        <p:spPr>
          <a:xfrm>
            <a:off x="1001268" y="5247868"/>
            <a:ext cx="3835908" cy="1731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>
                <a:solidFill>
                  <a:srgbClr val="543443"/>
                </a:solidFill>
              </a:rPr>
              <a:t>陳東慶</a:t>
            </a:r>
            <a:endParaRPr lang="en-US" sz="897" dirty="0"/>
          </a:p>
        </p:txBody>
      </p:sp>
      <p:sp>
        <p:nvSpPr>
          <p:cNvPr id="195" name="Shape 193">
            <a:extLst>
              <a:ext uri="{FF2B5EF4-FFF2-40B4-BE49-F238E27FC236}">
                <a16:creationId xmlns:a16="http://schemas.microsoft.com/office/drawing/2014/main" id="{12C062D0-3769-2A7B-7012-06ADCABD82E9}"/>
              </a:ext>
            </a:extLst>
          </p:cNvPr>
          <p:cNvSpPr/>
          <p:nvPr/>
        </p:nvSpPr>
        <p:spPr>
          <a:xfrm>
            <a:off x="4860036" y="5243296"/>
            <a:ext cx="621792" cy="182249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96" name="Text 194">
            <a:extLst>
              <a:ext uri="{FF2B5EF4-FFF2-40B4-BE49-F238E27FC236}">
                <a16:creationId xmlns:a16="http://schemas.microsoft.com/office/drawing/2014/main" id="{0D067E07-8B50-4C03-5C4C-1084A64B4F5A}"/>
              </a:ext>
            </a:extLst>
          </p:cNvPr>
          <p:cNvSpPr/>
          <p:nvPr/>
        </p:nvSpPr>
        <p:spPr>
          <a:xfrm>
            <a:off x="4882896" y="5247868"/>
            <a:ext cx="576072" cy="1731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>
                <a:solidFill>
                  <a:srgbClr val="543443"/>
                </a:solidFill>
              </a:rPr>
              <a:t>華德</a:t>
            </a:r>
            <a:endParaRPr lang="en-US" sz="897" dirty="0"/>
          </a:p>
        </p:txBody>
      </p:sp>
      <p:sp>
        <p:nvSpPr>
          <p:cNvPr id="197" name="Shape 195">
            <a:extLst>
              <a:ext uri="{FF2B5EF4-FFF2-40B4-BE49-F238E27FC236}">
                <a16:creationId xmlns:a16="http://schemas.microsoft.com/office/drawing/2014/main" id="{8EFF640C-D497-395F-3D53-FADC4627B089}"/>
              </a:ext>
            </a:extLst>
          </p:cNvPr>
          <p:cNvSpPr/>
          <p:nvPr/>
        </p:nvSpPr>
        <p:spPr>
          <a:xfrm>
            <a:off x="5481828" y="5243296"/>
            <a:ext cx="530352" cy="182249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98" name="Text 196">
            <a:extLst>
              <a:ext uri="{FF2B5EF4-FFF2-40B4-BE49-F238E27FC236}">
                <a16:creationId xmlns:a16="http://schemas.microsoft.com/office/drawing/2014/main" id="{C42432FE-D329-F3B9-CE60-BF721EC5DD96}"/>
              </a:ext>
            </a:extLst>
          </p:cNvPr>
          <p:cNvSpPr/>
          <p:nvPr/>
        </p:nvSpPr>
        <p:spPr>
          <a:xfrm>
            <a:off x="5504688" y="5247868"/>
            <a:ext cx="484632" cy="1731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7B3C5E"/>
                </a:solidFill>
              </a:rPr>
              <a:t>3</a:t>
            </a:r>
            <a:endParaRPr lang="en-US" sz="897" dirty="0"/>
          </a:p>
        </p:txBody>
      </p:sp>
      <p:sp>
        <p:nvSpPr>
          <p:cNvPr id="199" name="Shape 197">
            <a:extLst>
              <a:ext uri="{FF2B5EF4-FFF2-40B4-BE49-F238E27FC236}">
                <a16:creationId xmlns:a16="http://schemas.microsoft.com/office/drawing/2014/main" id="{04CB8A9A-13CD-A9C1-8FE6-40A94E051D3C}"/>
              </a:ext>
            </a:extLst>
          </p:cNvPr>
          <p:cNvSpPr/>
          <p:nvPr/>
        </p:nvSpPr>
        <p:spPr>
          <a:xfrm>
            <a:off x="502920" y="5425545"/>
            <a:ext cx="475488" cy="182249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00" name="Text 198">
            <a:extLst>
              <a:ext uri="{FF2B5EF4-FFF2-40B4-BE49-F238E27FC236}">
                <a16:creationId xmlns:a16="http://schemas.microsoft.com/office/drawing/2014/main" id="{48AF1AD6-3E7C-73C6-3115-EAF849552EA8}"/>
              </a:ext>
            </a:extLst>
          </p:cNvPr>
          <p:cNvSpPr/>
          <p:nvPr/>
        </p:nvSpPr>
        <p:spPr>
          <a:xfrm>
            <a:off x="525780" y="5430117"/>
            <a:ext cx="429768" cy="1731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>
                <a:solidFill>
                  <a:srgbClr val="543443"/>
                </a:solidFill>
              </a:rPr>
              <a:t>24</a:t>
            </a:r>
            <a:endParaRPr lang="en-US" sz="897" dirty="0"/>
          </a:p>
        </p:txBody>
      </p:sp>
      <p:sp>
        <p:nvSpPr>
          <p:cNvPr id="201" name="Shape 199">
            <a:extLst>
              <a:ext uri="{FF2B5EF4-FFF2-40B4-BE49-F238E27FC236}">
                <a16:creationId xmlns:a16="http://schemas.microsoft.com/office/drawing/2014/main" id="{E6017BA2-E211-BFD9-899D-5E1B17494F0F}"/>
              </a:ext>
            </a:extLst>
          </p:cNvPr>
          <p:cNvSpPr/>
          <p:nvPr/>
        </p:nvSpPr>
        <p:spPr>
          <a:xfrm>
            <a:off x="978408" y="5425545"/>
            <a:ext cx="3881628" cy="182249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02" name="Text 200">
            <a:extLst>
              <a:ext uri="{FF2B5EF4-FFF2-40B4-BE49-F238E27FC236}">
                <a16:creationId xmlns:a16="http://schemas.microsoft.com/office/drawing/2014/main" id="{A8586CAB-5637-B0CF-FB67-F0BD3A52D7D5}"/>
              </a:ext>
            </a:extLst>
          </p:cNvPr>
          <p:cNvSpPr/>
          <p:nvPr/>
        </p:nvSpPr>
        <p:spPr>
          <a:xfrm>
            <a:off x="1001268" y="5430117"/>
            <a:ext cx="3835908" cy="1731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>
                <a:solidFill>
                  <a:srgbClr val="543443"/>
                </a:solidFill>
              </a:rPr>
              <a:t>Danh Thi Pha</a:t>
            </a:r>
            <a:endParaRPr lang="en-US" sz="897" dirty="0"/>
          </a:p>
        </p:txBody>
      </p:sp>
      <p:sp>
        <p:nvSpPr>
          <p:cNvPr id="203" name="Shape 201">
            <a:extLst>
              <a:ext uri="{FF2B5EF4-FFF2-40B4-BE49-F238E27FC236}">
                <a16:creationId xmlns:a16="http://schemas.microsoft.com/office/drawing/2014/main" id="{50052A5D-D371-3851-03AE-A3E693F377C3}"/>
              </a:ext>
            </a:extLst>
          </p:cNvPr>
          <p:cNvSpPr/>
          <p:nvPr/>
        </p:nvSpPr>
        <p:spPr>
          <a:xfrm>
            <a:off x="4860036" y="5425545"/>
            <a:ext cx="621792" cy="182249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04" name="Text 202">
            <a:extLst>
              <a:ext uri="{FF2B5EF4-FFF2-40B4-BE49-F238E27FC236}">
                <a16:creationId xmlns:a16="http://schemas.microsoft.com/office/drawing/2014/main" id="{BD89B3BB-6F4C-95F7-8210-04CDD8734BCD}"/>
              </a:ext>
            </a:extLst>
          </p:cNvPr>
          <p:cNvSpPr/>
          <p:nvPr/>
        </p:nvSpPr>
        <p:spPr>
          <a:xfrm>
            <a:off x="4882896" y="5430117"/>
            <a:ext cx="576072" cy="1731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>
                <a:solidFill>
                  <a:srgbClr val="543443"/>
                </a:solidFill>
              </a:rPr>
              <a:t>華德</a:t>
            </a:r>
            <a:endParaRPr lang="en-US" sz="897" dirty="0"/>
          </a:p>
        </p:txBody>
      </p:sp>
      <p:sp>
        <p:nvSpPr>
          <p:cNvPr id="205" name="Shape 203">
            <a:extLst>
              <a:ext uri="{FF2B5EF4-FFF2-40B4-BE49-F238E27FC236}">
                <a16:creationId xmlns:a16="http://schemas.microsoft.com/office/drawing/2014/main" id="{D2AB93B9-9320-32A4-9902-3D1DC9375BF4}"/>
              </a:ext>
            </a:extLst>
          </p:cNvPr>
          <p:cNvSpPr/>
          <p:nvPr/>
        </p:nvSpPr>
        <p:spPr>
          <a:xfrm>
            <a:off x="5481828" y="5425545"/>
            <a:ext cx="530352" cy="182249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06" name="Text 204">
            <a:extLst>
              <a:ext uri="{FF2B5EF4-FFF2-40B4-BE49-F238E27FC236}">
                <a16:creationId xmlns:a16="http://schemas.microsoft.com/office/drawing/2014/main" id="{908116B6-9894-4715-6BCD-EFD70E5BC99C}"/>
              </a:ext>
            </a:extLst>
          </p:cNvPr>
          <p:cNvSpPr/>
          <p:nvPr/>
        </p:nvSpPr>
        <p:spPr>
          <a:xfrm>
            <a:off x="5504688" y="5430117"/>
            <a:ext cx="484632" cy="1731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7B3C5E"/>
                </a:solidFill>
              </a:rPr>
              <a:t>2</a:t>
            </a:r>
            <a:endParaRPr lang="en-US" sz="897" dirty="0"/>
          </a:p>
        </p:txBody>
      </p:sp>
      <p:sp>
        <p:nvSpPr>
          <p:cNvPr id="207" name="Shape 205">
            <a:extLst>
              <a:ext uri="{FF2B5EF4-FFF2-40B4-BE49-F238E27FC236}">
                <a16:creationId xmlns:a16="http://schemas.microsoft.com/office/drawing/2014/main" id="{45CFDFAE-54F2-1726-ABEB-301AB8EE08C7}"/>
              </a:ext>
            </a:extLst>
          </p:cNvPr>
          <p:cNvSpPr/>
          <p:nvPr/>
        </p:nvSpPr>
        <p:spPr>
          <a:xfrm>
            <a:off x="502920" y="5607794"/>
            <a:ext cx="475488" cy="182249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08" name="Text 206">
            <a:extLst>
              <a:ext uri="{FF2B5EF4-FFF2-40B4-BE49-F238E27FC236}">
                <a16:creationId xmlns:a16="http://schemas.microsoft.com/office/drawing/2014/main" id="{2DF02FED-3CDA-982F-318A-3B1D6AC8A411}"/>
              </a:ext>
            </a:extLst>
          </p:cNvPr>
          <p:cNvSpPr/>
          <p:nvPr/>
        </p:nvSpPr>
        <p:spPr>
          <a:xfrm>
            <a:off x="525780" y="5612366"/>
            <a:ext cx="429768" cy="1731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>
                <a:solidFill>
                  <a:srgbClr val="543443"/>
                </a:solidFill>
              </a:rPr>
              <a:t>25</a:t>
            </a:r>
            <a:endParaRPr lang="en-US" sz="897" dirty="0"/>
          </a:p>
        </p:txBody>
      </p:sp>
      <p:sp>
        <p:nvSpPr>
          <p:cNvPr id="209" name="Shape 207">
            <a:extLst>
              <a:ext uri="{FF2B5EF4-FFF2-40B4-BE49-F238E27FC236}">
                <a16:creationId xmlns:a16="http://schemas.microsoft.com/office/drawing/2014/main" id="{0CA18C96-436F-83DE-EA99-C9B3F068C7BA}"/>
              </a:ext>
            </a:extLst>
          </p:cNvPr>
          <p:cNvSpPr/>
          <p:nvPr/>
        </p:nvSpPr>
        <p:spPr>
          <a:xfrm>
            <a:off x="978408" y="5607794"/>
            <a:ext cx="3881628" cy="182249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10" name="Text 208">
            <a:extLst>
              <a:ext uri="{FF2B5EF4-FFF2-40B4-BE49-F238E27FC236}">
                <a16:creationId xmlns:a16="http://schemas.microsoft.com/office/drawing/2014/main" id="{45CEFEAD-9E50-6928-8571-4009E7336CBE}"/>
              </a:ext>
            </a:extLst>
          </p:cNvPr>
          <p:cNvSpPr/>
          <p:nvPr/>
        </p:nvSpPr>
        <p:spPr>
          <a:xfrm>
            <a:off x="1001268" y="5612366"/>
            <a:ext cx="3835908" cy="1731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>
                <a:solidFill>
                  <a:srgbClr val="543443"/>
                </a:solidFill>
              </a:rPr>
              <a:t>洪秋雪</a:t>
            </a:r>
            <a:endParaRPr lang="en-US" sz="897" dirty="0"/>
          </a:p>
        </p:txBody>
      </p:sp>
      <p:sp>
        <p:nvSpPr>
          <p:cNvPr id="211" name="Shape 209">
            <a:extLst>
              <a:ext uri="{FF2B5EF4-FFF2-40B4-BE49-F238E27FC236}">
                <a16:creationId xmlns:a16="http://schemas.microsoft.com/office/drawing/2014/main" id="{CD85A960-A086-C653-9A91-53B66890CD7B}"/>
              </a:ext>
            </a:extLst>
          </p:cNvPr>
          <p:cNvSpPr/>
          <p:nvPr/>
        </p:nvSpPr>
        <p:spPr>
          <a:xfrm>
            <a:off x="4860036" y="5607794"/>
            <a:ext cx="621792" cy="182249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12" name="Text 210">
            <a:extLst>
              <a:ext uri="{FF2B5EF4-FFF2-40B4-BE49-F238E27FC236}">
                <a16:creationId xmlns:a16="http://schemas.microsoft.com/office/drawing/2014/main" id="{EB4B3535-07C6-3501-CADC-B1AB41F4896B}"/>
              </a:ext>
            </a:extLst>
          </p:cNvPr>
          <p:cNvSpPr/>
          <p:nvPr/>
        </p:nvSpPr>
        <p:spPr>
          <a:xfrm>
            <a:off x="4882896" y="5612366"/>
            <a:ext cx="576072" cy="1731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>
                <a:solidFill>
                  <a:srgbClr val="543443"/>
                </a:solidFill>
              </a:rPr>
              <a:t>華德</a:t>
            </a:r>
            <a:endParaRPr lang="en-US" sz="897" dirty="0"/>
          </a:p>
        </p:txBody>
      </p:sp>
      <p:sp>
        <p:nvSpPr>
          <p:cNvPr id="213" name="Shape 211">
            <a:extLst>
              <a:ext uri="{FF2B5EF4-FFF2-40B4-BE49-F238E27FC236}">
                <a16:creationId xmlns:a16="http://schemas.microsoft.com/office/drawing/2014/main" id="{F33F346C-F71E-85FF-CBA4-FC3CA443038A}"/>
              </a:ext>
            </a:extLst>
          </p:cNvPr>
          <p:cNvSpPr/>
          <p:nvPr/>
        </p:nvSpPr>
        <p:spPr>
          <a:xfrm>
            <a:off x="5481828" y="5607794"/>
            <a:ext cx="530352" cy="182249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14" name="Text 212">
            <a:extLst>
              <a:ext uri="{FF2B5EF4-FFF2-40B4-BE49-F238E27FC236}">
                <a16:creationId xmlns:a16="http://schemas.microsoft.com/office/drawing/2014/main" id="{5D3E6B79-7C32-41C7-0910-7AE05EF348D6}"/>
              </a:ext>
            </a:extLst>
          </p:cNvPr>
          <p:cNvSpPr/>
          <p:nvPr/>
        </p:nvSpPr>
        <p:spPr>
          <a:xfrm>
            <a:off x="5504688" y="5612366"/>
            <a:ext cx="484632" cy="1731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7B3C5E"/>
                </a:solidFill>
              </a:rPr>
              <a:t>1</a:t>
            </a:r>
            <a:endParaRPr lang="en-US" sz="897" dirty="0"/>
          </a:p>
        </p:txBody>
      </p:sp>
      <p:sp>
        <p:nvSpPr>
          <p:cNvPr id="215" name="Shape 213">
            <a:extLst>
              <a:ext uri="{FF2B5EF4-FFF2-40B4-BE49-F238E27FC236}">
                <a16:creationId xmlns:a16="http://schemas.microsoft.com/office/drawing/2014/main" id="{999CE423-1134-089E-92FA-644EA270D622}"/>
              </a:ext>
            </a:extLst>
          </p:cNvPr>
          <p:cNvSpPr/>
          <p:nvPr/>
        </p:nvSpPr>
        <p:spPr>
          <a:xfrm>
            <a:off x="502920" y="5790044"/>
            <a:ext cx="475488" cy="182249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16" name="Text 214">
            <a:extLst>
              <a:ext uri="{FF2B5EF4-FFF2-40B4-BE49-F238E27FC236}">
                <a16:creationId xmlns:a16="http://schemas.microsoft.com/office/drawing/2014/main" id="{694FB9FB-4DA5-CB95-1C92-FAFA4093FF2C}"/>
              </a:ext>
            </a:extLst>
          </p:cNvPr>
          <p:cNvSpPr/>
          <p:nvPr/>
        </p:nvSpPr>
        <p:spPr>
          <a:xfrm>
            <a:off x="525780" y="5794616"/>
            <a:ext cx="429768" cy="1731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>
                <a:solidFill>
                  <a:srgbClr val="543443"/>
                </a:solidFill>
              </a:rPr>
              <a:t>26</a:t>
            </a:r>
            <a:endParaRPr lang="en-US" sz="897" dirty="0"/>
          </a:p>
        </p:txBody>
      </p:sp>
      <p:sp>
        <p:nvSpPr>
          <p:cNvPr id="217" name="Shape 215">
            <a:extLst>
              <a:ext uri="{FF2B5EF4-FFF2-40B4-BE49-F238E27FC236}">
                <a16:creationId xmlns:a16="http://schemas.microsoft.com/office/drawing/2014/main" id="{E427293F-2EB5-7761-6C54-030CC00BAECB}"/>
              </a:ext>
            </a:extLst>
          </p:cNvPr>
          <p:cNvSpPr/>
          <p:nvPr/>
        </p:nvSpPr>
        <p:spPr>
          <a:xfrm>
            <a:off x="978408" y="5790044"/>
            <a:ext cx="3881628" cy="182249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18" name="Text 216">
            <a:extLst>
              <a:ext uri="{FF2B5EF4-FFF2-40B4-BE49-F238E27FC236}">
                <a16:creationId xmlns:a16="http://schemas.microsoft.com/office/drawing/2014/main" id="{F76D1A7F-A7A4-1C0B-F78E-AF70CDC8E8A6}"/>
              </a:ext>
            </a:extLst>
          </p:cNvPr>
          <p:cNvSpPr/>
          <p:nvPr/>
        </p:nvSpPr>
        <p:spPr>
          <a:xfrm>
            <a:off x="1001268" y="5794616"/>
            <a:ext cx="3835908" cy="1731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>
                <a:solidFill>
                  <a:srgbClr val="543443"/>
                </a:solidFill>
              </a:rPr>
              <a:t>張雪芳</a:t>
            </a:r>
            <a:endParaRPr lang="en-US" sz="897" dirty="0"/>
          </a:p>
        </p:txBody>
      </p:sp>
      <p:sp>
        <p:nvSpPr>
          <p:cNvPr id="219" name="Shape 217">
            <a:extLst>
              <a:ext uri="{FF2B5EF4-FFF2-40B4-BE49-F238E27FC236}">
                <a16:creationId xmlns:a16="http://schemas.microsoft.com/office/drawing/2014/main" id="{5AFBC142-E568-8A32-EAC8-B3441D496AA7}"/>
              </a:ext>
            </a:extLst>
          </p:cNvPr>
          <p:cNvSpPr/>
          <p:nvPr/>
        </p:nvSpPr>
        <p:spPr>
          <a:xfrm>
            <a:off x="4860036" y="5790044"/>
            <a:ext cx="621792" cy="182249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20" name="Text 218">
            <a:extLst>
              <a:ext uri="{FF2B5EF4-FFF2-40B4-BE49-F238E27FC236}">
                <a16:creationId xmlns:a16="http://schemas.microsoft.com/office/drawing/2014/main" id="{508165D2-E103-A730-34C2-805D92B6F47F}"/>
              </a:ext>
            </a:extLst>
          </p:cNvPr>
          <p:cNvSpPr/>
          <p:nvPr/>
        </p:nvSpPr>
        <p:spPr>
          <a:xfrm>
            <a:off x="4882896" y="5794616"/>
            <a:ext cx="576072" cy="1731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>
                <a:solidFill>
                  <a:srgbClr val="543443"/>
                </a:solidFill>
              </a:rPr>
              <a:t>華德</a:t>
            </a:r>
            <a:endParaRPr lang="en-US" sz="897" dirty="0"/>
          </a:p>
        </p:txBody>
      </p:sp>
      <p:sp>
        <p:nvSpPr>
          <p:cNvPr id="221" name="Shape 219">
            <a:extLst>
              <a:ext uri="{FF2B5EF4-FFF2-40B4-BE49-F238E27FC236}">
                <a16:creationId xmlns:a16="http://schemas.microsoft.com/office/drawing/2014/main" id="{D1A380C9-CEF5-2029-A6D5-77AEB75C432C}"/>
              </a:ext>
            </a:extLst>
          </p:cNvPr>
          <p:cNvSpPr/>
          <p:nvPr/>
        </p:nvSpPr>
        <p:spPr>
          <a:xfrm>
            <a:off x="5481828" y="5790044"/>
            <a:ext cx="530352" cy="182249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22" name="Text 220">
            <a:extLst>
              <a:ext uri="{FF2B5EF4-FFF2-40B4-BE49-F238E27FC236}">
                <a16:creationId xmlns:a16="http://schemas.microsoft.com/office/drawing/2014/main" id="{033BCBF6-219D-D9A6-6D09-FC65D0B29B55}"/>
              </a:ext>
            </a:extLst>
          </p:cNvPr>
          <p:cNvSpPr/>
          <p:nvPr/>
        </p:nvSpPr>
        <p:spPr>
          <a:xfrm>
            <a:off x="5504688" y="5794616"/>
            <a:ext cx="484632" cy="1731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7B3C5E"/>
                </a:solidFill>
              </a:rPr>
              <a:t>1</a:t>
            </a:r>
            <a:endParaRPr lang="en-US" sz="897" dirty="0"/>
          </a:p>
        </p:txBody>
      </p:sp>
      <p:sp>
        <p:nvSpPr>
          <p:cNvPr id="223" name="Shape 221">
            <a:extLst>
              <a:ext uri="{FF2B5EF4-FFF2-40B4-BE49-F238E27FC236}">
                <a16:creationId xmlns:a16="http://schemas.microsoft.com/office/drawing/2014/main" id="{2970EE1D-75E2-C7DE-56A2-877FD3BD60F7}"/>
              </a:ext>
            </a:extLst>
          </p:cNvPr>
          <p:cNvSpPr/>
          <p:nvPr/>
        </p:nvSpPr>
        <p:spPr>
          <a:xfrm>
            <a:off x="502920" y="5972293"/>
            <a:ext cx="475488" cy="182249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24" name="Text 222">
            <a:extLst>
              <a:ext uri="{FF2B5EF4-FFF2-40B4-BE49-F238E27FC236}">
                <a16:creationId xmlns:a16="http://schemas.microsoft.com/office/drawing/2014/main" id="{F042EF44-F1D1-BCD7-8CE4-B5F5E0FD9EB0}"/>
              </a:ext>
            </a:extLst>
          </p:cNvPr>
          <p:cNvSpPr/>
          <p:nvPr/>
        </p:nvSpPr>
        <p:spPr>
          <a:xfrm>
            <a:off x="525780" y="5976865"/>
            <a:ext cx="429768" cy="1731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>
                <a:solidFill>
                  <a:srgbClr val="543443"/>
                </a:solidFill>
              </a:rPr>
              <a:t>27</a:t>
            </a:r>
            <a:endParaRPr lang="en-US" sz="897" dirty="0"/>
          </a:p>
        </p:txBody>
      </p:sp>
      <p:sp>
        <p:nvSpPr>
          <p:cNvPr id="225" name="Shape 223">
            <a:extLst>
              <a:ext uri="{FF2B5EF4-FFF2-40B4-BE49-F238E27FC236}">
                <a16:creationId xmlns:a16="http://schemas.microsoft.com/office/drawing/2014/main" id="{36522B31-56FB-2FAD-AE24-FC94633D4D05}"/>
              </a:ext>
            </a:extLst>
          </p:cNvPr>
          <p:cNvSpPr/>
          <p:nvPr/>
        </p:nvSpPr>
        <p:spPr>
          <a:xfrm>
            <a:off x="978408" y="5972293"/>
            <a:ext cx="3881628" cy="182249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26" name="Text 224">
            <a:extLst>
              <a:ext uri="{FF2B5EF4-FFF2-40B4-BE49-F238E27FC236}">
                <a16:creationId xmlns:a16="http://schemas.microsoft.com/office/drawing/2014/main" id="{5BC1D800-BCD8-7F71-E550-B7697026A2C3}"/>
              </a:ext>
            </a:extLst>
          </p:cNvPr>
          <p:cNvSpPr/>
          <p:nvPr/>
        </p:nvSpPr>
        <p:spPr>
          <a:xfrm>
            <a:off x="1001268" y="5976865"/>
            <a:ext cx="3835908" cy="1731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>
                <a:solidFill>
                  <a:srgbClr val="543443"/>
                </a:solidFill>
              </a:rPr>
              <a:t>洪俊傑</a:t>
            </a:r>
            <a:endParaRPr lang="en-US" sz="897" dirty="0"/>
          </a:p>
        </p:txBody>
      </p:sp>
      <p:sp>
        <p:nvSpPr>
          <p:cNvPr id="227" name="Shape 225">
            <a:extLst>
              <a:ext uri="{FF2B5EF4-FFF2-40B4-BE49-F238E27FC236}">
                <a16:creationId xmlns:a16="http://schemas.microsoft.com/office/drawing/2014/main" id="{6E196490-9821-41D9-7256-2EA829742EFF}"/>
              </a:ext>
            </a:extLst>
          </p:cNvPr>
          <p:cNvSpPr/>
          <p:nvPr/>
        </p:nvSpPr>
        <p:spPr>
          <a:xfrm>
            <a:off x="4860036" y="5972293"/>
            <a:ext cx="621792" cy="182249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28" name="Text 226">
            <a:extLst>
              <a:ext uri="{FF2B5EF4-FFF2-40B4-BE49-F238E27FC236}">
                <a16:creationId xmlns:a16="http://schemas.microsoft.com/office/drawing/2014/main" id="{0DC96B89-275A-451F-A834-ACFC624F389B}"/>
              </a:ext>
            </a:extLst>
          </p:cNvPr>
          <p:cNvSpPr/>
          <p:nvPr/>
        </p:nvSpPr>
        <p:spPr>
          <a:xfrm>
            <a:off x="4882896" y="5976865"/>
            <a:ext cx="576072" cy="1731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>
                <a:solidFill>
                  <a:srgbClr val="543443"/>
                </a:solidFill>
              </a:rPr>
              <a:t>華德</a:t>
            </a:r>
            <a:endParaRPr lang="en-US" sz="897" dirty="0"/>
          </a:p>
        </p:txBody>
      </p:sp>
      <p:sp>
        <p:nvSpPr>
          <p:cNvPr id="229" name="Shape 227">
            <a:extLst>
              <a:ext uri="{FF2B5EF4-FFF2-40B4-BE49-F238E27FC236}">
                <a16:creationId xmlns:a16="http://schemas.microsoft.com/office/drawing/2014/main" id="{1A333450-0EF5-460E-53E8-C8D43690C79C}"/>
              </a:ext>
            </a:extLst>
          </p:cNvPr>
          <p:cNvSpPr/>
          <p:nvPr/>
        </p:nvSpPr>
        <p:spPr>
          <a:xfrm>
            <a:off x="5481828" y="5972293"/>
            <a:ext cx="530352" cy="182249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30" name="Text 228">
            <a:extLst>
              <a:ext uri="{FF2B5EF4-FFF2-40B4-BE49-F238E27FC236}">
                <a16:creationId xmlns:a16="http://schemas.microsoft.com/office/drawing/2014/main" id="{4CFB7DF8-599E-CA93-3F46-412717B464CB}"/>
              </a:ext>
            </a:extLst>
          </p:cNvPr>
          <p:cNvSpPr/>
          <p:nvPr/>
        </p:nvSpPr>
        <p:spPr>
          <a:xfrm>
            <a:off x="5504688" y="5976865"/>
            <a:ext cx="484632" cy="1731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7B3C5E"/>
                </a:solidFill>
              </a:rPr>
              <a:t>1</a:t>
            </a:r>
            <a:endParaRPr lang="en-US" sz="897" dirty="0"/>
          </a:p>
        </p:txBody>
      </p:sp>
      <p:sp>
        <p:nvSpPr>
          <p:cNvPr id="231" name="Shape 229">
            <a:extLst>
              <a:ext uri="{FF2B5EF4-FFF2-40B4-BE49-F238E27FC236}">
                <a16:creationId xmlns:a16="http://schemas.microsoft.com/office/drawing/2014/main" id="{E5245E71-8384-64E0-2CDC-27C678D6491D}"/>
              </a:ext>
            </a:extLst>
          </p:cNvPr>
          <p:cNvSpPr/>
          <p:nvPr/>
        </p:nvSpPr>
        <p:spPr>
          <a:xfrm>
            <a:off x="502920" y="6154543"/>
            <a:ext cx="475488" cy="182249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32" name="Text 230">
            <a:extLst>
              <a:ext uri="{FF2B5EF4-FFF2-40B4-BE49-F238E27FC236}">
                <a16:creationId xmlns:a16="http://schemas.microsoft.com/office/drawing/2014/main" id="{F8FB57E6-EB1C-B4AC-A83A-C53F39E5B073}"/>
              </a:ext>
            </a:extLst>
          </p:cNvPr>
          <p:cNvSpPr/>
          <p:nvPr/>
        </p:nvSpPr>
        <p:spPr>
          <a:xfrm>
            <a:off x="525780" y="6159115"/>
            <a:ext cx="429768" cy="1731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>
                <a:solidFill>
                  <a:srgbClr val="543443"/>
                </a:solidFill>
              </a:rPr>
              <a:t>28</a:t>
            </a:r>
            <a:endParaRPr lang="en-US" sz="897" dirty="0"/>
          </a:p>
        </p:txBody>
      </p:sp>
      <p:sp>
        <p:nvSpPr>
          <p:cNvPr id="233" name="Shape 231">
            <a:extLst>
              <a:ext uri="{FF2B5EF4-FFF2-40B4-BE49-F238E27FC236}">
                <a16:creationId xmlns:a16="http://schemas.microsoft.com/office/drawing/2014/main" id="{DD4D7813-F543-5A4E-E662-6D809E5EC1D6}"/>
              </a:ext>
            </a:extLst>
          </p:cNvPr>
          <p:cNvSpPr/>
          <p:nvPr/>
        </p:nvSpPr>
        <p:spPr>
          <a:xfrm>
            <a:off x="978408" y="6154543"/>
            <a:ext cx="3881628" cy="182249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34" name="Text 232">
            <a:extLst>
              <a:ext uri="{FF2B5EF4-FFF2-40B4-BE49-F238E27FC236}">
                <a16:creationId xmlns:a16="http://schemas.microsoft.com/office/drawing/2014/main" id="{C3ACEF71-FBFF-88FB-1C93-06CFC0A08710}"/>
              </a:ext>
            </a:extLst>
          </p:cNvPr>
          <p:cNvSpPr/>
          <p:nvPr/>
        </p:nvSpPr>
        <p:spPr>
          <a:xfrm>
            <a:off x="1001268" y="6159115"/>
            <a:ext cx="3835908" cy="1731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>
                <a:solidFill>
                  <a:srgbClr val="543443"/>
                </a:solidFill>
              </a:rPr>
              <a:t>陳俞鈞</a:t>
            </a:r>
            <a:endParaRPr lang="en-US" sz="897" dirty="0"/>
          </a:p>
        </p:txBody>
      </p:sp>
      <p:sp>
        <p:nvSpPr>
          <p:cNvPr id="235" name="Shape 233">
            <a:extLst>
              <a:ext uri="{FF2B5EF4-FFF2-40B4-BE49-F238E27FC236}">
                <a16:creationId xmlns:a16="http://schemas.microsoft.com/office/drawing/2014/main" id="{C9BF4468-6F96-A136-D6B0-8E9F1715009A}"/>
              </a:ext>
            </a:extLst>
          </p:cNvPr>
          <p:cNvSpPr/>
          <p:nvPr/>
        </p:nvSpPr>
        <p:spPr>
          <a:xfrm>
            <a:off x="4860036" y="6154543"/>
            <a:ext cx="621792" cy="182249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36" name="Text 234">
            <a:extLst>
              <a:ext uri="{FF2B5EF4-FFF2-40B4-BE49-F238E27FC236}">
                <a16:creationId xmlns:a16="http://schemas.microsoft.com/office/drawing/2014/main" id="{D8BC6102-A02A-46FA-05F5-A745C878ADB8}"/>
              </a:ext>
            </a:extLst>
          </p:cNvPr>
          <p:cNvSpPr/>
          <p:nvPr/>
        </p:nvSpPr>
        <p:spPr>
          <a:xfrm>
            <a:off x="4882896" y="6159115"/>
            <a:ext cx="576072" cy="1731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>
                <a:solidFill>
                  <a:srgbClr val="543443"/>
                </a:solidFill>
              </a:rPr>
              <a:t>華德</a:t>
            </a:r>
            <a:endParaRPr lang="en-US" sz="897" dirty="0"/>
          </a:p>
        </p:txBody>
      </p:sp>
      <p:sp>
        <p:nvSpPr>
          <p:cNvPr id="237" name="Shape 235">
            <a:extLst>
              <a:ext uri="{FF2B5EF4-FFF2-40B4-BE49-F238E27FC236}">
                <a16:creationId xmlns:a16="http://schemas.microsoft.com/office/drawing/2014/main" id="{3B67B2E7-E764-7404-C6EB-81AF68DA0100}"/>
              </a:ext>
            </a:extLst>
          </p:cNvPr>
          <p:cNvSpPr/>
          <p:nvPr/>
        </p:nvSpPr>
        <p:spPr>
          <a:xfrm>
            <a:off x="5481828" y="6154543"/>
            <a:ext cx="530352" cy="182249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38" name="Text 236">
            <a:extLst>
              <a:ext uri="{FF2B5EF4-FFF2-40B4-BE49-F238E27FC236}">
                <a16:creationId xmlns:a16="http://schemas.microsoft.com/office/drawing/2014/main" id="{7810546A-2547-228A-A0EC-D87D34E1A645}"/>
              </a:ext>
            </a:extLst>
          </p:cNvPr>
          <p:cNvSpPr/>
          <p:nvPr/>
        </p:nvSpPr>
        <p:spPr>
          <a:xfrm>
            <a:off x="5504688" y="6159115"/>
            <a:ext cx="484632" cy="1731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7B3C5E"/>
                </a:solidFill>
              </a:rPr>
              <a:t>1</a:t>
            </a:r>
            <a:endParaRPr lang="en-US" sz="897" dirty="0"/>
          </a:p>
        </p:txBody>
      </p:sp>
      <p:sp>
        <p:nvSpPr>
          <p:cNvPr id="239" name="Shape 237">
            <a:extLst>
              <a:ext uri="{FF2B5EF4-FFF2-40B4-BE49-F238E27FC236}">
                <a16:creationId xmlns:a16="http://schemas.microsoft.com/office/drawing/2014/main" id="{1F8BB2F7-41FB-9062-FE4C-6770ACD5B2CE}"/>
              </a:ext>
            </a:extLst>
          </p:cNvPr>
          <p:cNvSpPr/>
          <p:nvPr/>
        </p:nvSpPr>
        <p:spPr>
          <a:xfrm>
            <a:off x="6176772" y="1051560"/>
            <a:ext cx="5509260" cy="5285232"/>
          </a:xfrm>
          <a:prstGeom prst="roundRect">
            <a:avLst/>
          </a:prstGeom>
          <a:solidFill>
            <a:srgbClr val="FFFCFA"/>
          </a:solidFill>
          <a:ln w="12700">
            <a:solidFill>
              <a:srgbClr val="D8B77D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40" name="Shape 238">
            <a:extLst>
              <a:ext uri="{FF2B5EF4-FFF2-40B4-BE49-F238E27FC236}">
                <a16:creationId xmlns:a16="http://schemas.microsoft.com/office/drawing/2014/main" id="{8A2934A7-ABAE-6E38-1A77-9176B9727FD6}"/>
              </a:ext>
            </a:extLst>
          </p:cNvPr>
          <p:cNvSpPr/>
          <p:nvPr/>
        </p:nvSpPr>
        <p:spPr>
          <a:xfrm>
            <a:off x="6176772" y="1051560"/>
            <a:ext cx="475488" cy="188758"/>
          </a:xfrm>
          <a:prstGeom prst="rect">
            <a:avLst/>
          </a:prstGeom>
          <a:solidFill>
            <a:srgbClr val="92506F"/>
          </a:solidFill>
          <a:ln w="6350">
            <a:solidFill>
              <a:srgbClr val="E6C992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41" name="Text 239">
            <a:extLst>
              <a:ext uri="{FF2B5EF4-FFF2-40B4-BE49-F238E27FC236}">
                <a16:creationId xmlns:a16="http://schemas.microsoft.com/office/drawing/2014/main" id="{C4A20F1A-EC80-6288-00FE-FCF824327767}"/>
              </a:ext>
            </a:extLst>
          </p:cNvPr>
          <p:cNvSpPr/>
          <p:nvPr/>
        </p:nvSpPr>
        <p:spPr>
          <a:xfrm>
            <a:off x="6195060" y="1060704"/>
            <a:ext cx="438912" cy="1704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No</a:t>
            </a:r>
            <a:endParaRPr lang="en-US" sz="1400" dirty="0"/>
          </a:p>
        </p:txBody>
      </p:sp>
      <p:sp>
        <p:nvSpPr>
          <p:cNvPr id="242" name="Shape 240">
            <a:extLst>
              <a:ext uri="{FF2B5EF4-FFF2-40B4-BE49-F238E27FC236}">
                <a16:creationId xmlns:a16="http://schemas.microsoft.com/office/drawing/2014/main" id="{414D3391-A89C-8921-680D-E56F5B5376E0}"/>
              </a:ext>
            </a:extLst>
          </p:cNvPr>
          <p:cNvSpPr/>
          <p:nvPr/>
        </p:nvSpPr>
        <p:spPr>
          <a:xfrm>
            <a:off x="6652260" y="1051560"/>
            <a:ext cx="3881628" cy="188758"/>
          </a:xfrm>
          <a:prstGeom prst="rect">
            <a:avLst/>
          </a:prstGeom>
          <a:solidFill>
            <a:srgbClr val="7B3C5E"/>
          </a:solidFill>
          <a:ln w="6350">
            <a:solidFill>
              <a:srgbClr val="E6C992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43" name="Text 241">
            <a:extLst>
              <a:ext uri="{FF2B5EF4-FFF2-40B4-BE49-F238E27FC236}">
                <a16:creationId xmlns:a16="http://schemas.microsoft.com/office/drawing/2014/main" id="{18087AC0-5506-5A29-E172-5D39804E9565}"/>
              </a:ext>
            </a:extLst>
          </p:cNvPr>
          <p:cNvSpPr/>
          <p:nvPr/>
        </p:nvSpPr>
        <p:spPr>
          <a:xfrm>
            <a:off x="6670548" y="1060704"/>
            <a:ext cx="3845052" cy="1704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 err="1">
                <a:solidFill>
                  <a:srgbClr val="FFFFFF"/>
                </a:solidFill>
              </a:rPr>
              <a:t>負責人</a:t>
            </a:r>
            <a:endParaRPr lang="en-US" sz="1400" dirty="0"/>
          </a:p>
        </p:txBody>
      </p:sp>
      <p:sp>
        <p:nvSpPr>
          <p:cNvPr id="244" name="Shape 242">
            <a:extLst>
              <a:ext uri="{FF2B5EF4-FFF2-40B4-BE49-F238E27FC236}">
                <a16:creationId xmlns:a16="http://schemas.microsoft.com/office/drawing/2014/main" id="{D8AFB33B-D3C0-05F1-4960-3396B5172FF0}"/>
              </a:ext>
            </a:extLst>
          </p:cNvPr>
          <p:cNvSpPr/>
          <p:nvPr/>
        </p:nvSpPr>
        <p:spPr>
          <a:xfrm>
            <a:off x="10533888" y="1051560"/>
            <a:ext cx="621792" cy="188758"/>
          </a:xfrm>
          <a:prstGeom prst="rect">
            <a:avLst/>
          </a:prstGeom>
          <a:solidFill>
            <a:srgbClr val="92506F"/>
          </a:solidFill>
          <a:ln w="6350">
            <a:solidFill>
              <a:srgbClr val="E6C992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45" name="Text 243">
            <a:extLst>
              <a:ext uri="{FF2B5EF4-FFF2-40B4-BE49-F238E27FC236}">
                <a16:creationId xmlns:a16="http://schemas.microsoft.com/office/drawing/2014/main" id="{3CA8C47C-D9E6-0795-5793-E3BC2AA8480C}"/>
              </a:ext>
            </a:extLst>
          </p:cNvPr>
          <p:cNvSpPr/>
          <p:nvPr/>
        </p:nvSpPr>
        <p:spPr>
          <a:xfrm>
            <a:off x="10552176" y="1060704"/>
            <a:ext cx="585216" cy="1704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 err="1">
                <a:solidFill>
                  <a:srgbClr val="FFFFFF"/>
                </a:solidFill>
              </a:rPr>
              <a:t>屬壇</a:t>
            </a:r>
            <a:endParaRPr lang="en-US" sz="1400" dirty="0"/>
          </a:p>
        </p:txBody>
      </p:sp>
      <p:sp>
        <p:nvSpPr>
          <p:cNvPr id="246" name="Shape 244">
            <a:extLst>
              <a:ext uri="{FF2B5EF4-FFF2-40B4-BE49-F238E27FC236}">
                <a16:creationId xmlns:a16="http://schemas.microsoft.com/office/drawing/2014/main" id="{95BDCBDF-F7F9-2B7D-5DC2-78DDD7FA5506}"/>
              </a:ext>
            </a:extLst>
          </p:cNvPr>
          <p:cNvSpPr/>
          <p:nvPr/>
        </p:nvSpPr>
        <p:spPr>
          <a:xfrm>
            <a:off x="11155680" y="1051560"/>
            <a:ext cx="530352" cy="188758"/>
          </a:xfrm>
          <a:prstGeom prst="rect">
            <a:avLst/>
          </a:prstGeom>
          <a:solidFill>
            <a:srgbClr val="92506F"/>
          </a:solidFill>
          <a:ln w="6350">
            <a:solidFill>
              <a:srgbClr val="E6C992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47" name="Text 245">
            <a:extLst>
              <a:ext uri="{FF2B5EF4-FFF2-40B4-BE49-F238E27FC236}">
                <a16:creationId xmlns:a16="http://schemas.microsoft.com/office/drawing/2014/main" id="{E0CA97F7-6E27-8D4C-616B-AC842394F726}"/>
              </a:ext>
            </a:extLst>
          </p:cNvPr>
          <p:cNvSpPr/>
          <p:nvPr/>
        </p:nvSpPr>
        <p:spPr>
          <a:xfrm>
            <a:off x="11173968" y="1060704"/>
            <a:ext cx="493776" cy="1704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FFFFFF"/>
                </a:solidFill>
              </a:rPr>
              <a:t>畢班人數</a:t>
            </a:r>
            <a:endParaRPr lang="en-US" sz="1032" dirty="0"/>
          </a:p>
        </p:txBody>
      </p:sp>
      <p:sp>
        <p:nvSpPr>
          <p:cNvPr id="248" name="Shape 246">
            <a:extLst>
              <a:ext uri="{FF2B5EF4-FFF2-40B4-BE49-F238E27FC236}">
                <a16:creationId xmlns:a16="http://schemas.microsoft.com/office/drawing/2014/main" id="{D611F23C-A990-9CFF-B154-E8D4807A5E76}"/>
              </a:ext>
            </a:extLst>
          </p:cNvPr>
          <p:cNvSpPr/>
          <p:nvPr/>
        </p:nvSpPr>
        <p:spPr>
          <a:xfrm>
            <a:off x="6176772" y="1240318"/>
            <a:ext cx="475488" cy="188758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49" name="Text 247">
            <a:extLst>
              <a:ext uri="{FF2B5EF4-FFF2-40B4-BE49-F238E27FC236}">
                <a16:creationId xmlns:a16="http://schemas.microsoft.com/office/drawing/2014/main" id="{A1D59B0E-3A1F-E109-70A3-62C5EFF00149}"/>
              </a:ext>
            </a:extLst>
          </p:cNvPr>
          <p:cNvSpPr/>
          <p:nvPr/>
        </p:nvSpPr>
        <p:spPr>
          <a:xfrm>
            <a:off x="6199632" y="1244890"/>
            <a:ext cx="429768" cy="1796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>
                <a:solidFill>
                  <a:srgbClr val="543443"/>
                </a:solidFill>
              </a:rPr>
              <a:t>29</a:t>
            </a:r>
            <a:endParaRPr lang="en-US" sz="929" dirty="0"/>
          </a:p>
        </p:txBody>
      </p:sp>
      <p:sp>
        <p:nvSpPr>
          <p:cNvPr id="250" name="Shape 248">
            <a:extLst>
              <a:ext uri="{FF2B5EF4-FFF2-40B4-BE49-F238E27FC236}">
                <a16:creationId xmlns:a16="http://schemas.microsoft.com/office/drawing/2014/main" id="{B6FBBC37-D139-1354-3CC7-EE1F70BD6A49}"/>
              </a:ext>
            </a:extLst>
          </p:cNvPr>
          <p:cNvSpPr/>
          <p:nvPr/>
        </p:nvSpPr>
        <p:spPr>
          <a:xfrm>
            <a:off x="6652260" y="1240318"/>
            <a:ext cx="3881628" cy="188758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51" name="Text 249">
            <a:extLst>
              <a:ext uri="{FF2B5EF4-FFF2-40B4-BE49-F238E27FC236}">
                <a16:creationId xmlns:a16="http://schemas.microsoft.com/office/drawing/2014/main" id="{1969FD4F-C909-6203-A43D-D845F2766AFD}"/>
              </a:ext>
            </a:extLst>
          </p:cNvPr>
          <p:cNvSpPr/>
          <p:nvPr/>
        </p:nvSpPr>
        <p:spPr>
          <a:xfrm>
            <a:off x="6675120" y="1244890"/>
            <a:ext cx="3835908" cy="1796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>
                <a:solidFill>
                  <a:srgbClr val="543443"/>
                </a:solidFill>
              </a:rPr>
              <a:t>黃玉鳳</a:t>
            </a:r>
            <a:endParaRPr lang="en-US" sz="929" dirty="0"/>
          </a:p>
        </p:txBody>
      </p:sp>
      <p:sp>
        <p:nvSpPr>
          <p:cNvPr id="252" name="Shape 250">
            <a:extLst>
              <a:ext uri="{FF2B5EF4-FFF2-40B4-BE49-F238E27FC236}">
                <a16:creationId xmlns:a16="http://schemas.microsoft.com/office/drawing/2014/main" id="{95B55302-46BC-AF41-EEEC-FBA5DC16F19B}"/>
              </a:ext>
            </a:extLst>
          </p:cNvPr>
          <p:cNvSpPr/>
          <p:nvPr/>
        </p:nvSpPr>
        <p:spPr>
          <a:xfrm>
            <a:off x="10533888" y="1240318"/>
            <a:ext cx="621792" cy="188758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53" name="Text 251">
            <a:extLst>
              <a:ext uri="{FF2B5EF4-FFF2-40B4-BE49-F238E27FC236}">
                <a16:creationId xmlns:a16="http://schemas.microsoft.com/office/drawing/2014/main" id="{BF445D51-9782-F90D-13C6-6E20017C1A2C}"/>
              </a:ext>
            </a:extLst>
          </p:cNvPr>
          <p:cNvSpPr/>
          <p:nvPr/>
        </p:nvSpPr>
        <p:spPr>
          <a:xfrm>
            <a:off x="10556748" y="1244890"/>
            <a:ext cx="576072" cy="1796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>
                <a:solidFill>
                  <a:srgbClr val="543443"/>
                </a:solidFill>
              </a:rPr>
              <a:t>華德</a:t>
            </a:r>
            <a:endParaRPr lang="en-US" sz="929" dirty="0"/>
          </a:p>
        </p:txBody>
      </p:sp>
      <p:sp>
        <p:nvSpPr>
          <p:cNvPr id="254" name="Shape 252">
            <a:extLst>
              <a:ext uri="{FF2B5EF4-FFF2-40B4-BE49-F238E27FC236}">
                <a16:creationId xmlns:a16="http://schemas.microsoft.com/office/drawing/2014/main" id="{7224CDD7-EFFF-270A-03C3-15D0A03C2256}"/>
              </a:ext>
            </a:extLst>
          </p:cNvPr>
          <p:cNvSpPr/>
          <p:nvPr/>
        </p:nvSpPr>
        <p:spPr>
          <a:xfrm>
            <a:off x="11155680" y="1240318"/>
            <a:ext cx="530352" cy="188758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55" name="Text 253">
            <a:extLst>
              <a:ext uri="{FF2B5EF4-FFF2-40B4-BE49-F238E27FC236}">
                <a16:creationId xmlns:a16="http://schemas.microsoft.com/office/drawing/2014/main" id="{042C30E6-9207-2237-ADCA-06735B47E518}"/>
              </a:ext>
            </a:extLst>
          </p:cNvPr>
          <p:cNvSpPr/>
          <p:nvPr/>
        </p:nvSpPr>
        <p:spPr>
          <a:xfrm>
            <a:off x="11178540" y="1244890"/>
            <a:ext cx="484632" cy="1796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7B3C5E"/>
                </a:solidFill>
              </a:rPr>
              <a:t>1</a:t>
            </a:r>
            <a:endParaRPr lang="en-US" sz="929" dirty="0"/>
          </a:p>
        </p:txBody>
      </p:sp>
      <p:sp>
        <p:nvSpPr>
          <p:cNvPr id="256" name="Shape 254">
            <a:extLst>
              <a:ext uri="{FF2B5EF4-FFF2-40B4-BE49-F238E27FC236}">
                <a16:creationId xmlns:a16="http://schemas.microsoft.com/office/drawing/2014/main" id="{3407387C-AFE2-98B4-B3B9-0B053AA3FC3F}"/>
              </a:ext>
            </a:extLst>
          </p:cNvPr>
          <p:cNvSpPr/>
          <p:nvPr/>
        </p:nvSpPr>
        <p:spPr>
          <a:xfrm>
            <a:off x="6176772" y="1429077"/>
            <a:ext cx="475488" cy="188758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57" name="Text 255">
            <a:extLst>
              <a:ext uri="{FF2B5EF4-FFF2-40B4-BE49-F238E27FC236}">
                <a16:creationId xmlns:a16="http://schemas.microsoft.com/office/drawing/2014/main" id="{D1CEBD8A-1A25-4C93-F340-DAAD39DD9081}"/>
              </a:ext>
            </a:extLst>
          </p:cNvPr>
          <p:cNvSpPr/>
          <p:nvPr/>
        </p:nvSpPr>
        <p:spPr>
          <a:xfrm>
            <a:off x="6199632" y="1433649"/>
            <a:ext cx="429768" cy="1796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>
                <a:solidFill>
                  <a:srgbClr val="543443"/>
                </a:solidFill>
              </a:rPr>
              <a:t>30</a:t>
            </a:r>
            <a:endParaRPr lang="en-US" sz="929" dirty="0"/>
          </a:p>
        </p:txBody>
      </p:sp>
      <p:sp>
        <p:nvSpPr>
          <p:cNvPr id="258" name="Shape 256">
            <a:extLst>
              <a:ext uri="{FF2B5EF4-FFF2-40B4-BE49-F238E27FC236}">
                <a16:creationId xmlns:a16="http://schemas.microsoft.com/office/drawing/2014/main" id="{FC69A7E6-7E37-49B2-7AB9-E6191E25E876}"/>
              </a:ext>
            </a:extLst>
          </p:cNvPr>
          <p:cNvSpPr/>
          <p:nvPr/>
        </p:nvSpPr>
        <p:spPr>
          <a:xfrm>
            <a:off x="6652260" y="1429077"/>
            <a:ext cx="3881628" cy="188758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59" name="Text 257">
            <a:extLst>
              <a:ext uri="{FF2B5EF4-FFF2-40B4-BE49-F238E27FC236}">
                <a16:creationId xmlns:a16="http://schemas.microsoft.com/office/drawing/2014/main" id="{31A515C0-C3BC-D8B6-7A05-43707A386B4F}"/>
              </a:ext>
            </a:extLst>
          </p:cNvPr>
          <p:cNvSpPr/>
          <p:nvPr/>
        </p:nvSpPr>
        <p:spPr>
          <a:xfrm>
            <a:off x="6675120" y="1433649"/>
            <a:ext cx="3835908" cy="1796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>
                <a:solidFill>
                  <a:srgbClr val="543443"/>
                </a:solidFill>
              </a:rPr>
              <a:t>洪健源</a:t>
            </a:r>
            <a:endParaRPr lang="en-US" sz="929" dirty="0"/>
          </a:p>
        </p:txBody>
      </p:sp>
      <p:sp>
        <p:nvSpPr>
          <p:cNvPr id="260" name="Shape 258">
            <a:extLst>
              <a:ext uri="{FF2B5EF4-FFF2-40B4-BE49-F238E27FC236}">
                <a16:creationId xmlns:a16="http://schemas.microsoft.com/office/drawing/2014/main" id="{425ABCA6-7BEC-3ACF-7E14-AD0BD867327E}"/>
              </a:ext>
            </a:extLst>
          </p:cNvPr>
          <p:cNvSpPr/>
          <p:nvPr/>
        </p:nvSpPr>
        <p:spPr>
          <a:xfrm>
            <a:off x="10533888" y="1429077"/>
            <a:ext cx="621792" cy="188758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61" name="Text 259">
            <a:extLst>
              <a:ext uri="{FF2B5EF4-FFF2-40B4-BE49-F238E27FC236}">
                <a16:creationId xmlns:a16="http://schemas.microsoft.com/office/drawing/2014/main" id="{B460A817-05AC-40FF-65E6-61703BD94CB7}"/>
              </a:ext>
            </a:extLst>
          </p:cNvPr>
          <p:cNvSpPr/>
          <p:nvPr/>
        </p:nvSpPr>
        <p:spPr>
          <a:xfrm>
            <a:off x="10556748" y="1433649"/>
            <a:ext cx="576072" cy="1796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>
                <a:solidFill>
                  <a:srgbClr val="543443"/>
                </a:solidFill>
              </a:rPr>
              <a:t>華德</a:t>
            </a:r>
            <a:endParaRPr lang="en-US" sz="929" dirty="0"/>
          </a:p>
        </p:txBody>
      </p:sp>
      <p:sp>
        <p:nvSpPr>
          <p:cNvPr id="262" name="Shape 260">
            <a:extLst>
              <a:ext uri="{FF2B5EF4-FFF2-40B4-BE49-F238E27FC236}">
                <a16:creationId xmlns:a16="http://schemas.microsoft.com/office/drawing/2014/main" id="{DFB0388A-E5D7-2581-54A1-E7AC51EEBBCF}"/>
              </a:ext>
            </a:extLst>
          </p:cNvPr>
          <p:cNvSpPr/>
          <p:nvPr/>
        </p:nvSpPr>
        <p:spPr>
          <a:xfrm>
            <a:off x="11155680" y="1429077"/>
            <a:ext cx="530352" cy="188758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63" name="Text 261">
            <a:extLst>
              <a:ext uri="{FF2B5EF4-FFF2-40B4-BE49-F238E27FC236}">
                <a16:creationId xmlns:a16="http://schemas.microsoft.com/office/drawing/2014/main" id="{8B4AE256-DAF8-EEA8-FE89-ED4DD40F8154}"/>
              </a:ext>
            </a:extLst>
          </p:cNvPr>
          <p:cNvSpPr/>
          <p:nvPr/>
        </p:nvSpPr>
        <p:spPr>
          <a:xfrm>
            <a:off x="11178540" y="1433649"/>
            <a:ext cx="484632" cy="1796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7B3C5E"/>
                </a:solidFill>
              </a:rPr>
              <a:t>1</a:t>
            </a:r>
            <a:endParaRPr lang="en-US" sz="929" dirty="0"/>
          </a:p>
        </p:txBody>
      </p:sp>
      <p:sp>
        <p:nvSpPr>
          <p:cNvPr id="264" name="Shape 262">
            <a:extLst>
              <a:ext uri="{FF2B5EF4-FFF2-40B4-BE49-F238E27FC236}">
                <a16:creationId xmlns:a16="http://schemas.microsoft.com/office/drawing/2014/main" id="{BD634177-ECA2-6FDA-CC33-18D0D5B4B6A6}"/>
              </a:ext>
            </a:extLst>
          </p:cNvPr>
          <p:cNvSpPr/>
          <p:nvPr/>
        </p:nvSpPr>
        <p:spPr>
          <a:xfrm>
            <a:off x="6176772" y="1617835"/>
            <a:ext cx="475488" cy="188758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65" name="Text 263">
            <a:extLst>
              <a:ext uri="{FF2B5EF4-FFF2-40B4-BE49-F238E27FC236}">
                <a16:creationId xmlns:a16="http://schemas.microsoft.com/office/drawing/2014/main" id="{E7B40FD9-7336-C6DB-68BA-3B9AA4480792}"/>
              </a:ext>
            </a:extLst>
          </p:cNvPr>
          <p:cNvSpPr/>
          <p:nvPr/>
        </p:nvSpPr>
        <p:spPr>
          <a:xfrm>
            <a:off x="6199632" y="1622407"/>
            <a:ext cx="429768" cy="1796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>
                <a:solidFill>
                  <a:srgbClr val="543443"/>
                </a:solidFill>
              </a:rPr>
              <a:t>31</a:t>
            </a:r>
            <a:endParaRPr lang="en-US" sz="929" dirty="0"/>
          </a:p>
        </p:txBody>
      </p:sp>
      <p:sp>
        <p:nvSpPr>
          <p:cNvPr id="266" name="Shape 264">
            <a:extLst>
              <a:ext uri="{FF2B5EF4-FFF2-40B4-BE49-F238E27FC236}">
                <a16:creationId xmlns:a16="http://schemas.microsoft.com/office/drawing/2014/main" id="{497E2F99-6909-5ED4-3ED4-01D8A3B08082}"/>
              </a:ext>
            </a:extLst>
          </p:cNvPr>
          <p:cNvSpPr/>
          <p:nvPr/>
        </p:nvSpPr>
        <p:spPr>
          <a:xfrm>
            <a:off x="6652260" y="1617835"/>
            <a:ext cx="3881628" cy="188758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67" name="Text 265">
            <a:extLst>
              <a:ext uri="{FF2B5EF4-FFF2-40B4-BE49-F238E27FC236}">
                <a16:creationId xmlns:a16="http://schemas.microsoft.com/office/drawing/2014/main" id="{4DC859B3-9DCD-9E45-D657-A842185CBE8F}"/>
              </a:ext>
            </a:extLst>
          </p:cNvPr>
          <p:cNvSpPr/>
          <p:nvPr/>
        </p:nvSpPr>
        <p:spPr>
          <a:xfrm>
            <a:off x="6675120" y="1622407"/>
            <a:ext cx="3835908" cy="1796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>
                <a:solidFill>
                  <a:srgbClr val="543443"/>
                </a:solidFill>
              </a:rPr>
              <a:t>蔡雙勵</a:t>
            </a:r>
            <a:endParaRPr lang="en-US" sz="929" dirty="0"/>
          </a:p>
        </p:txBody>
      </p:sp>
      <p:sp>
        <p:nvSpPr>
          <p:cNvPr id="268" name="Shape 266">
            <a:extLst>
              <a:ext uri="{FF2B5EF4-FFF2-40B4-BE49-F238E27FC236}">
                <a16:creationId xmlns:a16="http://schemas.microsoft.com/office/drawing/2014/main" id="{1C740340-1241-231B-D392-3983913D6B3D}"/>
              </a:ext>
            </a:extLst>
          </p:cNvPr>
          <p:cNvSpPr/>
          <p:nvPr/>
        </p:nvSpPr>
        <p:spPr>
          <a:xfrm>
            <a:off x="10533888" y="1617835"/>
            <a:ext cx="621792" cy="188758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69" name="Text 267">
            <a:extLst>
              <a:ext uri="{FF2B5EF4-FFF2-40B4-BE49-F238E27FC236}">
                <a16:creationId xmlns:a16="http://schemas.microsoft.com/office/drawing/2014/main" id="{B8716AE8-148E-BFC9-7EE1-459E9ED841FA}"/>
              </a:ext>
            </a:extLst>
          </p:cNvPr>
          <p:cNvSpPr/>
          <p:nvPr/>
        </p:nvSpPr>
        <p:spPr>
          <a:xfrm>
            <a:off x="10556748" y="1622407"/>
            <a:ext cx="576072" cy="1796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>
                <a:solidFill>
                  <a:srgbClr val="543443"/>
                </a:solidFill>
              </a:rPr>
              <a:t>華德</a:t>
            </a:r>
            <a:endParaRPr lang="en-US" sz="929" dirty="0"/>
          </a:p>
        </p:txBody>
      </p:sp>
      <p:sp>
        <p:nvSpPr>
          <p:cNvPr id="270" name="Shape 268">
            <a:extLst>
              <a:ext uri="{FF2B5EF4-FFF2-40B4-BE49-F238E27FC236}">
                <a16:creationId xmlns:a16="http://schemas.microsoft.com/office/drawing/2014/main" id="{D77F5429-81E1-406A-E4D6-60F23E71DCC7}"/>
              </a:ext>
            </a:extLst>
          </p:cNvPr>
          <p:cNvSpPr/>
          <p:nvPr/>
        </p:nvSpPr>
        <p:spPr>
          <a:xfrm>
            <a:off x="11155680" y="1617835"/>
            <a:ext cx="530352" cy="188758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71" name="Text 269">
            <a:extLst>
              <a:ext uri="{FF2B5EF4-FFF2-40B4-BE49-F238E27FC236}">
                <a16:creationId xmlns:a16="http://schemas.microsoft.com/office/drawing/2014/main" id="{4B4BDE3D-768E-88EA-147F-D1B1983FAC87}"/>
              </a:ext>
            </a:extLst>
          </p:cNvPr>
          <p:cNvSpPr/>
          <p:nvPr/>
        </p:nvSpPr>
        <p:spPr>
          <a:xfrm>
            <a:off x="11178540" y="1622407"/>
            <a:ext cx="484632" cy="1796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7B3C5E"/>
                </a:solidFill>
              </a:rPr>
              <a:t>1</a:t>
            </a:r>
            <a:endParaRPr lang="en-US" sz="929" dirty="0"/>
          </a:p>
        </p:txBody>
      </p:sp>
      <p:sp>
        <p:nvSpPr>
          <p:cNvPr id="272" name="Shape 270">
            <a:extLst>
              <a:ext uri="{FF2B5EF4-FFF2-40B4-BE49-F238E27FC236}">
                <a16:creationId xmlns:a16="http://schemas.microsoft.com/office/drawing/2014/main" id="{9CA7375B-307B-5F60-78E0-5F609D8202C6}"/>
              </a:ext>
            </a:extLst>
          </p:cNvPr>
          <p:cNvSpPr/>
          <p:nvPr/>
        </p:nvSpPr>
        <p:spPr>
          <a:xfrm>
            <a:off x="6176772" y="1806593"/>
            <a:ext cx="475488" cy="188758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73" name="Text 271">
            <a:extLst>
              <a:ext uri="{FF2B5EF4-FFF2-40B4-BE49-F238E27FC236}">
                <a16:creationId xmlns:a16="http://schemas.microsoft.com/office/drawing/2014/main" id="{21A96E67-9940-01E2-D58F-06761064D9CE}"/>
              </a:ext>
            </a:extLst>
          </p:cNvPr>
          <p:cNvSpPr/>
          <p:nvPr/>
        </p:nvSpPr>
        <p:spPr>
          <a:xfrm>
            <a:off x="6199632" y="1811165"/>
            <a:ext cx="429768" cy="1796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>
                <a:solidFill>
                  <a:srgbClr val="543443"/>
                </a:solidFill>
              </a:rPr>
              <a:t>32</a:t>
            </a:r>
            <a:endParaRPr lang="en-US" sz="929" dirty="0"/>
          </a:p>
        </p:txBody>
      </p:sp>
      <p:sp>
        <p:nvSpPr>
          <p:cNvPr id="274" name="Shape 272">
            <a:extLst>
              <a:ext uri="{FF2B5EF4-FFF2-40B4-BE49-F238E27FC236}">
                <a16:creationId xmlns:a16="http://schemas.microsoft.com/office/drawing/2014/main" id="{13B675A0-9A0E-00EA-AF25-02DE9FEC8BA1}"/>
              </a:ext>
            </a:extLst>
          </p:cNvPr>
          <p:cNvSpPr/>
          <p:nvPr/>
        </p:nvSpPr>
        <p:spPr>
          <a:xfrm>
            <a:off x="6652260" y="1806593"/>
            <a:ext cx="3881628" cy="188758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75" name="Text 273">
            <a:extLst>
              <a:ext uri="{FF2B5EF4-FFF2-40B4-BE49-F238E27FC236}">
                <a16:creationId xmlns:a16="http://schemas.microsoft.com/office/drawing/2014/main" id="{338898EA-2FB0-0958-C8BD-3BC28E82890A}"/>
              </a:ext>
            </a:extLst>
          </p:cNvPr>
          <p:cNvSpPr/>
          <p:nvPr/>
        </p:nvSpPr>
        <p:spPr>
          <a:xfrm>
            <a:off x="6675120" y="1811165"/>
            <a:ext cx="3835908" cy="1796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>
                <a:solidFill>
                  <a:srgbClr val="543443"/>
                </a:solidFill>
              </a:rPr>
              <a:t>謝德金</a:t>
            </a:r>
            <a:endParaRPr lang="en-US" sz="929" dirty="0"/>
          </a:p>
        </p:txBody>
      </p:sp>
      <p:sp>
        <p:nvSpPr>
          <p:cNvPr id="276" name="Shape 274">
            <a:extLst>
              <a:ext uri="{FF2B5EF4-FFF2-40B4-BE49-F238E27FC236}">
                <a16:creationId xmlns:a16="http://schemas.microsoft.com/office/drawing/2014/main" id="{41FA5808-6BF7-63F7-8183-1E5654BED03A}"/>
              </a:ext>
            </a:extLst>
          </p:cNvPr>
          <p:cNvSpPr/>
          <p:nvPr/>
        </p:nvSpPr>
        <p:spPr>
          <a:xfrm>
            <a:off x="10533888" y="1806593"/>
            <a:ext cx="621792" cy="188758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77" name="Text 275">
            <a:extLst>
              <a:ext uri="{FF2B5EF4-FFF2-40B4-BE49-F238E27FC236}">
                <a16:creationId xmlns:a16="http://schemas.microsoft.com/office/drawing/2014/main" id="{9D1AB29E-941D-B722-356D-9A9C21200FC8}"/>
              </a:ext>
            </a:extLst>
          </p:cNvPr>
          <p:cNvSpPr/>
          <p:nvPr/>
        </p:nvSpPr>
        <p:spPr>
          <a:xfrm>
            <a:off x="10556748" y="1811165"/>
            <a:ext cx="576072" cy="1796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>
                <a:solidFill>
                  <a:srgbClr val="543443"/>
                </a:solidFill>
              </a:rPr>
              <a:t>華德</a:t>
            </a:r>
            <a:endParaRPr lang="en-US" sz="929" dirty="0"/>
          </a:p>
        </p:txBody>
      </p:sp>
      <p:sp>
        <p:nvSpPr>
          <p:cNvPr id="278" name="Shape 276">
            <a:extLst>
              <a:ext uri="{FF2B5EF4-FFF2-40B4-BE49-F238E27FC236}">
                <a16:creationId xmlns:a16="http://schemas.microsoft.com/office/drawing/2014/main" id="{75A3E634-44B6-9839-EF20-8753C14895C6}"/>
              </a:ext>
            </a:extLst>
          </p:cNvPr>
          <p:cNvSpPr/>
          <p:nvPr/>
        </p:nvSpPr>
        <p:spPr>
          <a:xfrm>
            <a:off x="11155680" y="1806593"/>
            <a:ext cx="530352" cy="188758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79" name="Text 277">
            <a:extLst>
              <a:ext uri="{FF2B5EF4-FFF2-40B4-BE49-F238E27FC236}">
                <a16:creationId xmlns:a16="http://schemas.microsoft.com/office/drawing/2014/main" id="{64A25B76-AD53-2195-966A-4EC3785CEEEA}"/>
              </a:ext>
            </a:extLst>
          </p:cNvPr>
          <p:cNvSpPr/>
          <p:nvPr/>
        </p:nvSpPr>
        <p:spPr>
          <a:xfrm>
            <a:off x="11178540" y="1811165"/>
            <a:ext cx="484632" cy="1796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7B3C5E"/>
                </a:solidFill>
              </a:rPr>
              <a:t>1</a:t>
            </a:r>
            <a:endParaRPr lang="en-US" sz="929" dirty="0"/>
          </a:p>
        </p:txBody>
      </p:sp>
      <p:sp>
        <p:nvSpPr>
          <p:cNvPr id="280" name="Shape 278">
            <a:extLst>
              <a:ext uri="{FF2B5EF4-FFF2-40B4-BE49-F238E27FC236}">
                <a16:creationId xmlns:a16="http://schemas.microsoft.com/office/drawing/2014/main" id="{1817C61F-B4D1-08E0-E606-458E59BE758B}"/>
              </a:ext>
            </a:extLst>
          </p:cNvPr>
          <p:cNvSpPr/>
          <p:nvPr/>
        </p:nvSpPr>
        <p:spPr>
          <a:xfrm>
            <a:off x="6176772" y="1995351"/>
            <a:ext cx="475488" cy="188758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81" name="Text 279">
            <a:extLst>
              <a:ext uri="{FF2B5EF4-FFF2-40B4-BE49-F238E27FC236}">
                <a16:creationId xmlns:a16="http://schemas.microsoft.com/office/drawing/2014/main" id="{1DE1BB53-C89D-FD7D-C13D-84C8124C55A4}"/>
              </a:ext>
            </a:extLst>
          </p:cNvPr>
          <p:cNvSpPr/>
          <p:nvPr/>
        </p:nvSpPr>
        <p:spPr>
          <a:xfrm>
            <a:off x="6199632" y="1999923"/>
            <a:ext cx="429768" cy="1796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>
                <a:solidFill>
                  <a:srgbClr val="543443"/>
                </a:solidFill>
              </a:rPr>
              <a:t>33</a:t>
            </a:r>
            <a:endParaRPr lang="en-US" sz="929" dirty="0"/>
          </a:p>
        </p:txBody>
      </p:sp>
      <p:sp>
        <p:nvSpPr>
          <p:cNvPr id="282" name="Shape 280">
            <a:extLst>
              <a:ext uri="{FF2B5EF4-FFF2-40B4-BE49-F238E27FC236}">
                <a16:creationId xmlns:a16="http://schemas.microsoft.com/office/drawing/2014/main" id="{D8E8F057-F2E4-69FC-C53B-C6043F4D2DAD}"/>
              </a:ext>
            </a:extLst>
          </p:cNvPr>
          <p:cNvSpPr/>
          <p:nvPr/>
        </p:nvSpPr>
        <p:spPr>
          <a:xfrm>
            <a:off x="6652260" y="1995351"/>
            <a:ext cx="3881628" cy="188758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83" name="Text 281">
            <a:extLst>
              <a:ext uri="{FF2B5EF4-FFF2-40B4-BE49-F238E27FC236}">
                <a16:creationId xmlns:a16="http://schemas.microsoft.com/office/drawing/2014/main" id="{4BCB3123-F15D-03D6-E3D5-22BE8891593F}"/>
              </a:ext>
            </a:extLst>
          </p:cNvPr>
          <p:cNvSpPr/>
          <p:nvPr/>
        </p:nvSpPr>
        <p:spPr>
          <a:xfrm>
            <a:off x="6675120" y="1999923"/>
            <a:ext cx="3835908" cy="1796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>
                <a:solidFill>
                  <a:srgbClr val="543443"/>
                </a:solidFill>
              </a:rPr>
              <a:t>李美言</a:t>
            </a:r>
            <a:endParaRPr lang="en-US" sz="929" dirty="0"/>
          </a:p>
        </p:txBody>
      </p:sp>
      <p:sp>
        <p:nvSpPr>
          <p:cNvPr id="284" name="Shape 282">
            <a:extLst>
              <a:ext uri="{FF2B5EF4-FFF2-40B4-BE49-F238E27FC236}">
                <a16:creationId xmlns:a16="http://schemas.microsoft.com/office/drawing/2014/main" id="{10D40FA1-A3C5-90F4-7AB1-D091107FB2C1}"/>
              </a:ext>
            </a:extLst>
          </p:cNvPr>
          <p:cNvSpPr/>
          <p:nvPr/>
        </p:nvSpPr>
        <p:spPr>
          <a:xfrm>
            <a:off x="10533888" y="1995351"/>
            <a:ext cx="621792" cy="188758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85" name="Text 283">
            <a:extLst>
              <a:ext uri="{FF2B5EF4-FFF2-40B4-BE49-F238E27FC236}">
                <a16:creationId xmlns:a16="http://schemas.microsoft.com/office/drawing/2014/main" id="{42721C51-C072-9359-EB48-F709ACA40883}"/>
              </a:ext>
            </a:extLst>
          </p:cNvPr>
          <p:cNvSpPr/>
          <p:nvPr/>
        </p:nvSpPr>
        <p:spPr>
          <a:xfrm>
            <a:off x="10556748" y="1999923"/>
            <a:ext cx="576072" cy="1796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>
                <a:solidFill>
                  <a:srgbClr val="543443"/>
                </a:solidFill>
              </a:rPr>
              <a:t>華德</a:t>
            </a:r>
            <a:endParaRPr lang="en-US" sz="929" dirty="0"/>
          </a:p>
        </p:txBody>
      </p:sp>
      <p:sp>
        <p:nvSpPr>
          <p:cNvPr id="286" name="Shape 284">
            <a:extLst>
              <a:ext uri="{FF2B5EF4-FFF2-40B4-BE49-F238E27FC236}">
                <a16:creationId xmlns:a16="http://schemas.microsoft.com/office/drawing/2014/main" id="{50A80767-BA13-F9DF-5309-83825FDB1839}"/>
              </a:ext>
            </a:extLst>
          </p:cNvPr>
          <p:cNvSpPr/>
          <p:nvPr/>
        </p:nvSpPr>
        <p:spPr>
          <a:xfrm>
            <a:off x="11155680" y="1995351"/>
            <a:ext cx="530352" cy="188758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87" name="Text 285">
            <a:extLst>
              <a:ext uri="{FF2B5EF4-FFF2-40B4-BE49-F238E27FC236}">
                <a16:creationId xmlns:a16="http://schemas.microsoft.com/office/drawing/2014/main" id="{EDB4B8EF-6FF0-4F8B-84F9-D4D2E0B8D10F}"/>
              </a:ext>
            </a:extLst>
          </p:cNvPr>
          <p:cNvSpPr/>
          <p:nvPr/>
        </p:nvSpPr>
        <p:spPr>
          <a:xfrm>
            <a:off x="11178540" y="1999923"/>
            <a:ext cx="484632" cy="1796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7B3C5E"/>
                </a:solidFill>
              </a:rPr>
              <a:t>1</a:t>
            </a:r>
            <a:endParaRPr lang="en-US" sz="929" dirty="0"/>
          </a:p>
        </p:txBody>
      </p:sp>
      <p:sp>
        <p:nvSpPr>
          <p:cNvPr id="288" name="Shape 286">
            <a:extLst>
              <a:ext uri="{FF2B5EF4-FFF2-40B4-BE49-F238E27FC236}">
                <a16:creationId xmlns:a16="http://schemas.microsoft.com/office/drawing/2014/main" id="{3FC2D756-D53B-76D0-4DB6-42D3A90CFFF6}"/>
              </a:ext>
            </a:extLst>
          </p:cNvPr>
          <p:cNvSpPr/>
          <p:nvPr/>
        </p:nvSpPr>
        <p:spPr>
          <a:xfrm>
            <a:off x="6176772" y="2184110"/>
            <a:ext cx="475488" cy="188758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89" name="Text 287">
            <a:extLst>
              <a:ext uri="{FF2B5EF4-FFF2-40B4-BE49-F238E27FC236}">
                <a16:creationId xmlns:a16="http://schemas.microsoft.com/office/drawing/2014/main" id="{8C3398F0-2F4C-F2FE-28C2-68975D32C2E3}"/>
              </a:ext>
            </a:extLst>
          </p:cNvPr>
          <p:cNvSpPr/>
          <p:nvPr/>
        </p:nvSpPr>
        <p:spPr>
          <a:xfrm>
            <a:off x="6199632" y="2188682"/>
            <a:ext cx="429768" cy="1796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>
                <a:solidFill>
                  <a:srgbClr val="543443"/>
                </a:solidFill>
              </a:rPr>
              <a:t>34</a:t>
            </a:r>
            <a:endParaRPr lang="en-US" sz="929" dirty="0"/>
          </a:p>
        </p:txBody>
      </p:sp>
      <p:sp>
        <p:nvSpPr>
          <p:cNvPr id="290" name="Shape 288">
            <a:extLst>
              <a:ext uri="{FF2B5EF4-FFF2-40B4-BE49-F238E27FC236}">
                <a16:creationId xmlns:a16="http://schemas.microsoft.com/office/drawing/2014/main" id="{E83EB609-6F6C-F9D5-18BE-F37BBF98766F}"/>
              </a:ext>
            </a:extLst>
          </p:cNvPr>
          <p:cNvSpPr/>
          <p:nvPr/>
        </p:nvSpPr>
        <p:spPr>
          <a:xfrm>
            <a:off x="6652260" y="2184110"/>
            <a:ext cx="3881628" cy="188758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91" name="Text 289">
            <a:extLst>
              <a:ext uri="{FF2B5EF4-FFF2-40B4-BE49-F238E27FC236}">
                <a16:creationId xmlns:a16="http://schemas.microsoft.com/office/drawing/2014/main" id="{7FEBBB50-80BE-CCB8-9B8D-28F614DA2E21}"/>
              </a:ext>
            </a:extLst>
          </p:cNvPr>
          <p:cNvSpPr/>
          <p:nvPr/>
        </p:nvSpPr>
        <p:spPr>
          <a:xfrm>
            <a:off x="6675120" y="2188682"/>
            <a:ext cx="3835908" cy="1796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>
                <a:solidFill>
                  <a:srgbClr val="543443"/>
                </a:solidFill>
              </a:rPr>
              <a:t>張今福</a:t>
            </a:r>
            <a:endParaRPr lang="en-US" sz="929" dirty="0"/>
          </a:p>
        </p:txBody>
      </p:sp>
      <p:sp>
        <p:nvSpPr>
          <p:cNvPr id="292" name="Shape 290">
            <a:extLst>
              <a:ext uri="{FF2B5EF4-FFF2-40B4-BE49-F238E27FC236}">
                <a16:creationId xmlns:a16="http://schemas.microsoft.com/office/drawing/2014/main" id="{5495D573-2A6D-BBAC-5E20-B74A0301DE09}"/>
              </a:ext>
            </a:extLst>
          </p:cNvPr>
          <p:cNvSpPr/>
          <p:nvPr/>
        </p:nvSpPr>
        <p:spPr>
          <a:xfrm>
            <a:off x="10533888" y="2184110"/>
            <a:ext cx="621792" cy="188758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93" name="Text 291">
            <a:extLst>
              <a:ext uri="{FF2B5EF4-FFF2-40B4-BE49-F238E27FC236}">
                <a16:creationId xmlns:a16="http://schemas.microsoft.com/office/drawing/2014/main" id="{4EEFA0DF-4938-31E1-81A4-1EF7873C035D}"/>
              </a:ext>
            </a:extLst>
          </p:cNvPr>
          <p:cNvSpPr/>
          <p:nvPr/>
        </p:nvSpPr>
        <p:spPr>
          <a:xfrm>
            <a:off x="10556748" y="2188682"/>
            <a:ext cx="576072" cy="1796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>
                <a:solidFill>
                  <a:srgbClr val="543443"/>
                </a:solidFill>
              </a:rPr>
              <a:t>華德</a:t>
            </a:r>
            <a:endParaRPr lang="en-US" sz="929" dirty="0"/>
          </a:p>
        </p:txBody>
      </p:sp>
      <p:sp>
        <p:nvSpPr>
          <p:cNvPr id="294" name="Shape 292">
            <a:extLst>
              <a:ext uri="{FF2B5EF4-FFF2-40B4-BE49-F238E27FC236}">
                <a16:creationId xmlns:a16="http://schemas.microsoft.com/office/drawing/2014/main" id="{4323F160-A75E-49E0-4BD1-20A8E9977512}"/>
              </a:ext>
            </a:extLst>
          </p:cNvPr>
          <p:cNvSpPr/>
          <p:nvPr/>
        </p:nvSpPr>
        <p:spPr>
          <a:xfrm>
            <a:off x="11155680" y="2184110"/>
            <a:ext cx="530352" cy="188758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95" name="Text 293">
            <a:extLst>
              <a:ext uri="{FF2B5EF4-FFF2-40B4-BE49-F238E27FC236}">
                <a16:creationId xmlns:a16="http://schemas.microsoft.com/office/drawing/2014/main" id="{390994D0-6690-F79C-1A82-8C9773049243}"/>
              </a:ext>
            </a:extLst>
          </p:cNvPr>
          <p:cNvSpPr/>
          <p:nvPr/>
        </p:nvSpPr>
        <p:spPr>
          <a:xfrm>
            <a:off x="11178540" y="2188682"/>
            <a:ext cx="484632" cy="1796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7B3C5E"/>
                </a:solidFill>
              </a:rPr>
              <a:t>1</a:t>
            </a:r>
            <a:endParaRPr lang="en-US" sz="929" dirty="0"/>
          </a:p>
        </p:txBody>
      </p:sp>
      <p:sp>
        <p:nvSpPr>
          <p:cNvPr id="296" name="Shape 294">
            <a:extLst>
              <a:ext uri="{FF2B5EF4-FFF2-40B4-BE49-F238E27FC236}">
                <a16:creationId xmlns:a16="http://schemas.microsoft.com/office/drawing/2014/main" id="{13E73C50-D464-5B27-C75A-8F51EA579436}"/>
              </a:ext>
            </a:extLst>
          </p:cNvPr>
          <p:cNvSpPr/>
          <p:nvPr/>
        </p:nvSpPr>
        <p:spPr>
          <a:xfrm>
            <a:off x="6176772" y="2372868"/>
            <a:ext cx="475488" cy="188758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97" name="Text 295">
            <a:extLst>
              <a:ext uri="{FF2B5EF4-FFF2-40B4-BE49-F238E27FC236}">
                <a16:creationId xmlns:a16="http://schemas.microsoft.com/office/drawing/2014/main" id="{FC63A3DE-E5BE-46AE-A935-C9C9540DF46B}"/>
              </a:ext>
            </a:extLst>
          </p:cNvPr>
          <p:cNvSpPr/>
          <p:nvPr/>
        </p:nvSpPr>
        <p:spPr>
          <a:xfrm>
            <a:off x="6199632" y="2377440"/>
            <a:ext cx="429768" cy="1796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>
                <a:solidFill>
                  <a:srgbClr val="543443"/>
                </a:solidFill>
              </a:rPr>
              <a:t>35</a:t>
            </a:r>
            <a:endParaRPr lang="en-US" sz="929" dirty="0"/>
          </a:p>
        </p:txBody>
      </p:sp>
      <p:sp>
        <p:nvSpPr>
          <p:cNvPr id="298" name="Shape 296">
            <a:extLst>
              <a:ext uri="{FF2B5EF4-FFF2-40B4-BE49-F238E27FC236}">
                <a16:creationId xmlns:a16="http://schemas.microsoft.com/office/drawing/2014/main" id="{80C07452-4080-0AC2-DCAB-61E1464CF00A}"/>
              </a:ext>
            </a:extLst>
          </p:cNvPr>
          <p:cNvSpPr/>
          <p:nvPr/>
        </p:nvSpPr>
        <p:spPr>
          <a:xfrm>
            <a:off x="6652260" y="2372868"/>
            <a:ext cx="3881628" cy="188758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99" name="Text 297">
            <a:extLst>
              <a:ext uri="{FF2B5EF4-FFF2-40B4-BE49-F238E27FC236}">
                <a16:creationId xmlns:a16="http://schemas.microsoft.com/office/drawing/2014/main" id="{83D7D5B6-D8F9-50E9-F0DA-10406EB90220}"/>
              </a:ext>
            </a:extLst>
          </p:cNvPr>
          <p:cNvSpPr/>
          <p:nvPr/>
        </p:nvSpPr>
        <p:spPr>
          <a:xfrm>
            <a:off x="6675120" y="2377440"/>
            <a:ext cx="3835908" cy="1796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>
                <a:solidFill>
                  <a:srgbClr val="543443"/>
                </a:solidFill>
              </a:rPr>
              <a:t>林滅滅</a:t>
            </a:r>
            <a:endParaRPr lang="en-US" sz="929" dirty="0"/>
          </a:p>
        </p:txBody>
      </p:sp>
      <p:sp>
        <p:nvSpPr>
          <p:cNvPr id="300" name="Shape 298">
            <a:extLst>
              <a:ext uri="{FF2B5EF4-FFF2-40B4-BE49-F238E27FC236}">
                <a16:creationId xmlns:a16="http://schemas.microsoft.com/office/drawing/2014/main" id="{F774F27D-FB93-C176-1D1F-D67C41753F34}"/>
              </a:ext>
            </a:extLst>
          </p:cNvPr>
          <p:cNvSpPr/>
          <p:nvPr/>
        </p:nvSpPr>
        <p:spPr>
          <a:xfrm>
            <a:off x="10533888" y="2372868"/>
            <a:ext cx="621792" cy="188758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01" name="Text 299">
            <a:extLst>
              <a:ext uri="{FF2B5EF4-FFF2-40B4-BE49-F238E27FC236}">
                <a16:creationId xmlns:a16="http://schemas.microsoft.com/office/drawing/2014/main" id="{BA23A86C-39F7-5A77-0C69-CF900DDBA16B}"/>
              </a:ext>
            </a:extLst>
          </p:cNvPr>
          <p:cNvSpPr/>
          <p:nvPr/>
        </p:nvSpPr>
        <p:spPr>
          <a:xfrm>
            <a:off x="10556748" y="2377440"/>
            <a:ext cx="576072" cy="1796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>
                <a:solidFill>
                  <a:srgbClr val="543443"/>
                </a:solidFill>
              </a:rPr>
              <a:t>華德</a:t>
            </a:r>
            <a:endParaRPr lang="en-US" sz="929" dirty="0"/>
          </a:p>
        </p:txBody>
      </p:sp>
      <p:sp>
        <p:nvSpPr>
          <p:cNvPr id="302" name="Shape 300">
            <a:extLst>
              <a:ext uri="{FF2B5EF4-FFF2-40B4-BE49-F238E27FC236}">
                <a16:creationId xmlns:a16="http://schemas.microsoft.com/office/drawing/2014/main" id="{D0790A9D-665B-01DB-7B95-73992DF26969}"/>
              </a:ext>
            </a:extLst>
          </p:cNvPr>
          <p:cNvSpPr/>
          <p:nvPr/>
        </p:nvSpPr>
        <p:spPr>
          <a:xfrm>
            <a:off x="11155680" y="2372868"/>
            <a:ext cx="530352" cy="188758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03" name="Text 301">
            <a:extLst>
              <a:ext uri="{FF2B5EF4-FFF2-40B4-BE49-F238E27FC236}">
                <a16:creationId xmlns:a16="http://schemas.microsoft.com/office/drawing/2014/main" id="{BB6CDFCE-A35B-5C59-1BAF-3F8F10F2FB05}"/>
              </a:ext>
            </a:extLst>
          </p:cNvPr>
          <p:cNvSpPr/>
          <p:nvPr/>
        </p:nvSpPr>
        <p:spPr>
          <a:xfrm>
            <a:off x="11178540" y="2377440"/>
            <a:ext cx="484632" cy="1796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7B3C5E"/>
                </a:solidFill>
              </a:rPr>
              <a:t>1</a:t>
            </a:r>
            <a:endParaRPr lang="en-US" sz="929" dirty="0"/>
          </a:p>
        </p:txBody>
      </p:sp>
      <p:sp>
        <p:nvSpPr>
          <p:cNvPr id="304" name="Shape 302">
            <a:extLst>
              <a:ext uri="{FF2B5EF4-FFF2-40B4-BE49-F238E27FC236}">
                <a16:creationId xmlns:a16="http://schemas.microsoft.com/office/drawing/2014/main" id="{14B3E1BA-6762-D694-9DC6-3A1EB3766468}"/>
              </a:ext>
            </a:extLst>
          </p:cNvPr>
          <p:cNvSpPr/>
          <p:nvPr/>
        </p:nvSpPr>
        <p:spPr>
          <a:xfrm>
            <a:off x="6176772" y="2561626"/>
            <a:ext cx="475488" cy="188758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05" name="Text 303">
            <a:extLst>
              <a:ext uri="{FF2B5EF4-FFF2-40B4-BE49-F238E27FC236}">
                <a16:creationId xmlns:a16="http://schemas.microsoft.com/office/drawing/2014/main" id="{09D84C7F-CE02-F53D-8F5F-B223287E389C}"/>
              </a:ext>
            </a:extLst>
          </p:cNvPr>
          <p:cNvSpPr/>
          <p:nvPr/>
        </p:nvSpPr>
        <p:spPr>
          <a:xfrm>
            <a:off x="6199632" y="2566198"/>
            <a:ext cx="429768" cy="1796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>
                <a:solidFill>
                  <a:srgbClr val="543443"/>
                </a:solidFill>
              </a:rPr>
              <a:t>36</a:t>
            </a:r>
            <a:endParaRPr lang="en-US" sz="929" dirty="0"/>
          </a:p>
        </p:txBody>
      </p:sp>
      <p:sp>
        <p:nvSpPr>
          <p:cNvPr id="306" name="Shape 304">
            <a:extLst>
              <a:ext uri="{FF2B5EF4-FFF2-40B4-BE49-F238E27FC236}">
                <a16:creationId xmlns:a16="http://schemas.microsoft.com/office/drawing/2014/main" id="{5A848F1F-D8E5-564E-E71F-6A735237C63E}"/>
              </a:ext>
            </a:extLst>
          </p:cNvPr>
          <p:cNvSpPr/>
          <p:nvPr/>
        </p:nvSpPr>
        <p:spPr>
          <a:xfrm>
            <a:off x="6652260" y="2561626"/>
            <a:ext cx="3881628" cy="188758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07" name="Text 305">
            <a:extLst>
              <a:ext uri="{FF2B5EF4-FFF2-40B4-BE49-F238E27FC236}">
                <a16:creationId xmlns:a16="http://schemas.microsoft.com/office/drawing/2014/main" id="{5430AABD-6A92-6FF2-54B3-BF3DFD802219}"/>
              </a:ext>
            </a:extLst>
          </p:cNvPr>
          <p:cNvSpPr/>
          <p:nvPr/>
        </p:nvSpPr>
        <p:spPr>
          <a:xfrm>
            <a:off x="6675120" y="2566198"/>
            <a:ext cx="3835908" cy="1796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>
                <a:solidFill>
                  <a:srgbClr val="543443"/>
                </a:solidFill>
              </a:rPr>
              <a:t>葉賽端</a:t>
            </a:r>
            <a:endParaRPr lang="en-US" sz="929" dirty="0"/>
          </a:p>
        </p:txBody>
      </p:sp>
      <p:sp>
        <p:nvSpPr>
          <p:cNvPr id="308" name="Shape 306">
            <a:extLst>
              <a:ext uri="{FF2B5EF4-FFF2-40B4-BE49-F238E27FC236}">
                <a16:creationId xmlns:a16="http://schemas.microsoft.com/office/drawing/2014/main" id="{AB463A15-CF3C-0B3D-BA4D-3922E10F4B8D}"/>
              </a:ext>
            </a:extLst>
          </p:cNvPr>
          <p:cNvSpPr/>
          <p:nvPr/>
        </p:nvSpPr>
        <p:spPr>
          <a:xfrm>
            <a:off x="10533888" y="2561626"/>
            <a:ext cx="621792" cy="188758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09" name="Text 307">
            <a:extLst>
              <a:ext uri="{FF2B5EF4-FFF2-40B4-BE49-F238E27FC236}">
                <a16:creationId xmlns:a16="http://schemas.microsoft.com/office/drawing/2014/main" id="{AE33C15E-B3FB-0F67-E30B-85132C60F492}"/>
              </a:ext>
            </a:extLst>
          </p:cNvPr>
          <p:cNvSpPr/>
          <p:nvPr/>
        </p:nvSpPr>
        <p:spPr>
          <a:xfrm>
            <a:off x="10556748" y="2566198"/>
            <a:ext cx="576072" cy="1796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>
                <a:solidFill>
                  <a:srgbClr val="543443"/>
                </a:solidFill>
              </a:rPr>
              <a:t>華德</a:t>
            </a:r>
            <a:endParaRPr lang="en-US" sz="929" dirty="0"/>
          </a:p>
        </p:txBody>
      </p:sp>
      <p:sp>
        <p:nvSpPr>
          <p:cNvPr id="310" name="Shape 308">
            <a:extLst>
              <a:ext uri="{FF2B5EF4-FFF2-40B4-BE49-F238E27FC236}">
                <a16:creationId xmlns:a16="http://schemas.microsoft.com/office/drawing/2014/main" id="{75108816-2D58-F50D-C9F2-D7C6EE23EB44}"/>
              </a:ext>
            </a:extLst>
          </p:cNvPr>
          <p:cNvSpPr/>
          <p:nvPr/>
        </p:nvSpPr>
        <p:spPr>
          <a:xfrm>
            <a:off x="11155680" y="2561626"/>
            <a:ext cx="530352" cy="188758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11" name="Text 309">
            <a:extLst>
              <a:ext uri="{FF2B5EF4-FFF2-40B4-BE49-F238E27FC236}">
                <a16:creationId xmlns:a16="http://schemas.microsoft.com/office/drawing/2014/main" id="{4D6A00DE-FD25-7161-64C8-84C163207700}"/>
              </a:ext>
            </a:extLst>
          </p:cNvPr>
          <p:cNvSpPr/>
          <p:nvPr/>
        </p:nvSpPr>
        <p:spPr>
          <a:xfrm>
            <a:off x="11178540" y="2566198"/>
            <a:ext cx="484632" cy="1796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7B3C5E"/>
                </a:solidFill>
              </a:rPr>
              <a:t>1</a:t>
            </a:r>
            <a:endParaRPr lang="en-US" sz="929" dirty="0"/>
          </a:p>
        </p:txBody>
      </p:sp>
      <p:sp>
        <p:nvSpPr>
          <p:cNvPr id="312" name="Shape 310">
            <a:extLst>
              <a:ext uri="{FF2B5EF4-FFF2-40B4-BE49-F238E27FC236}">
                <a16:creationId xmlns:a16="http://schemas.microsoft.com/office/drawing/2014/main" id="{6459BD75-6E39-A88C-7CA7-E3269C10F491}"/>
              </a:ext>
            </a:extLst>
          </p:cNvPr>
          <p:cNvSpPr/>
          <p:nvPr/>
        </p:nvSpPr>
        <p:spPr>
          <a:xfrm>
            <a:off x="6176772" y="2750385"/>
            <a:ext cx="475488" cy="188758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13" name="Text 311">
            <a:extLst>
              <a:ext uri="{FF2B5EF4-FFF2-40B4-BE49-F238E27FC236}">
                <a16:creationId xmlns:a16="http://schemas.microsoft.com/office/drawing/2014/main" id="{908C6296-AC60-9994-F416-A99E2EF58085}"/>
              </a:ext>
            </a:extLst>
          </p:cNvPr>
          <p:cNvSpPr/>
          <p:nvPr/>
        </p:nvSpPr>
        <p:spPr>
          <a:xfrm>
            <a:off x="6199632" y="2754957"/>
            <a:ext cx="429768" cy="1796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>
                <a:solidFill>
                  <a:srgbClr val="543443"/>
                </a:solidFill>
              </a:rPr>
              <a:t>37</a:t>
            </a:r>
            <a:endParaRPr lang="en-US" sz="929" dirty="0"/>
          </a:p>
        </p:txBody>
      </p:sp>
      <p:sp>
        <p:nvSpPr>
          <p:cNvPr id="314" name="Shape 312">
            <a:extLst>
              <a:ext uri="{FF2B5EF4-FFF2-40B4-BE49-F238E27FC236}">
                <a16:creationId xmlns:a16="http://schemas.microsoft.com/office/drawing/2014/main" id="{0044F838-740B-C7F7-33B4-80300B8BB6BB}"/>
              </a:ext>
            </a:extLst>
          </p:cNvPr>
          <p:cNvSpPr/>
          <p:nvPr/>
        </p:nvSpPr>
        <p:spPr>
          <a:xfrm>
            <a:off x="6652260" y="2750385"/>
            <a:ext cx="3881628" cy="188758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15" name="Text 313">
            <a:extLst>
              <a:ext uri="{FF2B5EF4-FFF2-40B4-BE49-F238E27FC236}">
                <a16:creationId xmlns:a16="http://schemas.microsoft.com/office/drawing/2014/main" id="{0C28E3B5-0EF4-47F5-F675-6620A0767894}"/>
              </a:ext>
            </a:extLst>
          </p:cNvPr>
          <p:cNvSpPr/>
          <p:nvPr/>
        </p:nvSpPr>
        <p:spPr>
          <a:xfrm>
            <a:off x="6675120" y="2754957"/>
            <a:ext cx="3835908" cy="1796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>
                <a:solidFill>
                  <a:srgbClr val="543443"/>
                </a:solidFill>
              </a:rPr>
              <a:t>洪秀美</a:t>
            </a:r>
            <a:endParaRPr lang="en-US" sz="929" dirty="0"/>
          </a:p>
        </p:txBody>
      </p:sp>
      <p:sp>
        <p:nvSpPr>
          <p:cNvPr id="316" name="Shape 314">
            <a:extLst>
              <a:ext uri="{FF2B5EF4-FFF2-40B4-BE49-F238E27FC236}">
                <a16:creationId xmlns:a16="http://schemas.microsoft.com/office/drawing/2014/main" id="{1B40411B-754A-71AB-29F9-B9A0BD16D940}"/>
              </a:ext>
            </a:extLst>
          </p:cNvPr>
          <p:cNvSpPr/>
          <p:nvPr/>
        </p:nvSpPr>
        <p:spPr>
          <a:xfrm>
            <a:off x="10533888" y="2750385"/>
            <a:ext cx="621792" cy="188758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17" name="Text 315">
            <a:extLst>
              <a:ext uri="{FF2B5EF4-FFF2-40B4-BE49-F238E27FC236}">
                <a16:creationId xmlns:a16="http://schemas.microsoft.com/office/drawing/2014/main" id="{C667D7A4-1CFB-EA09-40E8-52D464D07695}"/>
              </a:ext>
            </a:extLst>
          </p:cNvPr>
          <p:cNvSpPr/>
          <p:nvPr/>
        </p:nvSpPr>
        <p:spPr>
          <a:xfrm>
            <a:off x="10556748" y="2754957"/>
            <a:ext cx="576072" cy="1796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>
                <a:solidFill>
                  <a:srgbClr val="543443"/>
                </a:solidFill>
              </a:rPr>
              <a:t>華德</a:t>
            </a:r>
            <a:endParaRPr lang="en-US" sz="929" dirty="0"/>
          </a:p>
        </p:txBody>
      </p:sp>
      <p:sp>
        <p:nvSpPr>
          <p:cNvPr id="318" name="Shape 316">
            <a:extLst>
              <a:ext uri="{FF2B5EF4-FFF2-40B4-BE49-F238E27FC236}">
                <a16:creationId xmlns:a16="http://schemas.microsoft.com/office/drawing/2014/main" id="{B2300CE0-30C0-7AA2-2153-41DE6801C53B}"/>
              </a:ext>
            </a:extLst>
          </p:cNvPr>
          <p:cNvSpPr/>
          <p:nvPr/>
        </p:nvSpPr>
        <p:spPr>
          <a:xfrm>
            <a:off x="11155680" y="2750385"/>
            <a:ext cx="530352" cy="188758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19" name="Text 317">
            <a:extLst>
              <a:ext uri="{FF2B5EF4-FFF2-40B4-BE49-F238E27FC236}">
                <a16:creationId xmlns:a16="http://schemas.microsoft.com/office/drawing/2014/main" id="{999239FF-DE8C-F32B-F84D-BA7CCF1A13D7}"/>
              </a:ext>
            </a:extLst>
          </p:cNvPr>
          <p:cNvSpPr/>
          <p:nvPr/>
        </p:nvSpPr>
        <p:spPr>
          <a:xfrm>
            <a:off x="11178540" y="2754957"/>
            <a:ext cx="484632" cy="1796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7B3C5E"/>
                </a:solidFill>
              </a:rPr>
              <a:t>1</a:t>
            </a:r>
            <a:endParaRPr lang="en-US" sz="929" dirty="0"/>
          </a:p>
        </p:txBody>
      </p:sp>
      <p:sp>
        <p:nvSpPr>
          <p:cNvPr id="320" name="Shape 318">
            <a:extLst>
              <a:ext uri="{FF2B5EF4-FFF2-40B4-BE49-F238E27FC236}">
                <a16:creationId xmlns:a16="http://schemas.microsoft.com/office/drawing/2014/main" id="{C4434897-C8E4-FE38-B104-D67F8F6773DA}"/>
              </a:ext>
            </a:extLst>
          </p:cNvPr>
          <p:cNvSpPr/>
          <p:nvPr/>
        </p:nvSpPr>
        <p:spPr>
          <a:xfrm>
            <a:off x="6176772" y="2939143"/>
            <a:ext cx="475488" cy="188758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21" name="Text 319">
            <a:extLst>
              <a:ext uri="{FF2B5EF4-FFF2-40B4-BE49-F238E27FC236}">
                <a16:creationId xmlns:a16="http://schemas.microsoft.com/office/drawing/2014/main" id="{4DBB0B48-0369-AA23-DE52-30DAA529D20F}"/>
              </a:ext>
            </a:extLst>
          </p:cNvPr>
          <p:cNvSpPr/>
          <p:nvPr/>
        </p:nvSpPr>
        <p:spPr>
          <a:xfrm>
            <a:off x="6199632" y="2943715"/>
            <a:ext cx="429768" cy="1796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>
                <a:solidFill>
                  <a:srgbClr val="543443"/>
                </a:solidFill>
              </a:rPr>
              <a:t>38</a:t>
            </a:r>
            <a:endParaRPr lang="en-US" sz="929" dirty="0"/>
          </a:p>
        </p:txBody>
      </p:sp>
      <p:sp>
        <p:nvSpPr>
          <p:cNvPr id="322" name="Shape 320">
            <a:extLst>
              <a:ext uri="{FF2B5EF4-FFF2-40B4-BE49-F238E27FC236}">
                <a16:creationId xmlns:a16="http://schemas.microsoft.com/office/drawing/2014/main" id="{7550E9CB-05F5-AD91-5908-A59A7B9F496B}"/>
              </a:ext>
            </a:extLst>
          </p:cNvPr>
          <p:cNvSpPr/>
          <p:nvPr/>
        </p:nvSpPr>
        <p:spPr>
          <a:xfrm>
            <a:off x="6652260" y="2939143"/>
            <a:ext cx="3881628" cy="188758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23" name="Text 321">
            <a:extLst>
              <a:ext uri="{FF2B5EF4-FFF2-40B4-BE49-F238E27FC236}">
                <a16:creationId xmlns:a16="http://schemas.microsoft.com/office/drawing/2014/main" id="{E32FB1C3-8939-302D-CAD6-5D651C9D1070}"/>
              </a:ext>
            </a:extLst>
          </p:cNvPr>
          <p:cNvSpPr/>
          <p:nvPr/>
        </p:nvSpPr>
        <p:spPr>
          <a:xfrm>
            <a:off x="6675120" y="2943715"/>
            <a:ext cx="3835908" cy="1796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 err="1">
                <a:solidFill>
                  <a:srgbClr val="543443"/>
                </a:solidFill>
              </a:rPr>
              <a:t>鍾茹芬</a:t>
            </a:r>
            <a:endParaRPr lang="en-US" sz="929" dirty="0"/>
          </a:p>
        </p:txBody>
      </p:sp>
      <p:sp>
        <p:nvSpPr>
          <p:cNvPr id="324" name="Shape 322">
            <a:extLst>
              <a:ext uri="{FF2B5EF4-FFF2-40B4-BE49-F238E27FC236}">
                <a16:creationId xmlns:a16="http://schemas.microsoft.com/office/drawing/2014/main" id="{898A456C-73E3-3496-8806-0E4FCCD11FA2}"/>
              </a:ext>
            </a:extLst>
          </p:cNvPr>
          <p:cNvSpPr/>
          <p:nvPr/>
        </p:nvSpPr>
        <p:spPr>
          <a:xfrm>
            <a:off x="10533888" y="2939143"/>
            <a:ext cx="621792" cy="188758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25" name="Text 323">
            <a:extLst>
              <a:ext uri="{FF2B5EF4-FFF2-40B4-BE49-F238E27FC236}">
                <a16:creationId xmlns:a16="http://schemas.microsoft.com/office/drawing/2014/main" id="{E412FA2A-28B4-EED5-2CBD-2F1512DBCE1E}"/>
              </a:ext>
            </a:extLst>
          </p:cNvPr>
          <p:cNvSpPr/>
          <p:nvPr/>
        </p:nvSpPr>
        <p:spPr>
          <a:xfrm>
            <a:off x="10556748" y="2943715"/>
            <a:ext cx="576072" cy="1796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>
                <a:solidFill>
                  <a:srgbClr val="543443"/>
                </a:solidFill>
              </a:rPr>
              <a:t>敬德</a:t>
            </a:r>
            <a:endParaRPr lang="en-US" sz="929" dirty="0"/>
          </a:p>
        </p:txBody>
      </p:sp>
      <p:sp>
        <p:nvSpPr>
          <p:cNvPr id="326" name="Shape 324">
            <a:extLst>
              <a:ext uri="{FF2B5EF4-FFF2-40B4-BE49-F238E27FC236}">
                <a16:creationId xmlns:a16="http://schemas.microsoft.com/office/drawing/2014/main" id="{0081B8AB-D9BE-D18C-DC28-7147E762C475}"/>
              </a:ext>
            </a:extLst>
          </p:cNvPr>
          <p:cNvSpPr/>
          <p:nvPr/>
        </p:nvSpPr>
        <p:spPr>
          <a:xfrm>
            <a:off x="11155680" y="2939143"/>
            <a:ext cx="530352" cy="188758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27" name="Text 325">
            <a:extLst>
              <a:ext uri="{FF2B5EF4-FFF2-40B4-BE49-F238E27FC236}">
                <a16:creationId xmlns:a16="http://schemas.microsoft.com/office/drawing/2014/main" id="{05E551D7-6BF6-FF72-16AD-8374974770F7}"/>
              </a:ext>
            </a:extLst>
          </p:cNvPr>
          <p:cNvSpPr/>
          <p:nvPr/>
        </p:nvSpPr>
        <p:spPr>
          <a:xfrm>
            <a:off x="11178540" y="2943715"/>
            <a:ext cx="484632" cy="1796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7B3C5E"/>
                </a:solidFill>
              </a:rPr>
              <a:t>2</a:t>
            </a:r>
            <a:endParaRPr lang="en-US" sz="929" dirty="0"/>
          </a:p>
        </p:txBody>
      </p:sp>
      <p:sp>
        <p:nvSpPr>
          <p:cNvPr id="328" name="Shape 326">
            <a:extLst>
              <a:ext uri="{FF2B5EF4-FFF2-40B4-BE49-F238E27FC236}">
                <a16:creationId xmlns:a16="http://schemas.microsoft.com/office/drawing/2014/main" id="{93590035-75BD-8E0E-D238-DC39144DD6B6}"/>
              </a:ext>
            </a:extLst>
          </p:cNvPr>
          <p:cNvSpPr/>
          <p:nvPr/>
        </p:nvSpPr>
        <p:spPr>
          <a:xfrm>
            <a:off x="6176772" y="3127901"/>
            <a:ext cx="475488" cy="188758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29" name="Text 327">
            <a:extLst>
              <a:ext uri="{FF2B5EF4-FFF2-40B4-BE49-F238E27FC236}">
                <a16:creationId xmlns:a16="http://schemas.microsoft.com/office/drawing/2014/main" id="{5DCD7107-61A4-DA7C-EB51-9E1A1F790249}"/>
              </a:ext>
            </a:extLst>
          </p:cNvPr>
          <p:cNvSpPr/>
          <p:nvPr/>
        </p:nvSpPr>
        <p:spPr>
          <a:xfrm>
            <a:off x="6199632" y="3132473"/>
            <a:ext cx="429768" cy="1796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>
                <a:solidFill>
                  <a:srgbClr val="543443"/>
                </a:solidFill>
              </a:rPr>
              <a:t>39</a:t>
            </a:r>
            <a:endParaRPr lang="en-US" sz="929" dirty="0"/>
          </a:p>
        </p:txBody>
      </p:sp>
      <p:sp>
        <p:nvSpPr>
          <p:cNvPr id="330" name="Shape 328">
            <a:extLst>
              <a:ext uri="{FF2B5EF4-FFF2-40B4-BE49-F238E27FC236}">
                <a16:creationId xmlns:a16="http://schemas.microsoft.com/office/drawing/2014/main" id="{6E98B7BD-F94B-3759-1B6A-F0E60FB7B219}"/>
              </a:ext>
            </a:extLst>
          </p:cNvPr>
          <p:cNvSpPr/>
          <p:nvPr/>
        </p:nvSpPr>
        <p:spPr>
          <a:xfrm>
            <a:off x="6652260" y="3127901"/>
            <a:ext cx="3881628" cy="188758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31" name="Text 329">
            <a:extLst>
              <a:ext uri="{FF2B5EF4-FFF2-40B4-BE49-F238E27FC236}">
                <a16:creationId xmlns:a16="http://schemas.microsoft.com/office/drawing/2014/main" id="{405AE9C7-E806-AFA0-D42E-BAEFF5402156}"/>
              </a:ext>
            </a:extLst>
          </p:cNvPr>
          <p:cNvSpPr/>
          <p:nvPr/>
        </p:nvSpPr>
        <p:spPr>
          <a:xfrm>
            <a:off x="6675120" y="3132473"/>
            <a:ext cx="3835908" cy="1796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>
                <a:solidFill>
                  <a:srgbClr val="543443"/>
                </a:solidFill>
              </a:rPr>
              <a:t>鄭春安</a:t>
            </a:r>
            <a:endParaRPr lang="en-US" sz="929" dirty="0"/>
          </a:p>
        </p:txBody>
      </p:sp>
      <p:sp>
        <p:nvSpPr>
          <p:cNvPr id="332" name="Shape 330">
            <a:extLst>
              <a:ext uri="{FF2B5EF4-FFF2-40B4-BE49-F238E27FC236}">
                <a16:creationId xmlns:a16="http://schemas.microsoft.com/office/drawing/2014/main" id="{306EAC85-8870-F2E6-812C-A23E3310F4A8}"/>
              </a:ext>
            </a:extLst>
          </p:cNvPr>
          <p:cNvSpPr/>
          <p:nvPr/>
        </p:nvSpPr>
        <p:spPr>
          <a:xfrm>
            <a:off x="10533888" y="3127901"/>
            <a:ext cx="621792" cy="188758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33" name="Text 331">
            <a:extLst>
              <a:ext uri="{FF2B5EF4-FFF2-40B4-BE49-F238E27FC236}">
                <a16:creationId xmlns:a16="http://schemas.microsoft.com/office/drawing/2014/main" id="{0DA4B7F8-E329-CDB9-E663-51C7C1569DE1}"/>
              </a:ext>
            </a:extLst>
          </p:cNvPr>
          <p:cNvSpPr/>
          <p:nvPr/>
        </p:nvSpPr>
        <p:spPr>
          <a:xfrm>
            <a:off x="10556748" y="3132473"/>
            <a:ext cx="576072" cy="1796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>
                <a:solidFill>
                  <a:srgbClr val="543443"/>
                </a:solidFill>
              </a:rPr>
              <a:t>敬德</a:t>
            </a:r>
            <a:endParaRPr lang="en-US" sz="929" dirty="0"/>
          </a:p>
        </p:txBody>
      </p:sp>
      <p:sp>
        <p:nvSpPr>
          <p:cNvPr id="334" name="Shape 332">
            <a:extLst>
              <a:ext uri="{FF2B5EF4-FFF2-40B4-BE49-F238E27FC236}">
                <a16:creationId xmlns:a16="http://schemas.microsoft.com/office/drawing/2014/main" id="{95DB75E9-5D38-581E-0CE7-0D11F8DAC0C4}"/>
              </a:ext>
            </a:extLst>
          </p:cNvPr>
          <p:cNvSpPr/>
          <p:nvPr/>
        </p:nvSpPr>
        <p:spPr>
          <a:xfrm>
            <a:off x="11155680" y="3127901"/>
            <a:ext cx="530352" cy="188758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35" name="Text 333">
            <a:extLst>
              <a:ext uri="{FF2B5EF4-FFF2-40B4-BE49-F238E27FC236}">
                <a16:creationId xmlns:a16="http://schemas.microsoft.com/office/drawing/2014/main" id="{51D0A627-857A-958E-358D-E910902115BF}"/>
              </a:ext>
            </a:extLst>
          </p:cNvPr>
          <p:cNvSpPr/>
          <p:nvPr/>
        </p:nvSpPr>
        <p:spPr>
          <a:xfrm>
            <a:off x="11178540" y="3132473"/>
            <a:ext cx="484632" cy="1796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7B3C5E"/>
                </a:solidFill>
              </a:rPr>
              <a:t>1</a:t>
            </a:r>
            <a:endParaRPr lang="en-US" sz="929" dirty="0"/>
          </a:p>
        </p:txBody>
      </p:sp>
      <p:sp>
        <p:nvSpPr>
          <p:cNvPr id="336" name="Shape 334">
            <a:extLst>
              <a:ext uri="{FF2B5EF4-FFF2-40B4-BE49-F238E27FC236}">
                <a16:creationId xmlns:a16="http://schemas.microsoft.com/office/drawing/2014/main" id="{29CA17D6-679F-808D-E888-74F5A0F1B3DC}"/>
              </a:ext>
            </a:extLst>
          </p:cNvPr>
          <p:cNvSpPr/>
          <p:nvPr/>
        </p:nvSpPr>
        <p:spPr>
          <a:xfrm>
            <a:off x="6176772" y="3316659"/>
            <a:ext cx="475488" cy="188758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37" name="Text 335">
            <a:extLst>
              <a:ext uri="{FF2B5EF4-FFF2-40B4-BE49-F238E27FC236}">
                <a16:creationId xmlns:a16="http://schemas.microsoft.com/office/drawing/2014/main" id="{31AFACA0-E7C4-B043-EF75-A9F0A1E91728}"/>
              </a:ext>
            </a:extLst>
          </p:cNvPr>
          <p:cNvSpPr/>
          <p:nvPr/>
        </p:nvSpPr>
        <p:spPr>
          <a:xfrm>
            <a:off x="6199632" y="3321231"/>
            <a:ext cx="429768" cy="1796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>
                <a:solidFill>
                  <a:srgbClr val="543443"/>
                </a:solidFill>
              </a:rPr>
              <a:t>40</a:t>
            </a:r>
            <a:endParaRPr lang="en-US" sz="929" dirty="0"/>
          </a:p>
        </p:txBody>
      </p:sp>
      <p:sp>
        <p:nvSpPr>
          <p:cNvPr id="338" name="Shape 336">
            <a:extLst>
              <a:ext uri="{FF2B5EF4-FFF2-40B4-BE49-F238E27FC236}">
                <a16:creationId xmlns:a16="http://schemas.microsoft.com/office/drawing/2014/main" id="{D4C62884-6743-BD62-8D49-E7331EFFB173}"/>
              </a:ext>
            </a:extLst>
          </p:cNvPr>
          <p:cNvSpPr/>
          <p:nvPr/>
        </p:nvSpPr>
        <p:spPr>
          <a:xfrm>
            <a:off x="6652260" y="3316659"/>
            <a:ext cx="3881628" cy="188758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39" name="Text 337">
            <a:extLst>
              <a:ext uri="{FF2B5EF4-FFF2-40B4-BE49-F238E27FC236}">
                <a16:creationId xmlns:a16="http://schemas.microsoft.com/office/drawing/2014/main" id="{2254F052-5E47-3716-C79E-F227BC3F78E6}"/>
              </a:ext>
            </a:extLst>
          </p:cNvPr>
          <p:cNvSpPr/>
          <p:nvPr/>
        </p:nvSpPr>
        <p:spPr>
          <a:xfrm>
            <a:off x="6675120" y="3321231"/>
            <a:ext cx="3835908" cy="1796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>
                <a:solidFill>
                  <a:srgbClr val="543443"/>
                </a:solidFill>
              </a:rPr>
              <a:t>張曉瑩</a:t>
            </a:r>
            <a:endParaRPr lang="en-US" sz="929" dirty="0"/>
          </a:p>
        </p:txBody>
      </p:sp>
      <p:sp>
        <p:nvSpPr>
          <p:cNvPr id="340" name="Shape 338">
            <a:extLst>
              <a:ext uri="{FF2B5EF4-FFF2-40B4-BE49-F238E27FC236}">
                <a16:creationId xmlns:a16="http://schemas.microsoft.com/office/drawing/2014/main" id="{7A81624E-8E0E-07AB-09F9-0F12948ED2D4}"/>
              </a:ext>
            </a:extLst>
          </p:cNvPr>
          <p:cNvSpPr/>
          <p:nvPr/>
        </p:nvSpPr>
        <p:spPr>
          <a:xfrm>
            <a:off x="10533888" y="3316659"/>
            <a:ext cx="621792" cy="188758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41" name="Text 339">
            <a:extLst>
              <a:ext uri="{FF2B5EF4-FFF2-40B4-BE49-F238E27FC236}">
                <a16:creationId xmlns:a16="http://schemas.microsoft.com/office/drawing/2014/main" id="{B8D4B1B2-1E17-4E1A-9E52-960982250A85}"/>
              </a:ext>
            </a:extLst>
          </p:cNvPr>
          <p:cNvSpPr/>
          <p:nvPr/>
        </p:nvSpPr>
        <p:spPr>
          <a:xfrm>
            <a:off x="10556748" y="3321231"/>
            <a:ext cx="576072" cy="1796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>
                <a:solidFill>
                  <a:srgbClr val="543443"/>
                </a:solidFill>
              </a:rPr>
              <a:t>傳德</a:t>
            </a:r>
            <a:endParaRPr lang="en-US" sz="929" dirty="0"/>
          </a:p>
        </p:txBody>
      </p:sp>
      <p:sp>
        <p:nvSpPr>
          <p:cNvPr id="342" name="Shape 340">
            <a:extLst>
              <a:ext uri="{FF2B5EF4-FFF2-40B4-BE49-F238E27FC236}">
                <a16:creationId xmlns:a16="http://schemas.microsoft.com/office/drawing/2014/main" id="{FADE3CED-383F-5142-2EC9-8C8D173900C1}"/>
              </a:ext>
            </a:extLst>
          </p:cNvPr>
          <p:cNvSpPr/>
          <p:nvPr/>
        </p:nvSpPr>
        <p:spPr>
          <a:xfrm>
            <a:off x="11155680" y="3316659"/>
            <a:ext cx="530352" cy="188758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43" name="Text 341">
            <a:extLst>
              <a:ext uri="{FF2B5EF4-FFF2-40B4-BE49-F238E27FC236}">
                <a16:creationId xmlns:a16="http://schemas.microsoft.com/office/drawing/2014/main" id="{23D08117-E41A-938E-875F-CC99A09A9497}"/>
              </a:ext>
            </a:extLst>
          </p:cNvPr>
          <p:cNvSpPr/>
          <p:nvPr/>
        </p:nvSpPr>
        <p:spPr>
          <a:xfrm>
            <a:off x="11178540" y="3321231"/>
            <a:ext cx="484632" cy="1796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7B3C5E"/>
                </a:solidFill>
              </a:rPr>
              <a:t>3</a:t>
            </a:r>
            <a:endParaRPr lang="en-US" sz="929" dirty="0"/>
          </a:p>
        </p:txBody>
      </p:sp>
      <p:sp>
        <p:nvSpPr>
          <p:cNvPr id="344" name="Shape 342">
            <a:extLst>
              <a:ext uri="{FF2B5EF4-FFF2-40B4-BE49-F238E27FC236}">
                <a16:creationId xmlns:a16="http://schemas.microsoft.com/office/drawing/2014/main" id="{17FD62F4-7CF1-7449-D161-5286CE792219}"/>
              </a:ext>
            </a:extLst>
          </p:cNvPr>
          <p:cNvSpPr/>
          <p:nvPr/>
        </p:nvSpPr>
        <p:spPr>
          <a:xfrm>
            <a:off x="6176772" y="3505418"/>
            <a:ext cx="475488" cy="188758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45" name="Text 343">
            <a:extLst>
              <a:ext uri="{FF2B5EF4-FFF2-40B4-BE49-F238E27FC236}">
                <a16:creationId xmlns:a16="http://schemas.microsoft.com/office/drawing/2014/main" id="{89516843-618A-4DD3-B5DA-C36425D9DD7B}"/>
              </a:ext>
            </a:extLst>
          </p:cNvPr>
          <p:cNvSpPr/>
          <p:nvPr/>
        </p:nvSpPr>
        <p:spPr>
          <a:xfrm>
            <a:off x="6199632" y="3509990"/>
            <a:ext cx="429768" cy="1796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>
                <a:solidFill>
                  <a:srgbClr val="543443"/>
                </a:solidFill>
              </a:rPr>
              <a:t>41</a:t>
            </a:r>
            <a:endParaRPr lang="en-US" sz="929" dirty="0"/>
          </a:p>
        </p:txBody>
      </p:sp>
      <p:sp>
        <p:nvSpPr>
          <p:cNvPr id="346" name="Shape 344">
            <a:extLst>
              <a:ext uri="{FF2B5EF4-FFF2-40B4-BE49-F238E27FC236}">
                <a16:creationId xmlns:a16="http://schemas.microsoft.com/office/drawing/2014/main" id="{D36E9782-85FA-A345-2F78-6EBB869D95CF}"/>
              </a:ext>
            </a:extLst>
          </p:cNvPr>
          <p:cNvSpPr/>
          <p:nvPr/>
        </p:nvSpPr>
        <p:spPr>
          <a:xfrm>
            <a:off x="6652260" y="3505418"/>
            <a:ext cx="3881628" cy="188758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47" name="Text 345">
            <a:extLst>
              <a:ext uri="{FF2B5EF4-FFF2-40B4-BE49-F238E27FC236}">
                <a16:creationId xmlns:a16="http://schemas.microsoft.com/office/drawing/2014/main" id="{E442E68D-8514-A287-B7F0-C60D3C3AA7DF}"/>
              </a:ext>
            </a:extLst>
          </p:cNvPr>
          <p:cNvSpPr/>
          <p:nvPr/>
        </p:nvSpPr>
        <p:spPr>
          <a:xfrm>
            <a:off x="6675120" y="3509990"/>
            <a:ext cx="3835908" cy="1796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>
                <a:solidFill>
                  <a:srgbClr val="543443"/>
                </a:solidFill>
              </a:rPr>
              <a:t>朱彥晴</a:t>
            </a:r>
            <a:endParaRPr lang="en-US" sz="929" dirty="0"/>
          </a:p>
        </p:txBody>
      </p:sp>
      <p:sp>
        <p:nvSpPr>
          <p:cNvPr id="348" name="Shape 346">
            <a:extLst>
              <a:ext uri="{FF2B5EF4-FFF2-40B4-BE49-F238E27FC236}">
                <a16:creationId xmlns:a16="http://schemas.microsoft.com/office/drawing/2014/main" id="{C5CB8323-19FB-BDB5-AB84-5A717BF2A629}"/>
              </a:ext>
            </a:extLst>
          </p:cNvPr>
          <p:cNvSpPr/>
          <p:nvPr/>
        </p:nvSpPr>
        <p:spPr>
          <a:xfrm>
            <a:off x="10533888" y="3505418"/>
            <a:ext cx="621792" cy="188758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49" name="Text 347">
            <a:extLst>
              <a:ext uri="{FF2B5EF4-FFF2-40B4-BE49-F238E27FC236}">
                <a16:creationId xmlns:a16="http://schemas.microsoft.com/office/drawing/2014/main" id="{FC35201F-ACC8-3D5A-8755-C54972686480}"/>
              </a:ext>
            </a:extLst>
          </p:cNvPr>
          <p:cNvSpPr/>
          <p:nvPr/>
        </p:nvSpPr>
        <p:spPr>
          <a:xfrm>
            <a:off x="10556748" y="3509990"/>
            <a:ext cx="576072" cy="1796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>
                <a:solidFill>
                  <a:srgbClr val="543443"/>
                </a:solidFill>
              </a:rPr>
              <a:t>傳德</a:t>
            </a:r>
            <a:endParaRPr lang="en-US" sz="929" dirty="0"/>
          </a:p>
        </p:txBody>
      </p:sp>
      <p:sp>
        <p:nvSpPr>
          <p:cNvPr id="350" name="Shape 348">
            <a:extLst>
              <a:ext uri="{FF2B5EF4-FFF2-40B4-BE49-F238E27FC236}">
                <a16:creationId xmlns:a16="http://schemas.microsoft.com/office/drawing/2014/main" id="{91D266F1-8D64-AB2F-CFAF-B44F47934B7F}"/>
              </a:ext>
            </a:extLst>
          </p:cNvPr>
          <p:cNvSpPr/>
          <p:nvPr/>
        </p:nvSpPr>
        <p:spPr>
          <a:xfrm>
            <a:off x="11155680" y="3505418"/>
            <a:ext cx="530352" cy="188758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51" name="Text 349">
            <a:extLst>
              <a:ext uri="{FF2B5EF4-FFF2-40B4-BE49-F238E27FC236}">
                <a16:creationId xmlns:a16="http://schemas.microsoft.com/office/drawing/2014/main" id="{9635C195-49BF-E794-A28C-E87E08A5360F}"/>
              </a:ext>
            </a:extLst>
          </p:cNvPr>
          <p:cNvSpPr/>
          <p:nvPr/>
        </p:nvSpPr>
        <p:spPr>
          <a:xfrm>
            <a:off x="11178540" y="3509990"/>
            <a:ext cx="484632" cy="1796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7B3C5E"/>
                </a:solidFill>
              </a:rPr>
              <a:t>2</a:t>
            </a:r>
            <a:endParaRPr lang="en-US" sz="929" dirty="0"/>
          </a:p>
        </p:txBody>
      </p:sp>
      <p:sp>
        <p:nvSpPr>
          <p:cNvPr id="352" name="Shape 350">
            <a:extLst>
              <a:ext uri="{FF2B5EF4-FFF2-40B4-BE49-F238E27FC236}">
                <a16:creationId xmlns:a16="http://schemas.microsoft.com/office/drawing/2014/main" id="{62EF6B37-0108-6037-CD8E-2A1003A1CD9A}"/>
              </a:ext>
            </a:extLst>
          </p:cNvPr>
          <p:cNvSpPr/>
          <p:nvPr/>
        </p:nvSpPr>
        <p:spPr>
          <a:xfrm>
            <a:off x="6176772" y="3694176"/>
            <a:ext cx="475488" cy="188758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53" name="Text 351">
            <a:extLst>
              <a:ext uri="{FF2B5EF4-FFF2-40B4-BE49-F238E27FC236}">
                <a16:creationId xmlns:a16="http://schemas.microsoft.com/office/drawing/2014/main" id="{62A5328C-B54C-A035-D8C2-C88685FF8DC5}"/>
              </a:ext>
            </a:extLst>
          </p:cNvPr>
          <p:cNvSpPr/>
          <p:nvPr/>
        </p:nvSpPr>
        <p:spPr>
          <a:xfrm>
            <a:off x="6199632" y="3698748"/>
            <a:ext cx="429768" cy="1796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>
                <a:solidFill>
                  <a:srgbClr val="543443"/>
                </a:solidFill>
              </a:rPr>
              <a:t>42</a:t>
            </a:r>
            <a:endParaRPr lang="en-US" sz="929" dirty="0"/>
          </a:p>
        </p:txBody>
      </p:sp>
      <p:sp>
        <p:nvSpPr>
          <p:cNvPr id="354" name="Shape 352">
            <a:extLst>
              <a:ext uri="{FF2B5EF4-FFF2-40B4-BE49-F238E27FC236}">
                <a16:creationId xmlns:a16="http://schemas.microsoft.com/office/drawing/2014/main" id="{AA22F26B-EE6A-3356-CC82-B0ED2BE15D60}"/>
              </a:ext>
            </a:extLst>
          </p:cNvPr>
          <p:cNvSpPr/>
          <p:nvPr/>
        </p:nvSpPr>
        <p:spPr>
          <a:xfrm>
            <a:off x="6652260" y="3694176"/>
            <a:ext cx="3881628" cy="188758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55" name="Text 353">
            <a:extLst>
              <a:ext uri="{FF2B5EF4-FFF2-40B4-BE49-F238E27FC236}">
                <a16:creationId xmlns:a16="http://schemas.microsoft.com/office/drawing/2014/main" id="{03233631-1781-B2D4-74DA-00B7E3C0C543}"/>
              </a:ext>
            </a:extLst>
          </p:cNvPr>
          <p:cNvSpPr/>
          <p:nvPr/>
        </p:nvSpPr>
        <p:spPr>
          <a:xfrm>
            <a:off x="6675120" y="3698748"/>
            <a:ext cx="3835908" cy="1796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>
                <a:solidFill>
                  <a:srgbClr val="543443"/>
                </a:solidFill>
              </a:rPr>
              <a:t>劉金富</a:t>
            </a:r>
            <a:endParaRPr lang="en-US" sz="929" dirty="0"/>
          </a:p>
        </p:txBody>
      </p:sp>
      <p:sp>
        <p:nvSpPr>
          <p:cNvPr id="356" name="Shape 354">
            <a:extLst>
              <a:ext uri="{FF2B5EF4-FFF2-40B4-BE49-F238E27FC236}">
                <a16:creationId xmlns:a16="http://schemas.microsoft.com/office/drawing/2014/main" id="{88784469-BC83-41D5-4400-A3582A758C22}"/>
              </a:ext>
            </a:extLst>
          </p:cNvPr>
          <p:cNvSpPr/>
          <p:nvPr/>
        </p:nvSpPr>
        <p:spPr>
          <a:xfrm>
            <a:off x="10533888" y="3694176"/>
            <a:ext cx="621792" cy="188758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57" name="Text 355">
            <a:extLst>
              <a:ext uri="{FF2B5EF4-FFF2-40B4-BE49-F238E27FC236}">
                <a16:creationId xmlns:a16="http://schemas.microsoft.com/office/drawing/2014/main" id="{F50A2FD4-BCAC-F0AE-3AFA-E8AA322D2F4B}"/>
              </a:ext>
            </a:extLst>
          </p:cNvPr>
          <p:cNvSpPr/>
          <p:nvPr/>
        </p:nvSpPr>
        <p:spPr>
          <a:xfrm>
            <a:off x="10556748" y="3698748"/>
            <a:ext cx="576072" cy="1796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>
                <a:solidFill>
                  <a:srgbClr val="543443"/>
                </a:solidFill>
              </a:rPr>
              <a:t>傳德</a:t>
            </a:r>
            <a:endParaRPr lang="en-US" sz="929" dirty="0"/>
          </a:p>
        </p:txBody>
      </p:sp>
      <p:sp>
        <p:nvSpPr>
          <p:cNvPr id="358" name="Shape 356">
            <a:extLst>
              <a:ext uri="{FF2B5EF4-FFF2-40B4-BE49-F238E27FC236}">
                <a16:creationId xmlns:a16="http://schemas.microsoft.com/office/drawing/2014/main" id="{3960B160-5B0A-3A85-9355-6FDFBFCC98A8}"/>
              </a:ext>
            </a:extLst>
          </p:cNvPr>
          <p:cNvSpPr/>
          <p:nvPr/>
        </p:nvSpPr>
        <p:spPr>
          <a:xfrm>
            <a:off x="11155680" y="3694176"/>
            <a:ext cx="530352" cy="188758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59" name="Text 357">
            <a:extLst>
              <a:ext uri="{FF2B5EF4-FFF2-40B4-BE49-F238E27FC236}">
                <a16:creationId xmlns:a16="http://schemas.microsoft.com/office/drawing/2014/main" id="{30EA01DC-54C6-A48D-95C0-E42DFE2FCC57}"/>
              </a:ext>
            </a:extLst>
          </p:cNvPr>
          <p:cNvSpPr/>
          <p:nvPr/>
        </p:nvSpPr>
        <p:spPr>
          <a:xfrm>
            <a:off x="11178540" y="3698748"/>
            <a:ext cx="484632" cy="1796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7B3C5E"/>
                </a:solidFill>
              </a:rPr>
              <a:t>1</a:t>
            </a:r>
            <a:endParaRPr lang="en-US" sz="929" dirty="0"/>
          </a:p>
        </p:txBody>
      </p:sp>
      <p:sp>
        <p:nvSpPr>
          <p:cNvPr id="360" name="Shape 358">
            <a:extLst>
              <a:ext uri="{FF2B5EF4-FFF2-40B4-BE49-F238E27FC236}">
                <a16:creationId xmlns:a16="http://schemas.microsoft.com/office/drawing/2014/main" id="{CA7AF940-ED54-56B9-1C31-EB712F161DAB}"/>
              </a:ext>
            </a:extLst>
          </p:cNvPr>
          <p:cNvSpPr/>
          <p:nvPr/>
        </p:nvSpPr>
        <p:spPr>
          <a:xfrm>
            <a:off x="6176772" y="3882934"/>
            <a:ext cx="475488" cy="188758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61" name="Text 359">
            <a:extLst>
              <a:ext uri="{FF2B5EF4-FFF2-40B4-BE49-F238E27FC236}">
                <a16:creationId xmlns:a16="http://schemas.microsoft.com/office/drawing/2014/main" id="{C35D45C3-9535-939A-E1B4-06DBC4F0B5FC}"/>
              </a:ext>
            </a:extLst>
          </p:cNvPr>
          <p:cNvSpPr/>
          <p:nvPr/>
        </p:nvSpPr>
        <p:spPr>
          <a:xfrm>
            <a:off x="6199632" y="3887506"/>
            <a:ext cx="429768" cy="1796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>
                <a:solidFill>
                  <a:srgbClr val="543443"/>
                </a:solidFill>
              </a:rPr>
              <a:t>43</a:t>
            </a:r>
            <a:endParaRPr lang="en-US" sz="929" dirty="0"/>
          </a:p>
        </p:txBody>
      </p:sp>
      <p:sp>
        <p:nvSpPr>
          <p:cNvPr id="362" name="Shape 360">
            <a:extLst>
              <a:ext uri="{FF2B5EF4-FFF2-40B4-BE49-F238E27FC236}">
                <a16:creationId xmlns:a16="http://schemas.microsoft.com/office/drawing/2014/main" id="{FD3CD2E5-7EAC-29AB-9DEC-24A1EE99759C}"/>
              </a:ext>
            </a:extLst>
          </p:cNvPr>
          <p:cNvSpPr/>
          <p:nvPr/>
        </p:nvSpPr>
        <p:spPr>
          <a:xfrm>
            <a:off x="6652260" y="3882934"/>
            <a:ext cx="3881628" cy="188758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63" name="Text 361">
            <a:extLst>
              <a:ext uri="{FF2B5EF4-FFF2-40B4-BE49-F238E27FC236}">
                <a16:creationId xmlns:a16="http://schemas.microsoft.com/office/drawing/2014/main" id="{CC3856E7-7CC0-8F6C-7615-E2477EAF7499}"/>
              </a:ext>
            </a:extLst>
          </p:cNvPr>
          <p:cNvSpPr/>
          <p:nvPr/>
        </p:nvSpPr>
        <p:spPr>
          <a:xfrm>
            <a:off x="6675120" y="3887506"/>
            <a:ext cx="3835908" cy="1796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>
                <a:solidFill>
                  <a:srgbClr val="543443"/>
                </a:solidFill>
              </a:rPr>
              <a:t>盧淑儀</a:t>
            </a:r>
            <a:endParaRPr lang="en-US" sz="929" dirty="0"/>
          </a:p>
        </p:txBody>
      </p:sp>
      <p:sp>
        <p:nvSpPr>
          <p:cNvPr id="364" name="Shape 362">
            <a:extLst>
              <a:ext uri="{FF2B5EF4-FFF2-40B4-BE49-F238E27FC236}">
                <a16:creationId xmlns:a16="http://schemas.microsoft.com/office/drawing/2014/main" id="{ED83F94E-F411-05CF-D096-F860F6322507}"/>
              </a:ext>
            </a:extLst>
          </p:cNvPr>
          <p:cNvSpPr/>
          <p:nvPr/>
        </p:nvSpPr>
        <p:spPr>
          <a:xfrm>
            <a:off x="10533888" y="3882934"/>
            <a:ext cx="621792" cy="188758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65" name="Text 363">
            <a:extLst>
              <a:ext uri="{FF2B5EF4-FFF2-40B4-BE49-F238E27FC236}">
                <a16:creationId xmlns:a16="http://schemas.microsoft.com/office/drawing/2014/main" id="{F5BD8D3A-D407-3770-59EE-D0BFDA339A68}"/>
              </a:ext>
            </a:extLst>
          </p:cNvPr>
          <p:cNvSpPr/>
          <p:nvPr/>
        </p:nvSpPr>
        <p:spPr>
          <a:xfrm>
            <a:off x="10556748" y="3887506"/>
            <a:ext cx="576072" cy="1796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>
                <a:solidFill>
                  <a:srgbClr val="543443"/>
                </a:solidFill>
              </a:rPr>
              <a:t>傳德</a:t>
            </a:r>
            <a:endParaRPr lang="en-US" sz="929" dirty="0"/>
          </a:p>
        </p:txBody>
      </p:sp>
      <p:sp>
        <p:nvSpPr>
          <p:cNvPr id="366" name="Shape 364">
            <a:extLst>
              <a:ext uri="{FF2B5EF4-FFF2-40B4-BE49-F238E27FC236}">
                <a16:creationId xmlns:a16="http://schemas.microsoft.com/office/drawing/2014/main" id="{64C207A9-0905-D347-F0C0-2A812D2EE1D1}"/>
              </a:ext>
            </a:extLst>
          </p:cNvPr>
          <p:cNvSpPr/>
          <p:nvPr/>
        </p:nvSpPr>
        <p:spPr>
          <a:xfrm>
            <a:off x="11155680" y="3882934"/>
            <a:ext cx="530352" cy="188758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67" name="Text 365">
            <a:extLst>
              <a:ext uri="{FF2B5EF4-FFF2-40B4-BE49-F238E27FC236}">
                <a16:creationId xmlns:a16="http://schemas.microsoft.com/office/drawing/2014/main" id="{39215D97-4CC6-B522-FA45-E510EFA3AD80}"/>
              </a:ext>
            </a:extLst>
          </p:cNvPr>
          <p:cNvSpPr/>
          <p:nvPr/>
        </p:nvSpPr>
        <p:spPr>
          <a:xfrm>
            <a:off x="11178540" y="3887506"/>
            <a:ext cx="484632" cy="1796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7B3C5E"/>
                </a:solidFill>
              </a:rPr>
              <a:t>1</a:t>
            </a:r>
            <a:endParaRPr lang="en-US" sz="929" dirty="0"/>
          </a:p>
        </p:txBody>
      </p:sp>
      <p:sp>
        <p:nvSpPr>
          <p:cNvPr id="368" name="Shape 366">
            <a:extLst>
              <a:ext uri="{FF2B5EF4-FFF2-40B4-BE49-F238E27FC236}">
                <a16:creationId xmlns:a16="http://schemas.microsoft.com/office/drawing/2014/main" id="{EB4B19A5-B56F-2AC4-9129-0F88944DFFAA}"/>
              </a:ext>
            </a:extLst>
          </p:cNvPr>
          <p:cNvSpPr/>
          <p:nvPr/>
        </p:nvSpPr>
        <p:spPr>
          <a:xfrm>
            <a:off x="6176772" y="4071693"/>
            <a:ext cx="475488" cy="188758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69" name="Text 367">
            <a:extLst>
              <a:ext uri="{FF2B5EF4-FFF2-40B4-BE49-F238E27FC236}">
                <a16:creationId xmlns:a16="http://schemas.microsoft.com/office/drawing/2014/main" id="{343A9603-23B1-46C8-6E9A-17E3443DF25B}"/>
              </a:ext>
            </a:extLst>
          </p:cNvPr>
          <p:cNvSpPr/>
          <p:nvPr/>
        </p:nvSpPr>
        <p:spPr>
          <a:xfrm>
            <a:off x="6199632" y="4076265"/>
            <a:ext cx="429768" cy="1796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>
                <a:solidFill>
                  <a:srgbClr val="543443"/>
                </a:solidFill>
              </a:rPr>
              <a:t>44</a:t>
            </a:r>
            <a:endParaRPr lang="en-US" sz="929" dirty="0"/>
          </a:p>
        </p:txBody>
      </p:sp>
      <p:sp>
        <p:nvSpPr>
          <p:cNvPr id="370" name="Shape 368">
            <a:extLst>
              <a:ext uri="{FF2B5EF4-FFF2-40B4-BE49-F238E27FC236}">
                <a16:creationId xmlns:a16="http://schemas.microsoft.com/office/drawing/2014/main" id="{D5A8C841-319A-6CB4-C6EB-F8279EBD8413}"/>
              </a:ext>
            </a:extLst>
          </p:cNvPr>
          <p:cNvSpPr/>
          <p:nvPr/>
        </p:nvSpPr>
        <p:spPr>
          <a:xfrm>
            <a:off x="6652260" y="4071693"/>
            <a:ext cx="3881628" cy="188758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71" name="Text 369">
            <a:extLst>
              <a:ext uri="{FF2B5EF4-FFF2-40B4-BE49-F238E27FC236}">
                <a16:creationId xmlns:a16="http://schemas.microsoft.com/office/drawing/2014/main" id="{66EC62A9-43DA-730C-E579-54239757959D}"/>
              </a:ext>
            </a:extLst>
          </p:cNvPr>
          <p:cNvSpPr/>
          <p:nvPr/>
        </p:nvSpPr>
        <p:spPr>
          <a:xfrm>
            <a:off x="6675120" y="4076265"/>
            <a:ext cx="3835908" cy="1796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>
                <a:solidFill>
                  <a:srgbClr val="543443"/>
                </a:solidFill>
              </a:rPr>
              <a:t>洪妙玲</a:t>
            </a:r>
            <a:endParaRPr lang="en-US" sz="929" dirty="0"/>
          </a:p>
        </p:txBody>
      </p:sp>
      <p:sp>
        <p:nvSpPr>
          <p:cNvPr id="372" name="Shape 370">
            <a:extLst>
              <a:ext uri="{FF2B5EF4-FFF2-40B4-BE49-F238E27FC236}">
                <a16:creationId xmlns:a16="http://schemas.microsoft.com/office/drawing/2014/main" id="{98BE8F97-9238-99A2-D1DC-FD512CDBA2C0}"/>
              </a:ext>
            </a:extLst>
          </p:cNvPr>
          <p:cNvSpPr/>
          <p:nvPr/>
        </p:nvSpPr>
        <p:spPr>
          <a:xfrm>
            <a:off x="10533888" y="4071693"/>
            <a:ext cx="621792" cy="188758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73" name="Text 371">
            <a:extLst>
              <a:ext uri="{FF2B5EF4-FFF2-40B4-BE49-F238E27FC236}">
                <a16:creationId xmlns:a16="http://schemas.microsoft.com/office/drawing/2014/main" id="{40732FD6-0D85-AB0D-E9CE-C8A99F85849E}"/>
              </a:ext>
            </a:extLst>
          </p:cNvPr>
          <p:cNvSpPr/>
          <p:nvPr/>
        </p:nvSpPr>
        <p:spPr>
          <a:xfrm>
            <a:off x="10556748" y="4076265"/>
            <a:ext cx="576072" cy="1796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>
                <a:solidFill>
                  <a:srgbClr val="543443"/>
                </a:solidFill>
              </a:rPr>
              <a:t>傳德</a:t>
            </a:r>
            <a:endParaRPr lang="en-US" sz="929" dirty="0"/>
          </a:p>
        </p:txBody>
      </p:sp>
      <p:sp>
        <p:nvSpPr>
          <p:cNvPr id="374" name="Shape 372">
            <a:extLst>
              <a:ext uri="{FF2B5EF4-FFF2-40B4-BE49-F238E27FC236}">
                <a16:creationId xmlns:a16="http://schemas.microsoft.com/office/drawing/2014/main" id="{EB0113EB-F3D9-CE2C-9662-26F1E502050A}"/>
              </a:ext>
            </a:extLst>
          </p:cNvPr>
          <p:cNvSpPr/>
          <p:nvPr/>
        </p:nvSpPr>
        <p:spPr>
          <a:xfrm>
            <a:off x="11155680" y="4071693"/>
            <a:ext cx="530352" cy="188758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75" name="Text 373">
            <a:extLst>
              <a:ext uri="{FF2B5EF4-FFF2-40B4-BE49-F238E27FC236}">
                <a16:creationId xmlns:a16="http://schemas.microsoft.com/office/drawing/2014/main" id="{9F0E84FD-9131-ED32-0B35-7F639254025D}"/>
              </a:ext>
            </a:extLst>
          </p:cNvPr>
          <p:cNvSpPr/>
          <p:nvPr/>
        </p:nvSpPr>
        <p:spPr>
          <a:xfrm>
            <a:off x="11178540" y="4076265"/>
            <a:ext cx="484632" cy="1796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7B3C5E"/>
                </a:solidFill>
              </a:rPr>
              <a:t>1</a:t>
            </a:r>
            <a:endParaRPr lang="en-US" sz="929" dirty="0"/>
          </a:p>
        </p:txBody>
      </p:sp>
      <p:sp>
        <p:nvSpPr>
          <p:cNvPr id="376" name="Shape 374">
            <a:extLst>
              <a:ext uri="{FF2B5EF4-FFF2-40B4-BE49-F238E27FC236}">
                <a16:creationId xmlns:a16="http://schemas.microsoft.com/office/drawing/2014/main" id="{0FDB2DF0-6B12-0253-9CE0-5CCF44B08EBE}"/>
              </a:ext>
            </a:extLst>
          </p:cNvPr>
          <p:cNvSpPr/>
          <p:nvPr/>
        </p:nvSpPr>
        <p:spPr>
          <a:xfrm>
            <a:off x="6176772" y="4260451"/>
            <a:ext cx="475488" cy="188758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77" name="Text 375">
            <a:extLst>
              <a:ext uri="{FF2B5EF4-FFF2-40B4-BE49-F238E27FC236}">
                <a16:creationId xmlns:a16="http://schemas.microsoft.com/office/drawing/2014/main" id="{A32E079C-5232-7457-9C21-451EAAAFC71F}"/>
              </a:ext>
            </a:extLst>
          </p:cNvPr>
          <p:cNvSpPr/>
          <p:nvPr/>
        </p:nvSpPr>
        <p:spPr>
          <a:xfrm>
            <a:off x="6199632" y="4265023"/>
            <a:ext cx="429768" cy="1796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>
                <a:solidFill>
                  <a:srgbClr val="543443"/>
                </a:solidFill>
              </a:rPr>
              <a:t>45</a:t>
            </a:r>
            <a:endParaRPr lang="en-US" sz="929" dirty="0"/>
          </a:p>
        </p:txBody>
      </p:sp>
      <p:sp>
        <p:nvSpPr>
          <p:cNvPr id="378" name="Shape 376">
            <a:extLst>
              <a:ext uri="{FF2B5EF4-FFF2-40B4-BE49-F238E27FC236}">
                <a16:creationId xmlns:a16="http://schemas.microsoft.com/office/drawing/2014/main" id="{B08E316E-6CF5-A199-152A-F2385D7FC69F}"/>
              </a:ext>
            </a:extLst>
          </p:cNvPr>
          <p:cNvSpPr/>
          <p:nvPr/>
        </p:nvSpPr>
        <p:spPr>
          <a:xfrm>
            <a:off x="6652260" y="4260451"/>
            <a:ext cx="3881628" cy="188758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79" name="Text 377">
            <a:extLst>
              <a:ext uri="{FF2B5EF4-FFF2-40B4-BE49-F238E27FC236}">
                <a16:creationId xmlns:a16="http://schemas.microsoft.com/office/drawing/2014/main" id="{05F761A8-8533-BB59-F6A7-80A674616DAB}"/>
              </a:ext>
            </a:extLst>
          </p:cNvPr>
          <p:cNvSpPr/>
          <p:nvPr/>
        </p:nvSpPr>
        <p:spPr>
          <a:xfrm>
            <a:off x="6675120" y="4265023"/>
            <a:ext cx="3835908" cy="1796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>
                <a:solidFill>
                  <a:srgbClr val="543443"/>
                </a:solidFill>
              </a:rPr>
              <a:t>邱月珍</a:t>
            </a:r>
            <a:endParaRPr lang="en-US" sz="929" dirty="0"/>
          </a:p>
        </p:txBody>
      </p:sp>
      <p:sp>
        <p:nvSpPr>
          <p:cNvPr id="380" name="Shape 378">
            <a:extLst>
              <a:ext uri="{FF2B5EF4-FFF2-40B4-BE49-F238E27FC236}">
                <a16:creationId xmlns:a16="http://schemas.microsoft.com/office/drawing/2014/main" id="{841414B9-1062-7D51-DF6A-B15A72E0E75B}"/>
              </a:ext>
            </a:extLst>
          </p:cNvPr>
          <p:cNvSpPr/>
          <p:nvPr/>
        </p:nvSpPr>
        <p:spPr>
          <a:xfrm>
            <a:off x="10533888" y="4260451"/>
            <a:ext cx="621792" cy="188758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81" name="Text 379">
            <a:extLst>
              <a:ext uri="{FF2B5EF4-FFF2-40B4-BE49-F238E27FC236}">
                <a16:creationId xmlns:a16="http://schemas.microsoft.com/office/drawing/2014/main" id="{E23F2484-2906-F627-9F46-381D22B09FD2}"/>
              </a:ext>
            </a:extLst>
          </p:cNvPr>
          <p:cNvSpPr/>
          <p:nvPr/>
        </p:nvSpPr>
        <p:spPr>
          <a:xfrm>
            <a:off x="10556748" y="4265023"/>
            <a:ext cx="576072" cy="1796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>
                <a:solidFill>
                  <a:srgbClr val="543443"/>
                </a:solidFill>
              </a:rPr>
              <a:t>傳德</a:t>
            </a:r>
            <a:endParaRPr lang="en-US" sz="929" dirty="0"/>
          </a:p>
        </p:txBody>
      </p:sp>
      <p:sp>
        <p:nvSpPr>
          <p:cNvPr id="382" name="Shape 380">
            <a:extLst>
              <a:ext uri="{FF2B5EF4-FFF2-40B4-BE49-F238E27FC236}">
                <a16:creationId xmlns:a16="http://schemas.microsoft.com/office/drawing/2014/main" id="{07982F66-2A13-9024-03B7-AAD5C0A5AD5D}"/>
              </a:ext>
            </a:extLst>
          </p:cNvPr>
          <p:cNvSpPr/>
          <p:nvPr/>
        </p:nvSpPr>
        <p:spPr>
          <a:xfrm>
            <a:off x="11155680" y="4260451"/>
            <a:ext cx="530352" cy="188758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83" name="Text 381">
            <a:extLst>
              <a:ext uri="{FF2B5EF4-FFF2-40B4-BE49-F238E27FC236}">
                <a16:creationId xmlns:a16="http://schemas.microsoft.com/office/drawing/2014/main" id="{C8C49789-8118-75A0-520F-6FCED90880FA}"/>
              </a:ext>
            </a:extLst>
          </p:cNvPr>
          <p:cNvSpPr/>
          <p:nvPr/>
        </p:nvSpPr>
        <p:spPr>
          <a:xfrm>
            <a:off x="11178540" y="4265023"/>
            <a:ext cx="484632" cy="1796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7B3C5E"/>
                </a:solidFill>
              </a:rPr>
              <a:t>1</a:t>
            </a:r>
            <a:endParaRPr lang="en-US" sz="929" dirty="0"/>
          </a:p>
        </p:txBody>
      </p:sp>
      <p:sp>
        <p:nvSpPr>
          <p:cNvPr id="384" name="Shape 382">
            <a:extLst>
              <a:ext uri="{FF2B5EF4-FFF2-40B4-BE49-F238E27FC236}">
                <a16:creationId xmlns:a16="http://schemas.microsoft.com/office/drawing/2014/main" id="{92739D54-3714-C96C-73A7-40ACBA6C74B1}"/>
              </a:ext>
            </a:extLst>
          </p:cNvPr>
          <p:cNvSpPr/>
          <p:nvPr/>
        </p:nvSpPr>
        <p:spPr>
          <a:xfrm>
            <a:off x="6176772" y="4449209"/>
            <a:ext cx="475488" cy="188758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85" name="Text 383">
            <a:extLst>
              <a:ext uri="{FF2B5EF4-FFF2-40B4-BE49-F238E27FC236}">
                <a16:creationId xmlns:a16="http://schemas.microsoft.com/office/drawing/2014/main" id="{0C30F090-9C1A-D1F0-A47E-A7DEEAE5B140}"/>
              </a:ext>
            </a:extLst>
          </p:cNvPr>
          <p:cNvSpPr/>
          <p:nvPr/>
        </p:nvSpPr>
        <p:spPr>
          <a:xfrm>
            <a:off x="6199632" y="4453781"/>
            <a:ext cx="429768" cy="1796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>
                <a:solidFill>
                  <a:srgbClr val="543443"/>
                </a:solidFill>
              </a:rPr>
              <a:t>46</a:t>
            </a:r>
            <a:endParaRPr lang="en-US" sz="929" dirty="0"/>
          </a:p>
        </p:txBody>
      </p:sp>
      <p:sp>
        <p:nvSpPr>
          <p:cNvPr id="386" name="Shape 384">
            <a:extLst>
              <a:ext uri="{FF2B5EF4-FFF2-40B4-BE49-F238E27FC236}">
                <a16:creationId xmlns:a16="http://schemas.microsoft.com/office/drawing/2014/main" id="{8FCB2C7D-93C8-2499-94F5-8CCF506FC34B}"/>
              </a:ext>
            </a:extLst>
          </p:cNvPr>
          <p:cNvSpPr/>
          <p:nvPr/>
        </p:nvSpPr>
        <p:spPr>
          <a:xfrm>
            <a:off x="6652260" y="4449209"/>
            <a:ext cx="3881628" cy="188758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87" name="Text 385">
            <a:extLst>
              <a:ext uri="{FF2B5EF4-FFF2-40B4-BE49-F238E27FC236}">
                <a16:creationId xmlns:a16="http://schemas.microsoft.com/office/drawing/2014/main" id="{49FDB719-F6FD-0912-0870-6E7F3DD308ED}"/>
              </a:ext>
            </a:extLst>
          </p:cNvPr>
          <p:cNvSpPr/>
          <p:nvPr/>
        </p:nvSpPr>
        <p:spPr>
          <a:xfrm>
            <a:off x="6675120" y="4453781"/>
            <a:ext cx="3835908" cy="1796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>
                <a:solidFill>
                  <a:srgbClr val="543443"/>
                </a:solidFill>
              </a:rPr>
              <a:t>張可欣</a:t>
            </a:r>
            <a:endParaRPr lang="en-US" sz="929" dirty="0"/>
          </a:p>
        </p:txBody>
      </p:sp>
      <p:sp>
        <p:nvSpPr>
          <p:cNvPr id="388" name="Shape 386">
            <a:extLst>
              <a:ext uri="{FF2B5EF4-FFF2-40B4-BE49-F238E27FC236}">
                <a16:creationId xmlns:a16="http://schemas.microsoft.com/office/drawing/2014/main" id="{C1E12D73-2FD1-D790-0F36-06CB8AF41B66}"/>
              </a:ext>
            </a:extLst>
          </p:cNvPr>
          <p:cNvSpPr/>
          <p:nvPr/>
        </p:nvSpPr>
        <p:spPr>
          <a:xfrm>
            <a:off x="10533888" y="4449209"/>
            <a:ext cx="621792" cy="188758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89" name="Text 387">
            <a:extLst>
              <a:ext uri="{FF2B5EF4-FFF2-40B4-BE49-F238E27FC236}">
                <a16:creationId xmlns:a16="http://schemas.microsoft.com/office/drawing/2014/main" id="{B240346F-2BD9-CD7D-7298-2BBCC4A7864A}"/>
              </a:ext>
            </a:extLst>
          </p:cNvPr>
          <p:cNvSpPr/>
          <p:nvPr/>
        </p:nvSpPr>
        <p:spPr>
          <a:xfrm>
            <a:off x="10556748" y="4453781"/>
            <a:ext cx="576072" cy="1796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>
                <a:solidFill>
                  <a:srgbClr val="543443"/>
                </a:solidFill>
              </a:rPr>
              <a:t>傳德</a:t>
            </a:r>
            <a:endParaRPr lang="en-US" sz="929" dirty="0"/>
          </a:p>
        </p:txBody>
      </p:sp>
      <p:sp>
        <p:nvSpPr>
          <p:cNvPr id="390" name="Shape 388">
            <a:extLst>
              <a:ext uri="{FF2B5EF4-FFF2-40B4-BE49-F238E27FC236}">
                <a16:creationId xmlns:a16="http://schemas.microsoft.com/office/drawing/2014/main" id="{4B7B368B-9548-576F-EC35-C9FC46FB3DB5}"/>
              </a:ext>
            </a:extLst>
          </p:cNvPr>
          <p:cNvSpPr/>
          <p:nvPr/>
        </p:nvSpPr>
        <p:spPr>
          <a:xfrm>
            <a:off x="11155680" y="4449209"/>
            <a:ext cx="530352" cy="188758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91" name="Text 389">
            <a:extLst>
              <a:ext uri="{FF2B5EF4-FFF2-40B4-BE49-F238E27FC236}">
                <a16:creationId xmlns:a16="http://schemas.microsoft.com/office/drawing/2014/main" id="{82357954-8FED-CCBF-4FF7-802AE1C76CA0}"/>
              </a:ext>
            </a:extLst>
          </p:cNvPr>
          <p:cNvSpPr/>
          <p:nvPr/>
        </p:nvSpPr>
        <p:spPr>
          <a:xfrm>
            <a:off x="11178540" y="4453781"/>
            <a:ext cx="484632" cy="1796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7B3C5E"/>
                </a:solidFill>
              </a:rPr>
              <a:t>1</a:t>
            </a:r>
            <a:endParaRPr lang="en-US" sz="929" dirty="0"/>
          </a:p>
        </p:txBody>
      </p:sp>
      <p:sp>
        <p:nvSpPr>
          <p:cNvPr id="392" name="Shape 390">
            <a:extLst>
              <a:ext uri="{FF2B5EF4-FFF2-40B4-BE49-F238E27FC236}">
                <a16:creationId xmlns:a16="http://schemas.microsoft.com/office/drawing/2014/main" id="{1F2684B5-DF30-6E47-8661-44A29461E81C}"/>
              </a:ext>
            </a:extLst>
          </p:cNvPr>
          <p:cNvSpPr/>
          <p:nvPr/>
        </p:nvSpPr>
        <p:spPr>
          <a:xfrm>
            <a:off x="6176772" y="4637967"/>
            <a:ext cx="475488" cy="188758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93" name="Text 391">
            <a:extLst>
              <a:ext uri="{FF2B5EF4-FFF2-40B4-BE49-F238E27FC236}">
                <a16:creationId xmlns:a16="http://schemas.microsoft.com/office/drawing/2014/main" id="{332EF2C0-FEA0-B843-493C-4C7AAFF5C6F9}"/>
              </a:ext>
            </a:extLst>
          </p:cNvPr>
          <p:cNvSpPr/>
          <p:nvPr/>
        </p:nvSpPr>
        <p:spPr>
          <a:xfrm>
            <a:off x="6199632" y="4642539"/>
            <a:ext cx="429768" cy="1796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>
                <a:solidFill>
                  <a:srgbClr val="543443"/>
                </a:solidFill>
              </a:rPr>
              <a:t>47</a:t>
            </a:r>
            <a:endParaRPr lang="en-US" sz="929" dirty="0"/>
          </a:p>
        </p:txBody>
      </p:sp>
      <p:sp>
        <p:nvSpPr>
          <p:cNvPr id="394" name="Shape 392">
            <a:extLst>
              <a:ext uri="{FF2B5EF4-FFF2-40B4-BE49-F238E27FC236}">
                <a16:creationId xmlns:a16="http://schemas.microsoft.com/office/drawing/2014/main" id="{41DC050C-B41F-EBA6-373D-C3099D85AD31}"/>
              </a:ext>
            </a:extLst>
          </p:cNvPr>
          <p:cNvSpPr/>
          <p:nvPr/>
        </p:nvSpPr>
        <p:spPr>
          <a:xfrm>
            <a:off x="6652260" y="4637967"/>
            <a:ext cx="3881628" cy="188758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95" name="Text 393">
            <a:extLst>
              <a:ext uri="{FF2B5EF4-FFF2-40B4-BE49-F238E27FC236}">
                <a16:creationId xmlns:a16="http://schemas.microsoft.com/office/drawing/2014/main" id="{361C55A5-FAE3-83D0-C79D-6465C6B79AA4}"/>
              </a:ext>
            </a:extLst>
          </p:cNvPr>
          <p:cNvSpPr/>
          <p:nvPr/>
        </p:nvSpPr>
        <p:spPr>
          <a:xfrm>
            <a:off x="6675120" y="4642539"/>
            <a:ext cx="3835908" cy="1796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>
                <a:solidFill>
                  <a:srgbClr val="543443"/>
                </a:solidFill>
              </a:rPr>
              <a:t>林俐瑩</a:t>
            </a:r>
            <a:endParaRPr lang="en-US" sz="929" dirty="0"/>
          </a:p>
        </p:txBody>
      </p:sp>
      <p:sp>
        <p:nvSpPr>
          <p:cNvPr id="396" name="Shape 394">
            <a:extLst>
              <a:ext uri="{FF2B5EF4-FFF2-40B4-BE49-F238E27FC236}">
                <a16:creationId xmlns:a16="http://schemas.microsoft.com/office/drawing/2014/main" id="{2818B369-501D-A320-DC94-729A6B2B7D9C}"/>
              </a:ext>
            </a:extLst>
          </p:cNvPr>
          <p:cNvSpPr/>
          <p:nvPr/>
        </p:nvSpPr>
        <p:spPr>
          <a:xfrm>
            <a:off x="10533888" y="4637967"/>
            <a:ext cx="621792" cy="188758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97" name="Text 395">
            <a:extLst>
              <a:ext uri="{FF2B5EF4-FFF2-40B4-BE49-F238E27FC236}">
                <a16:creationId xmlns:a16="http://schemas.microsoft.com/office/drawing/2014/main" id="{0792B8AA-505B-0C2F-099E-E80959FB3F69}"/>
              </a:ext>
            </a:extLst>
          </p:cNvPr>
          <p:cNvSpPr/>
          <p:nvPr/>
        </p:nvSpPr>
        <p:spPr>
          <a:xfrm>
            <a:off x="10556748" y="4642539"/>
            <a:ext cx="576072" cy="1796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>
                <a:solidFill>
                  <a:srgbClr val="543443"/>
                </a:solidFill>
              </a:rPr>
              <a:t>傳德</a:t>
            </a:r>
            <a:endParaRPr lang="en-US" sz="929" dirty="0"/>
          </a:p>
        </p:txBody>
      </p:sp>
      <p:sp>
        <p:nvSpPr>
          <p:cNvPr id="398" name="Shape 396">
            <a:extLst>
              <a:ext uri="{FF2B5EF4-FFF2-40B4-BE49-F238E27FC236}">
                <a16:creationId xmlns:a16="http://schemas.microsoft.com/office/drawing/2014/main" id="{B48F1ABA-9CBA-2D4C-799A-51BB1BA45448}"/>
              </a:ext>
            </a:extLst>
          </p:cNvPr>
          <p:cNvSpPr/>
          <p:nvPr/>
        </p:nvSpPr>
        <p:spPr>
          <a:xfrm>
            <a:off x="11155680" y="4637967"/>
            <a:ext cx="530352" cy="188758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99" name="Text 397">
            <a:extLst>
              <a:ext uri="{FF2B5EF4-FFF2-40B4-BE49-F238E27FC236}">
                <a16:creationId xmlns:a16="http://schemas.microsoft.com/office/drawing/2014/main" id="{389D73E1-71A0-A528-AF3A-376ADE0B895D}"/>
              </a:ext>
            </a:extLst>
          </p:cNvPr>
          <p:cNvSpPr/>
          <p:nvPr/>
        </p:nvSpPr>
        <p:spPr>
          <a:xfrm>
            <a:off x="11178540" y="4642539"/>
            <a:ext cx="484632" cy="1796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7B3C5E"/>
                </a:solidFill>
              </a:rPr>
              <a:t>1</a:t>
            </a:r>
            <a:endParaRPr lang="en-US" sz="929" dirty="0"/>
          </a:p>
        </p:txBody>
      </p:sp>
      <p:sp>
        <p:nvSpPr>
          <p:cNvPr id="400" name="Shape 398">
            <a:extLst>
              <a:ext uri="{FF2B5EF4-FFF2-40B4-BE49-F238E27FC236}">
                <a16:creationId xmlns:a16="http://schemas.microsoft.com/office/drawing/2014/main" id="{C3E66D66-C504-17A7-38CC-72D46EBB37C1}"/>
              </a:ext>
            </a:extLst>
          </p:cNvPr>
          <p:cNvSpPr/>
          <p:nvPr/>
        </p:nvSpPr>
        <p:spPr>
          <a:xfrm>
            <a:off x="6176772" y="4826726"/>
            <a:ext cx="475488" cy="188758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401" name="Text 399">
            <a:extLst>
              <a:ext uri="{FF2B5EF4-FFF2-40B4-BE49-F238E27FC236}">
                <a16:creationId xmlns:a16="http://schemas.microsoft.com/office/drawing/2014/main" id="{3623FC20-08E6-036E-3A9B-2913A44142C0}"/>
              </a:ext>
            </a:extLst>
          </p:cNvPr>
          <p:cNvSpPr/>
          <p:nvPr/>
        </p:nvSpPr>
        <p:spPr>
          <a:xfrm>
            <a:off x="6199632" y="4831298"/>
            <a:ext cx="429768" cy="1796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>
                <a:solidFill>
                  <a:srgbClr val="543443"/>
                </a:solidFill>
              </a:rPr>
              <a:t>48</a:t>
            </a:r>
            <a:endParaRPr lang="en-US" sz="929" dirty="0"/>
          </a:p>
        </p:txBody>
      </p:sp>
      <p:sp>
        <p:nvSpPr>
          <p:cNvPr id="402" name="Shape 400">
            <a:extLst>
              <a:ext uri="{FF2B5EF4-FFF2-40B4-BE49-F238E27FC236}">
                <a16:creationId xmlns:a16="http://schemas.microsoft.com/office/drawing/2014/main" id="{1F8AB0B1-4ABD-9CF4-FD7B-3C9CA6F7FA46}"/>
              </a:ext>
            </a:extLst>
          </p:cNvPr>
          <p:cNvSpPr/>
          <p:nvPr/>
        </p:nvSpPr>
        <p:spPr>
          <a:xfrm>
            <a:off x="6652260" y="4826726"/>
            <a:ext cx="3881628" cy="188758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403" name="Text 401">
            <a:extLst>
              <a:ext uri="{FF2B5EF4-FFF2-40B4-BE49-F238E27FC236}">
                <a16:creationId xmlns:a16="http://schemas.microsoft.com/office/drawing/2014/main" id="{CBDCF84C-5FA1-548B-EAC2-70E8BFA4D81E}"/>
              </a:ext>
            </a:extLst>
          </p:cNvPr>
          <p:cNvSpPr/>
          <p:nvPr/>
        </p:nvSpPr>
        <p:spPr>
          <a:xfrm>
            <a:off x="6675120" y="4831298"/>
            <a:ext cx="3835908" cy="1796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>
                <a:solidFill>
                  <a:srgbClr val="543443"/>
                </a:solidFill>
              </a:rPr>
              <a:t>張曉君</a:t>
            </a:r>
            <a:endParaRPr lang="en-US" sz="929" dirty="0"/>
          </a:p>
        </p:txBody>
      </p:sp>
      <p:sp>
        <p:nvSpPr>
          <p:cNvPr id="404" name="Shape 402">
            <a:extLst>
              <a:ext uri="{FF2B5EF4-FFF2-40B4-BE49-F238E27FC236}">
                <a16:creationId xmlns:a16="http://schemas.microsoft.com/office/drawing/2014/main" id="{D5E3CF11-D091-9AD0-8B9B-2D110D588D3F}"/>
              </a:ext>
            </a:extLst>
          </p:cNvPr>
          <p:cNvSpPr/>
          <p:nvPr/>
        </p:nvSpPr>
        <p:spPr>
          <a:xfrm>
            <a:off x="10533888" y="4826726"/>
            <a:ext cx="621792" cy="188758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405" name="Text 403">
            <a:extLst>
              <a:ext uri="{FF2B5EF4-FFF2-40B4-BE49-F238E27FC236}">
                <a16:creationId xmlns:a16="http://schemas.microsoft.com/office/drawing/2014/main" id="{86FAC512-A7CE-C03A-ED10-A9ABB623E0F7}"/>
              </a:ext>
            </a:extLst>
          </p:cNvPr>
          <p:cNvSpPr/>
          <p:nvPr/>
        </p:nvSpPr>
        <p:spPr>
          <a:xfrm>
            <a:off x="10556748" y="4831298"/>
            <a:ext cx="576072" cy="1796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>
                <a:solidFill>
                  <a:srgbClr val="543443"/>
                </a:solidFill>
              </a:rPr>
              <a:t>傳德</a:t>
            </a:r>
            <a:endParaRPr lang="en-US" sz="929" dirty="0"/>
          </a:p>
        </p:txBody>
      </p:sp>
      <p:sp>
        <p:nvSpPr>
          <p:cNvPr id="406" name="Shape 404">
            <a:extLst>
              <a:ext uri="{FF2B5EF4-FFF2-40B4-BE49-F238E27FC236}">
                <a16:creationId xmlns:a16="http://schemas.microsoft.com/office/drawing/2014/main" id="{A2053311-FF8B-B4C0-1646-468DA6AC3479}"/>
              </a:ext>
            </a:extLst>
          </p:cNvPr>
          <p:cNvSpPr/>
          <p:nvPr/>
        </p:nvSpPr>
        <p:spPr>
          <a:xfrm>
            <a:off x="11155680" y="4826726"/>
            <a:ext cx="530352" cy="188758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407" name="Text 405">
            <a:extLst>
              <a:ext uri="{FF2B5EF4-FFF2-40B4-BE49-F238E27FC236}">
                <a16:creationId xmlns:a16="http://schemas.microsoft.com/office/drawing/2014/main" id="{0A2F124C-5EC2-12B6-081E-6ECF09F9B93D}"/>
              </a:ext>
            </a:extLst>
          </p:cNvPr>
          <p:cNvSpPr/>
          <p:nvPr/>
        </p:nvSpPr>
        <p:spPr>
          <a:xfrm>
            <a:off x="11178540" y="4831298"/>
            <a:ext cx="484632" cy="1796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7B3C5E"/>
                </a:solidFill>
              </a:rPr>
              <a:t>1</a:t>
            </a:r>
            <a:endParaRPr lang="en-US" sz="929" dirty="0"/>
          </a:p>
        </p:txBody>
      </p:sp>
      <p:sp>
        <p:nvSpPr>
          <p:cNvPr id="408" name="Shape 406">
            <a:extLst>
              <a:ext uri="{FF2B5EF4-FFF2-40B4-BE49-F238E27FC236}">
                <a16:creationId xmlns:a16="http://schemas.microsoft.com/office/drawing/2014/main" id="{420D4E6F-CF5A-4DF2-5554-1E57125D6BC5}"/>
              </a:ext>
            </a:extLst>
          </p:cNvPr>
          <p:cNvSpPr/>
          <p:nvPr/>
        </p:nvSpPr>
        <p:spPr>
          <a:xfrm>
            <a:off x="6176772" y="5015484"/>
            <a:ext cx="475488" cy="188758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409" name="Text 407">
            <a:extLst>
              <a:ext uri="{FF2B5EF4-FFF2-40B4-BE49-F238E27FC236}">
                <a16:creationId xmlns:a16="http://schemas.microsoft.com/office/drawing/2014/main" id="{DF8C33A6-9C44-4FA3-EDB2-0A2E7BCA5FAE}"/>
              </a:ext>
            </a:extLst>
          </p:cNvPr>
          <p:cNvSpPr/>
          <p:nvPr/>
        </p:nvSpPr>
        <p:spPr>
          <a:xfrm>
            <a:off x="6199632" y="5020056"/>
            <a:ext cx="429768" cy="1796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>
                <a:solidFill>
                  <a:srgbClr val="543443"/>
                </a:solidFill>
              </a:rPr>
              <a:t>49</a:t>
            </a:r>
            <a:endParaRPr lang="en-US" sz="929" dirty="0"/>
          </a:p>
        </p:txBody>
      </p:sp>
      <p:sp>
        <p:nvSpPr>
          <p:cNvPr id="410" name="Shape 408">
            <a:extLst>
              <a:ext uri="{FF2B5EF4-FFF2-40B4-BE49-F238E27FC236}">
                <a16:creationId xmlns:a16="http://schemas.microsoft.com/office/drawing/2014/main" id="{27BC6C80-C5CC-D94E-DCD3-20D870DBC7A7}"/>
              </a:ext>
            </a:extLst>
          </p:cNvPr>
          <p:cNvSpPr/>
          <p:nvPr/>
        </p:nvSpPr>
        <p:spPr>
          <a:xfrm>
            <a:off x="6652260" y="5015484"/>
            <a:ext cx="3881628" cy="188758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411" name="Text 409">
            <a:extLst>
              <a:ext uri="{FF2B5EF4-FFF2-40B4-BE49-F238E27FC236}">
                <a16:creationId xmlns:a16="http://schemas.microsoft.com/office/drawing/2014/main" id="{991C6323-67D5-4260-EDA8-D0C64E4889B5}"/>
              </a:ext>
            </a:extLst>
          </p:cNvPr>
          <p:cNvSpPr/>
          <p:nvPr/>
        </p:nvSpPr>
        <p:spPr>
          <a:xfrm>
            <a:off x="6675120" y="5020056"/>
            <a:ext cx="3835908" cy="1796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>
                <a:solidFill>
                  <a:srgbClr val="543443"/>
                </a:solidFill>
              </a:rPr>
              <a:t>李美蘭</a:t>
            </a:r>
            <a:endParaRPr lang="en-US" sz="929" dirty="0"/>
          </a:p>
        </p:txBody>
      </p:sp>
      <p:sp>
        <p:nvSpPr>
          <p:cNvPr id="412" name="Shape 410">
            <a:extLst>
              <a:ext uri="{FF2B5EF4-FFF2-40B4-BE49-F238E27FC236}">
                <a16:creationId xmlns:a16="http://schemas.microsoft.com/office/drawing/2014/main" id="{3212F74D-70FD-BD5B-5279-454106633B94}"/>
              </a:ext>
            </a:extLst>
          </p:cNvPr>
          <p:cNvSpPr/>
          <p:nvPr/>
        </p:nvSpPr>
        <p:spPr>
          <a:xfrm>
            <a:off x="10533888" y="5015484"/>
            <a:ext cx="621792" cy="188758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413" name="Text 411">
            <a:extLst>
              <a:ext uri="{FF2B5EF4-FFF2-40B4-BE49-F238E27FC236}">
                <a16:creationId xmlns:a16="http://schemas.microsoft.com/office/drawing/2014/main" id="{CA3AB158-A895-1239-DCD2-BEDBC370F95C}"/>
              </a:ext>
            </a:extLst>
          </p:cNvPr>
          <p:cNvSpPr/>
          <p:nvPr/>
        </p:nvSpPr>
        <p:spPr>
          <a:xfrm>
            <a:off x="10556748" y="5020056"/>
            <a:ext cx="576072" cy="1796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>
                <a:solidFill>
                  <a:srgbClr val="543443"/>
                </a:solidFill>
              </a:rPr>
              <a:t>傳德</a:t>
            </a:r>
            <a:endParaRPr lang="en-US" sz="929" dirty="0"/>
          </a:p>
        </p:txBody>
      </p:sp>
      <p:sp>
        <p:nvSpPr>
          <p:cNvPr id="414" name="Shape 412">
            <a:extLst>
              <a:ext uri="{FF2B5EF4-FFF2-40B4-BE49-F238E27FC236}">
                <a16:creationId xmlns:a16="http://schemas.microsoft.com/office/drawing/2014/main" id="{460697FC-8F3F-0D5F-B59A-B3B97A9F997C}"/>
              </a:ext>
            </a:extLst>
          </p:cNvPr>
          <p:cNvSpPr/>
          <p:nvPr/>
        </p:nvSpPr>
        <p:spPr>
          <a:xfrm>
            <a:off x="11155680" y="5015484"/>
            <a:ext cx="530352" cy="188758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415" name="Text 413">
            <a:extLst>
              <a:ext uri="{FF2B5EF4-FFF2-40B4-BE49-F238E27FC236}">
                <a16:creationId xmlns:a16="http://schemas.microsoft.com/office/drawing/2014/main" id="{783C457F-4B99-3EF0-D013-A497224C78CB}"/>
              </a:ext>
            </a:extLst>
          </p:cNvPr>
          <p:cNvSpPr/>
          <p:nvPr/>
        </p:nvSpPr>
        <p:spPr>
          <a:xfrm>
            <a:off x="11178540" y="5020056"/>
            <a:ext cx="484632" cy="1796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7B3C5E"/>
                </a:solidFill>
              </a:rPr>
              <a:t>1</a:t>
            </a:r>
            <a:endParaRPr lang="en-US" sz="929" dirty="0"/>
          </a:p>
        </p:txBody>
      </p:sp>
      <p:sp>
        <p:nvSpPr>
          <p:cNvPr id="416" name="Shape 414">
            <a:extLst>
              <a:ext uri="{FF2B5EF4-FFF2-40B4-BE49-F238E27FC236}">
                <a16:creationId xmlns:a16="http://schemas.microsoft.com/office/drawing/2014/main" id="{4CD388E6-6E51-F5CA-341A-302479833DA9}"/>
              </a:ext>
            </a:extLst>
          </p:cNvPr>
          <p:cNvSpPr/>
          <p:nvPr/>
        </p:nvSpPr>
        <p:spPr>
          <a:xfrm>
            <a:off x="6176772" y="5204242"/>
            <a:ext cx="475488" cy="188758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417" name="Text 415">
            <a:extLst>
              <a:ext uri="{FF2B5EF4-FFF2-40B4-BE49-F238E27FC236}">
                <a16:creationId xmlns:a16="http://schemas.microsoft.com/office/drawing/2014/main" id="{2087776E-CAEE-F78C-562A-BB700A4B33E9}"/>
              </a:ext>
            </a:extLst>
          </p:cNvPr>
          <p:cNvSpPr/>
          <p:nvPr/>
        </p:nvSpPr>
        <p:spPr>
          <a:xfrm>
            <a:off x="6199632" y="5208814"/>
            <a:ext cx="429768" cy="1796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>
                <a:solidFill>
                  <a:srgbClr val="543443"/>
                </a:solidFill>
              </a:rPr>
              <a:t>50</a:t>
            </a:r>
            <a:endParaRPr lang="en-US" sz="929" dirty="0"/>
          </a:p>
        </p:txBody>
      </p:sp>
      <p:sp>
        <p:nvSpPr>
          <p:cNvPr id="418" name="Shape 416">
            <a:extLst>
              <a:ext uri="{FF2B5EF4-FFF2-40B4-BE49-F238E27FC236}">
                <a16:creationId xmlns:a16="http://schemas.microsoft.com/office/drawing/2014/main" id="{4E240913-F70A-5D5F-75FC-094C3F128DCD}"/>
              </a:ext>
            </a:extLst>
          </p:cNvPr>
          <p:cNvSpPr/>
          <p:nvPr/>
        </p:nvSpPr>
        <p:spPr>
          <a:xfrm>
            <a:off x="6652260" y="5204242"/>
            <a:ext cx="3881628" cy="188758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419" name="Text 417">
            <a:extLst>
              <a:ext uri="{FF2B5EF4-FFF2-40B4-BE49-F238E27FC236}">
                <a16:creationId xmlns:a16="http://schemas.microsoft.com/office/drawing/2014/main" id="{47152421-0414-C3F6-C648-178929ED62F0}"/>
              </a:ext>
            </a:extLst>
          </p:cNvPr>
          <p:cNvSpPr/>
          <p:nvPr/>
        </p:nvSpPr>
        <p:spPr>
          <a:xfrm>
            <a:off x="6675120" y="5208814"/>
            <a:ext cx="3835908" cy="1796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>
                <a:solidFill>
                  <a:srgbClr val="543443"/>
                </a:solidFill>
              </a:rPr>
              <a:t>林恆冰</a:t>
            </a:r>
            <a:endParaRPr lang="en-US" sz="929" dirty="0"/>
          </a:p>
        </p:txBody>
      </p:sp>
      <p:sp>
        <p:nvSpPr>
          <p:cNvPr id="420" name="Shape 418">
            <a:extLst>
              <a:ext uri="{FF2B5EF4-FFF2-40B4-BE49-F238E27FC236}">
                <a16:creationId xmlns:a16="http://schemas.microsoft.com/office/drawing/2014/main" id="{A918C118-2D29-B7D3-0048-CC21C526CE7C}"/>
              </a:ext>
            </a:extLst>
          </p:cNvPr>
          <p:cNvSpPr/>
          <p:nvPr/>
        </p:nvSpPr>
        <p:spPr>
          <a:xfrm>
            <a:off x="10533888" y="5204242"/>
            <a:ext cx="621792" cy="188758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421" name="Text 419">
            <a:extLst>
              <a:ext uri="{FF2B5EF4-FFF2-40B4-BE49-F238E27FC236}">
                <a16:creationId xmlns:a16="http://schemas.microsoft.com/office/drawing/2014/main" id="{7AE4F0B9-39CA-6E29-8EAB-02CBF92FFD0D}"/>
              </a:ext>
            </a:extLst>
          </p:cNvPr>
          <p:cNvSpPr/>
          <p:nvPr/>
        </p:nvSpPr>
        <p:spPr>
          <a:xfrm>
            <a:off x="10556748" y="5208814"/>
            <a:ext cx="576072" cy="1796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>
                <a:solidFill>
                  <a:srgbClr val="543443"/>
                </a:solidFill>
              </a:rPr>
              <a:t>傳德</a:t>
            </a:r>
            <a:endParaRPr lang="en-US" sz="929" dirty="0"/>
          </a:p>
        </p:txBody>
      </p:sp>
      <p:sp>
        <p:nvSpPr>
          <p:cNvPr id="422" name="Shape 420">
            <a:extLst>
              <a:ext uri="{FF2B5EF4-FFF2-40B4-BE49-F238E27FC236}">
                <a16:creationId xmlns:a16="http://schemas.microsoft.com/office/drawing/2014/main" id="{F3F090DB-7F24-E014-D001-512A5D1B0B4B}"/>
              </a:ext>
            </a:extLst>
          </p:cNvPr>
          <p:cNvSpPr/>
          <p:nvPr/>
        </p:nvSpPr>
        <p:spPr>
          <a:xfrm>
            <a:off x="11155680" y="5204242"/>
            <a:ext cx="530352" cy="188758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423" name="Text 421">
            <a:extLst>
              <a:ext uri="{FF2B5EF4-FFF2-40B4-BE49-F238E27FC236}">
                <a16:creationId xmlns:a16="http://schemas.microsoft.com/office/drawing/2014/main" id="{A445DF58-2CEA-A38C-0A49-DDB4BF2B00EF}"/>
              </a:ext>
            </a:extLst>
          </p:cNvPr>
          <p:cNvSpPr/>
          <p:nvPr/>
        </p:nvSpPr>
        <p:spPr>
          <a:xfrm>
            <a:off x="11178540" y="5208814"/>
            <a:ext cx="484632" cy="1796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7B3C5E"/>
                </a:solidFill>
              </a:rPr>
              <a:t>1</a:t>
            </a:r>
            <a:endParaRPr lang="en-US" sz="929" dirty="0"/>
          </a:p>
        </p:txBody>
      </p:sp>
      <p:sp>
        <p:nvSpPr>
          <p:cNvPr id="424" name="Shape 422">
            <a:extLst>
              <a:ext uri="{FF2B5EF4-FFF2-40B4-BE49-F238E27FC236}">
                <a16:creationId xmlns:a16="http://schemas.microsoft.com/office/drawing/2014/main" id="{FD2FACB1-46D6-B64E-0D33-AF0BA824C518}"/>
              </a:ext>
            </a:extLst>
          </p:cNvPr>
          <p:cNvSpPr/>
          <p:nvPr/>
        </p:nvSpPr>
        <p:spPr>
          <a:xfrm>
            <a:off x="6176772" y="5393001"/>
            <a:ext cx="475488" cy="188758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425" name="Text 423">
            <a:extLst>
              <a:ext uri="{FF2B5EF4-FFF2-40B4-BE49-F238E27FC236}">
                <a16:creationId xmlns:a16="http://schemas.microsoft.com/office/drawing/2014/main" id="{9F919D30-FE0E-BE64-EE86-61C290EB41DC}"/>
              </a:ext>
            </a:extLst>
          </p:cNvPr>
          <p:cNvSpPr/>
          <p:nvPr/>
        </p:nvSpPr>
        <p:spPr>
          <a:xfrm>
            <a:off x="6199632" y="5397573"/>
            <a:ext cx="429768" cy="1796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>
                <a:solidFill>
                  <a:srgbClr val="543443"/>
                </a:solidFill>
              </a:rPr>
              <a:t>51</a:t>
            </a:r>
            <a:endParaRPr lang="en-US" sz="929" dirty="0"/>
          </a:p>
        </p:txBody>
      </p:sp>
      <p:sp>
        <p:nvSpPr>
          <p:cNvPr id="426" name="Shape 424">
            <a:extLst>
              <a:ext uri="{FF2B5EF4-FFF2-40B4-BE49-F238E27FC236}">
                <a16:creationId xmlns:a16="http://schemas.microsoft.com/office/drawing/2014/main" id="{71F86452-E435-42D0-39CE-C4A4E8E1B5F5}"/>
              </a:ext>
            </a:extLst>
          </p:cNvPr>
          <p:cNvSpPr/>
          <p:nvPr/>
        </p:nvSpPr>
        <p:spPr>
          <a:xfrm>
            <a:off x="6652260" y="5393001"/>
            <a:ext cx="3881628" cy="188758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427" name="Text 425">
            <a:extLst>
              <a:ext uri="{FF2B5EF4-FFF2-40B4-BE49-F238E27FC236}">
                <a16:creationId xmlns:a16="http://schemas.microsoft.com/office/drawing/2014/main" id="{9BFA37A0-4D30-2BAD-40C2-D32CA56A1E7A}"/>
              </a:ext>
            </a:extLst>
          </p:cNvPr>
          <p:cNvSpPr/>
          <p:nvPr/>
        </p:nvSpPr>
        <p:spPr>
          <a:xfrm>
            <a:off x="6675120" y="5397573"/>
            <a:ext cx="3835908" cy="1796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>
                <a:solidFill>
                  <a:srgbClr val="543443"/>
                </a:solidFill>
              </a:rPr>
              <a:t>陳志強</a:t>
            </a:r>
            <a:endParaRPr lang="en-US" sz="929" dirty="0"/>
          </a:p>
        </p:txBody>
      </p:sp>
      <p:sp>
        <p:nvSpPr>
          <p:cNvPr id="428" name="Shape 426">
            <a:extLst>
              <a:ext uri="{FF2B5EF4-FFF2-40B4-BE49-F238E27FC236}">
                <a16:creationId xmlns:a16="http://schemas.microsoft.com/office/drawing/2014/main" id="{E95120B8-360D-EEEB-C8F6-BB64214DED2E}"/>
              </a:ext>
            </a:extLst>
          </p:cNvPr>
          <p:cNvSpPr/>
          <p:nvPr/>
        </p:nvSpPr>
        <p:spPr>
          <a:xfrm>
            <a:off x="10533888" y="5393001"/>
            <a:ext cx="621792" cy="188758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429" name="Text 427">
            <a:extLst>
              <a:ext uri="{FF2B5EF4-FFF2-40B4-BE49-F238E27FC236}">
                <a16:creationId xmlns:a16="http://schemas.microsoft.com/office/drawing/2014/main" id="{6797A78B-2D6A-71A5-4A49-1B9139D31F07}"/>
              </a:ext>
            </a:extLst>
          </p:cNvPr>
          <p:cNvSpPr/>
          <p:nvPr/>
        </p:nvSpPr>
        <p:spPr>
          <a:xfrm>
            <a:off x="10556748" y="5397573"/>
            <a:ext cx="576072" cy="1796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>
                <a:solidFill>
                  <a:srgbClr val="543443"/>
                </a:solidFill>
              </a:rPr>
              <a:t>熹德</a:t>
            </a:r>
            <a:endParaRPr lang="en-US" sz="929" dirty="0"/>
          </a:p>
        </p:txBody>
      </p:sp>
      <p:sp>
        <p:nvSpPr>
          <p:cNvPr id="430" name="Shape 428">
            <a:extLst>
              <a:ext uri="{FF2B5EF4-FFF2-40B4-BE49-F238E27FC236}">
                <a16:creationId xmlns:a16="http://schemas.microsoft.com/office/drawing/2014/main" id="{D15D9032-D7D3-1F95-DE79-B5AE178E2F12}"/>
              </a:ext>
            </a:extLst>
          </p:cNvPr>
          <p:cNvSpPr/>
          <p:nvPr/>
        </p:nvSpPr>
        <p:spPr>
          <a:xfrm>
            <a:off x="11155680" y="5393001"/>
            <a:ext cx="530352" cy="188758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431" name="Text 429">
            <a:extLst>
              <a:ext uri="{FF2B5EF4-FFF2-40B4-BE49-F238E27FC236}">
                <a16:creationId xmlns:a16="http://schemas.microsoft.com/office/drawing/2014/main" id="{B62965F5-94CA-17A6-EE1E-DAED06932841}"/>
              </a:ext>
            </a:extLst>
          </p:cNvPr>
          <p:cNvSpPr/>
          <p:nvPr/>
        </p:nvSpPr>
        <p:spPr>
          <a:xfrm>
            <a:off x="11178540" y="5397573"/>
            <a:ext cx="484632" cy="1796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7B3C5E"/>
                </a:solidFill>
              </a:rPr>
              <a:t>1</a:t>
            </a:r>
            <a:endParaRPr lang="en-US" sz="929" dirty="0"/>
          </a:p>
        </p:txBody>
      </p:sp>
      <p:sp>
        <p:nvSpPr>
          <p:cNvPr id="432" name="Shape 430">
            <a:extLst>
              <a:ext uri="{FF2B5EF4-FFF2-40B4-BE49-F238E27FC236}">
                <a16:creationId xmlns:a16="http://schemas.microsoft.com/office/drawing/2014/main" id="{5B803DF6-A697-46F5-F509-105A1FDE14A8}"/>
              </a:ext>
            </a:extLst>
          </p:cNvPr>
          <p:cNvSpPr/>
          <p:nvPr/>
        </p:nvSpPr>
        <p:spPr>
          <a:xfrm>
            <a:off x="6176772" y="5581759"/>
            <a:ext cx="475488" cy="188758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433" name="Text 431">
            <a:extLst>
              <a:ext uri="{FF2B5EF4-FFF2-40B4-BE49-F238E27FC236}">
                <a16:creationId xmlns:a16="http://schemas.microsoft.com/office/drawing/2014/main" id="{84D574FC-FCFC-45FA-DCB6-455922F48B49}"/>
              </a:ext>
            </a:extLst>
          </p:cNvPr>
          <p:cNvSpPr/>
          <p:nvPr/>
        </p:nvSpPr>
        <p:spPr>
          <a:xfrm>
            <a:off x="6199632" y="5586331"/>
            <a:ext cx="429768" cy="1796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>
                <a:solidFill>
                  <a:srgbClr val="543443"/>
                </a:solidFill>
              </a:rPr>
              <a:t>52</a:t>
            </a:r>
            <a:endParaRPr lang="en-US" sz="929" dirty="0"/>
          </a:p>
        </p:txBody>
      </p:sp>
      <p:sp>
        <p:nvSpPr>
          <p:cNvPr id="434" name="Shape 432">
            <a:extLst>
              <a:ext uri="{FF2B5EF4-FFF2-40B4-BE49-F238E27FC236}">
                <a16:creationId xmlns:a16="http://schemas.microsoft.com/office/drawing/2014/main" id="{EF3513F9-E425-0A5E-2AE9-1B0437F93890}"/>
              </a:ext>
            </a:extLst>
          </p:cNvPr>
          <p:cNvSpPr/>
          <p:nvPr/>
        </p:nvSpPr>
        <p:spPr>
          <a:xfrm>
            <a:off x="6652260" y="5581759"/>
            <a:ext cx="3881628" cy="188758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435" name="Text 433">
            <a:extLst>
              <a:ext uri="{FF2B5EF4-FFF2-40B4-BE49-F238E27FC236}">
                <a16:creationId xmlns:a16="http://schemas.microsoft.com/office/drawing/2014/main" id="{E9DA7D0C-3FC9-EB8A-837F-C9CA2B383A62}"/>
              </a:ext>
            </a:extLst>
          </p:cNvPr>
          <p:cNvSpPr/>
          <p:nvPr/>
        </p:nvSpPr>
        <p:spPr>
          <a:xfrm>
            <a:off x="6675120" y="5586331"/>
            <a:ext cx="3835908" cy="1796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>
                <a:solidFill>
                  <a:srgbClr val="543443"/>
                </a:solidFill>
              </a:rPr>
              <a:t>李佳宣</a:t>
            </a:r>
            <a:endParaRPr lang="en-US" sz="929" dirty="0"/>
          </a:p>
        </p:txBody>
      </p:sp>
      <p:sp>
        <p:nvSpPr>
          <p:cNvPr id="436" name="Shape 434">
            <a:extLst>
              <a:ext uri="{FF2B5EF4-FFF2-40B4-BE49-F238E27FC236}">
                <a16:creationId xmlns:a16="http://schemas.microsoft.com/office/drawing/2014/main" id="{12BC3F86-B9E2-D4E5-C120-1F3AB644B799}"/>
              </a:ext>
            </a:extLst>
          </p:cNvPr>
          <p:cNvSpPr/>
          <p:nvPr/>
        </p:nvSpPr>
        <p:spPr>
          <a:xfrm>
            <a:off x="10533888" y="5581759"/>
            <a:ext cx="621792" cy="188758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437" name="Text 435">
            <a:extLst>
              <a:ext uri="{FF2B5EF4-FFF2-40B4-BE49-F238E27FC236}">
                <a16:creationId xmlns:a16="http://schemas.microsoft.com/office/drawing/2014/main" id="{315750EE-61C2-C367-E81A-B61791D3609C}"/>
              </a:ext>
            </a:extLst>
          </p:cNvPr>
          <p:cNvSpPr/>
          <p:nvPr/>
        </p:nvSpPr>
        <p:spPr>
          <a:xfrm>
            <a:off x="10556748" y="5586331"/>
            <a:ext cx="576072" cy="1796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>
                <a:solidFill>
                  <a:srgbClr val="543443"/>
                </a:solidFill>
              </a:rPr>
              <a:t>熹德</a:t>
            </a:r>
            <a:endParaRPr lang="en-US" sz="929" dirty="0"/>
          </a:p>
        </p:txBody>
      </p:sp>
      <p:sp>
        <p:nvSpPr>
          <p:cNvPr id="438" name="Shape 436">
            <a:extLst>
              <a:ext uri="{FF2B5EF4-FFF2-40B4-BE49-F238E27FC236}">
                <a16:creationId xmlns:a16="http://schemas.microsoft.com/office/drawing/2014/main" id="{C2ABE1D0-FC19-0C75-F2D7-92C7A13A8CA1}"/>
              </a:ext>
            </a:extLst>
          </p:cNvPr>
          <p:cNvSpPr/>
          <p:nvPr/>
        </p:nvSpPr>
        <p:spPr>
          <a:xfrm>
            <a:off x="11155680" y="5581759"/>
            <a:ext cx="530352" cy="188758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439" name="Text 437">
            <a:extLst>
              <a:ext uri="{FF2B5EF4-FFF2-40B4-BE49-F238E27FC236}">
                <a16:creationId xmlns:a16="http://schemas.microsoft.com/office/drawing/2014/main" id="{A9D43910-D58B-DA41-9C04-4FDFD17593BD}"/>
              </a:ext>
            </a:extLst>
          </p:cNvPr>
          <p:cNvSpPr/>
          <p:nvPr/>
        </p:nvSpPr>
        <p:spPr>
          <a:xfrm>
            <a:off x="11178540" y="5586331"/>
            <a:ext cx="484632" cy="1796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7B3C5E"/>
                </a:solidFill>
              </a:rPr>
              <a:t>1</a:t>
            </a:r>
            <a:endParaRPr lang="en-US" sz="929" dirty="0"/>
          </a:p>
        </p:txBody>
      </p:sp>
      <p:sp>
        <p:nvSpPr>
          <p:cNvPr id="440" name="Shape 438">
            <a:extLst>
              <a:ext uri="{FF2B5EF4-FFF2-40B4-BE49-F238E27FC236}">
                <a16:creationId xmlns:a16="http://schemas.microsoft.com/office/drawing/2014/main" id="{192D8B79-C8C3-326F-B74C-B56B03A2CC63}"/>
              </a:ext>
            </a:extLst>
          </p:cNvPr>
          <p:cNvSpPr/>
          <p:nvPr/>
        </p:nvSpPr>
        <p:spPr>
          <a:xfrm>
            <a:off x="6176772" y="5770517"/>
            <a:ext cx="475488" cy="188758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441" name="Text 439">
            <a:extLst>
              <a:ext uri="{FF2B5EF4-FFF2-40B4-BE49-F238E27FC236}">
                <a16:creationId xmlns:a16="http://schemas.microsoft.com/office/drawing/2014/main" id="{F2F929E4-DDA2-5C52-FC20-CFB586BC35AF}"/>
              </a:ext>
            </a:extLst>
          </p:cNvPr>
          <p:cNvSpPr/>
          <p:nvPr/>
        </p:nvSpPr>
        <p:spPr>
          <a:xfrm>
            <a:off x="6199632" y="5775089"/>
            <a:ext cx="429768" cy="1796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>
                <a:solidFill>
                  <a:srgbClr val="543443"/>
                </a:solidFill>
              </a:rPr>
              <a:t>53</a:t>
            </a:r>
            <a:endParaRPr lang="en-US" sz="929" dirty="0"/>
          </a:p>
        </p:txBody>
      </p:sp>
      <p:sp>
        <p:nvSpPr>
          <p:cNvPr id="442" name="Shape 440">
            <a:extLst>
              <a:ext uri="{FF2B5EF4-FFF2-40B4-BE49-F238E27FC236}">
                <a16:creationId xmlns:a16="http://schemas.microsoft.com/office/drawing/2014/main" id="{BC28CEC5-1445-555A-C4F6-8DD35A5FB55C}"/>
              </a:ext>
            </a:extLst>
          </p:cNvPr>
          <p:cNvSpPr/>
          <p:nvPr/>
        </p:nvSpPr>
        <p:spPr>
          <a:xfrm>
            <a:off x="6652260" y="5770517"/>
            <a:ext cx="3881628" cy="188758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443" name="Text 441">
            <a:extLst>
              <a:ext uri="{FF2B5EF4-FFF2-40B4-BE49-F238E27FC236}">
                <a16:creationId xmlns:a16="http://schemas.microsoft.com/office/drawing/2014/main" id="{4BB5F8BD-917E-A8A8-3FAD-253D3E9AFA05}"/>
              </a:ext>
            </a:extLst>
          </p:cNvPr>
          <p:cNvSpPr/>
          <p:nvPr/>
        </p:nvSpPr>
        <p:spPr>
          <a:xfrm>
            <a:off x="6675120" y="5775089"/>
            <a:ext cx="3835908" cy="1796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>
                <a:solidFill>
                  <a:srgbClr val="543443"/>
                </a:solidFill>
              </a:rPr>
              <a:t>林志霖</a:t>
            </a:r>
            <a:endParaRPr lang="en-US" sz="929" dirty="0"/>
          </a:p>
        </p:txBody>
      </p:sp>
      <p:sp>
        <p:nvSpPr>
          <p:cNvPr id="444" name="Shape 442">
            <a:extLst>
              <a:ext uri="{FF2B5EF4-FFF2-40B4-BE49-F238E27FC236}">
                <a16:creationId xmlns:a16="http://schemas.microsoft.com/office/drawing/2014/main" id="{5BB4E1D7-759E-157A-44B6-8AD385E87F54}"/>
              </a:ext>
            </a:extLst>
          </p:cNvPr>
          <p:cNvSpPr/>
          <p:nvPr/>
        </p:nvSpPr>
        <p:spPr>
          <a:xfrm>
            <a:off x="10533888" y="5770517"/>
            <a:ext cx="621792" cy="188758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445" name="Text 443">
            <a:extLst>
              <a:ext uri="{FF2B5EF4-FFF2-40B4-BE49-F238E27FC236}">
                <a16:creationId xmlns:a16="http://schemas.microsoft.com/office/drawing/2014/main" id="{65EBF3B4-C62C-F76A-19B0-735C6675FE48}"/>
              </a:ext>
            </a:extLst>
          </p:cNvPr>
          <p:cNvSpPr/>
          <p:nvPr/>
        </p:nvSpPr>
        <p:spPr>
          <a:xfrm>
            <a:off x="10556748" y="5775089"/>
            <a:ext cx="576072" cy="1796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>
                <a:solidFill>
                  <a:srgbClr val="543443"/>
                </a:solidFill>
              </a:rPr>
              <a:t>熹德</a:t>
            </a:r>
            <a:endParaRPr lang="en-US" sz="929" dirty="0"/>
          </a:p>
        </p:txBody>
      </p:sp>
      <p:sp>
        <p:nvSpPr>
          <p:cNvPr id="446" name="Shape 444">
            <a:extLst>
              <a:ext uri="{FF2B5EF4-FFF2-40B4-BE49-F238E27FC236}">
                <a16:creationId xmlns:a16="http://schemas.microsoft.com/office/drawing/2014/main" id="{FEBD3C46-BBB7-7EE7-2A6F-4076BEA18467}"/>
              </a:ext>
            </a:extLst>
          </p:cNvPr>
          <p:cNvSpPr/>
          <p:nvPr/>
        </p:nvSpPr>
        <p:spPr>
          <a:xfrm>
            <a:off x="11155680" y="5770517"/>
            <a:ext cx="530352" cy="188758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447" name="Text 445">
            <a:extLst>
              <a:ext uri="{FF2B5EF4-FFF2-40B4-BE49-F238E27FC236}">
                <a16:creationId xmlns:a16="http://schemas.microsoft.com/office/drawing/2014/main" id="{65B4C301-4075-26DD-56E7-496D0413A1D2}"/>
              </a:ext>
            </a:extLst>
          </p:cNvPr>
          <p:cNvSpPr/>
          <p:nvPr/>
        </p:nvSpPr>
        <p:spPr>
          <a:xfrm>
            <a:off x="11178540" y="5775089"/>
            <a:ext cx="484632" cy="1796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7B3C5E"/>
                </a:solidFill>
              </a:rPr>
              <a:t>1</a:t>
            </a:r>
            <a:endParaRPr lang="en-US" sz="929" dirty="0"/>
          </a:p>
        </p:txBody>
      </p:sp>
      <p:sp>
        <p:nvSpPr>
          <p:cNvPr id="448" name="Shape 446">
            <a:extLst>
              <a:ext uri="{FF2B5EF4-FFF2-40B4-BE49-F238E27FC236}">
                <a16:creationId xmlns:a16="http://schemas.microsoft.com/office/drawing/2014/main" id="{046DB050-6A43-682E-F204-C4ABBB37E12A}"/>
              </a:ext>
            </a:extLst>
          </p:cNvPr>
          <p:cNvSpPr/>
          <p:nvPr/>
        </p:nvSpPr>
        <p:spPr>
          <a:xfrm>
            <a:off x="6176772" y="5959275"/>
            <a:ext cx="475488" cy="188758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449" name="Text 447">
            <a:extLst>
              <a:ext uri="{FF2B5EF4-FFF2-40B4-BE49-F238E27FC236}">
                <a16:creationId xmlns:a16="http://schemas.microsoft.com/office/drawing/2014/main" id="{327F6FD8-A324-9C98-4498-DFD9121E9E7D}"/>
              </a:ext>
            </a:extLst>
          </p:cNvPr>
          <p:cNvSpPr/>
          <p:nvPr/>
        </p:nvSpPr>
        <p:spPr>
          <a:xfrm>
            <a:off x="6199632" y="5963847"/>
            <a:ext cx="429768" cy="1796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>
                <a:solidFill>
                  <a:srgbClr val="543443"/>
                </a:solidFill>
              </a:rPr>
              <a:t>54</a:t>
            </a:r>
            <a:endParaRPr lang="en-US" sz="929" dirty="0"/>
          </a:p>
        </p:txBody>
      </p:sp>
      <p:sp>
        <p:nvSpPr>
          <p:cNvPr id="450" name="Shape 448">
            <a:extLst>
              <a:ext uri="{FF2B5EF4-FFF2-40B4-BE49-F238E27FC236}">
                <a16:creationId xmlns:a16="http://schemas.microsoft.com/office/drawing/2014/main" id="{99D942BC-CA77-B17E-3628-621D537D3E57}"/>
              </a:ext>
            </a:extLst>
          </p:cNvPr>
          <p:cNvSpPr/>
          <p:nvPr/>
        </p:nvSpPr>
        <p:spPr>
          <a:xfrm>
            <a:off x="6652260" y="5959275"/>
            <a:ext cx="3881628" cy="188758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451" name="Text 449">
            <a:extLst>
              <a:ext uri="{FF2B5EF4-FFF2-40B4-BE49-F238E27FC236}">
                <a16:creationId xmlns:a16="http://schemas.microsoft.com/office/drawing/2014/main" id="{880905A5-CBBE-73D8-7D05-D113E057A1CB}"/>
              </a:ext>
            </a:extLst>
          </p:cNvPr>
          <p:cNvSpPr/>
          <p:nvPr/>
        </p:nvSpPr>
        <p:spPr>
          <a:xfrm>
            <a:off x="6675120" y="5963847"/>
            <a:ext cx="3835908" cy="1796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>
                <a:solidFill>
                  <a:srgbClr val="543443"/>
                </a:solidFill>
              </a:rPr>
              <a:t>賴秀蓮</a:t>
            </a:r>
            <a:endParaRPr lang="en-US" sz="929" dirty="0"/>
          </a:p>
        </p:txBody>
      </p:sp>
      <p:sp>
        <p:nvSpPr>
          <p:cNvPr id="452" name="Shape 450">
            <a:extLst>
              <a:ext uri="{FF2B5EF4-FFF2-40B4-BE49-F238E27FC236}">
                <a16:creationId xmlns:a16="http://schemas.microsoft.com/office/drawing/2014/main" id="{21190205-B9E2-CE99-E408-43A3AC632E39}"/>
              </a:ext>
            </a:extLst>
          </p:cNvPr>
          <p:cNvSpPr/>
          <p:nvPr/>
        </p:nvSpPr>
        <p:spPr>
          <a:xfrm>
            <a:off x="10533888" y="5959275"/>
            <a:ext cx="621792" cy="188758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453" name="Text 451">
            <a:extLst>
              <a:ext uri="{FF2B5EF4-FFF2-40B4-BE49-F238E27FC236}">
                <a16:creationId xmlns:a16="http://schemas.microsoft.com/office/drawing/2014/main" id="{69417735-587D-8522-F91D-0766832EDFFC}"/>
              </a:ext>
            </a:extLst>
          </p:cNvPr>
          <p:cNvSpPr/>
          <p:nvPr/>
        </p:nvSpPr>
        <p:spPr>
          <a:xfrm>
            <a:off x="10556748" y="5963847"/>
            <a:ext cx="576072" cy="1796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>
                <a:solidFill>
                  <a:srgbClr val="543443"/>
                </a:solidFill>
              </a:rPr>
              <a:t>鎮德</a:t>
            </a:r>
            <a:endParaRPr lang="en-US" sz="929" dirty="0"/>
          </a:p>
        </p:txBody>
      </p:sp>
      <p:sp>
        <p:nvSpPr>
          <p:cNvPr id="454" name="Shape 452">
            <a:extLst>
              <a:ext uri="{FF2B5EF4-FFF2-40B4-BE49-F238E27FC236}">
                <a16:creationId xmlns:a16="http://schemas.microsoft.com/office/drawing/2014/main" id="{418E0E02-288F-C3A3-BC8A-649B48663107}"/>
              </a:ext>
            </a:extLst>
          </p:cNvPr>
          <p:cNvSpPr/>
          <p:nvPr/>
        </p:nvSpPr>
        <p:spPr>
          <a:xfrm>
            <a:off x="11155680" y="5959275"/>
            <a:ext cx="530352" cy="188758"/>
          </a:xfrm>
          <a:prstGeom prst="rect">
            <a:avLst/>
          </a:prstGeom>
          <a:solidFill>
            <a:srgbClr val="F8E8EE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455" name="Text 453">
            <a:extLst>
              <a:ext uri="{FF2B5EF4-FFF2-40B4-BE49-F238E27FC236}">
                <a16:creationId xmlns:a16="http://schemas.microsoft.com/office/drawing/2014/main" id="{C259AFBE-7260-B150-4DDB-9D3226B2B353}"/>
              </a:ext>
            </a:extLst>
          </p:cNvPr>
          <p:cNvSpPr/>
          <p:nvPr/>
        </p:nvSpPr>
        <p:spPr>
          <a:xfrm>
            <a:off x="11178540" y="5963847"/>
            <a:ext cx="484632" cy="1796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7B3C5E"/>
                </a:solidFill>
              </a:rPr>
              <a:t>1</a:t>
            </a:r>
            <a:endParaRPr lang="en-US" sz="929" dirty="0"/>
          </a:p>
        </p:txBody>
      </p:sp>
      <p:sp>
        <p:nvSpPr>
          <p:cNvPr id="456" name="Shape 454">
            <a:extLst>
              <a:ext uri="{FF2B5EF4-FFF2-40B4-BE49-F238E27FC236}">
                <a16:creationId xmlns:a16="http://schemas.microsoft.com/office/drawing/2014/main" id="{625A4169-C82E-1E8D-0DB5-C700DB60259B}"/>
              </a:ext>
            </a:extLst>
          </p:cNvPr>
          <p:cNvSpPr/>
          <p:nvPr/>
        </p:nvSpPr>
        <p:spPr>
          <a:xfrm>
            <a:off x="6176772" y="6148034"/>
            <a:ext cx="475488" cy="188758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457" name="Text 455">
            <a:extLst>
              <a:ext uri="{FF2B5EF4-FFF2-40B4-BE49-F238E27FC236}">
                <a16:creationId xmlns:a16="http://schemas.microsoft.com/office/drawing/2014/main" id="{1C205B57-4F84-FB09-BA86-5814CC2380A3}"/>
              </a:ext>
            </a:extLst>
          </p:cNvPr>
          <p:cNvSpPr/>
          <p:nvPr/>
        </p:nvSpPr>
        <p:spPr>
          <a:xfrm>
            <a:off x="6199632" y="6152606"/>
            <a:ext cx="429768" cy="1796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>
                <a:solidFill>
                  <a:srgbClr val="543443"/>
                </a:solidFill>
              </a:rPr>
              <a:t>55</a:t>
            </a:r>
            <a:endParaRPr lang="en-US" sz="929" dirty="0"/>
          </a:p>
        </p:txBody>
      </p:sp>
      <p:sp>
        <p:nvSpPr>
          <p:cNvPr id="458" name="Shape 456">
            <a:extLst>
              <a:ext uri="{FF2B5EF4-FFF2-40B4-BE49-F238E27FC236}">
                <a16:creationId xmlns:a16="http://schemas.microsoft.com/office/drawing/2014/main" id="{225A7F61-E086-2631-2772-777A1DA089B8}"/>
              </a:ext>
            </a:extLst>
          </p:cNvPr>
          <p:cNvSpPr/>
          <p:nvPr/>
        </p:nvSpPr>
        <p:spPr>
          <a:xfrm>
            <a:off x="6652260" y="6148034"/>
            <a:ext cx="3881628" cy="188758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459" name="Text 457">
            <a:extLst>
              <a:ext uri="{FF2B5EF4-FFF2-40B4-BE49-F238E27FC236}">
                <a16:creationId xmlns:a16="http://schemas.microsoft.com/office/drawing/2014/main" id="{5D42F79B-C78F-C8EB-7517-A7CFDF635425}"/>
              </a:ext>
            </a:extLst>
          </p:cNvPr>
          <p:cNvSpPr/>
          <p:nvPr/>
        </p:nvSpPr>
        <p:spPr>
          <a:xfrm>
            <a:off x="6675120" y="6152606"/>
            <a:ext cx="3835908" cy="1796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>
                <a:solidFill>
                  <a:srgbClr val="543443"/>
                </a:solidFill>
              </a:rPr>
              <a:t>杜秀嬌</a:t>
            </a:r>
            <a:endParaRPr lang="en-US" sz="929" dirty="0"/>
          </a:p>
        </p:txBody>
      </p:sp>
      <p:sp>
        <p:nvSpPr>
          <p:cNvPr id="460" name="Shape 458">
            <a:extLst>
              <a:ext uri="{FF2B5EF4-FFF2-40B4-BE49-F238E27FC236}">
                <a16:creationId xmlns:a16="http://schemas.microsoft.com/office/drawing/2014/main" id="{4B33F59A-13D0-738C-7B2B-A6070D658278}"/>
              </a:ext>
            </a:extLst>
          </p:cNvPr>
          <p:cNvSpPr/>
          <p:nvPr/>
        </p:nvSpPr>
        <p:spPr>
          <a:xfrm>
            <a:off x="10533888" y="6148034"/>
            <a:ext cx="621792" cy="188758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461" name="Text 459">
            <a:extLst>
              <a:ext uri="{FF2B5EF4-FFF2-40B4-BE49-F238E27FC236}">
                <a16:creationId xmlns:a16="http://schemas.microsoft.com/office/drawing/2014/main" id="{6E40E71A-8EFA-5DC9-DAA1-AD5F4B11C147}"/>
              </a:ext>
            </a:extLst>
          </p:cNvPr>
          <p:cNvSpPr/>
          <p:nvPr/>
        </p:nvSpPr>
        <p:spPr>
          <a:xfrm>
            <a:off x="10556748" y="6152606"/>
            <a:ext cx="576072" cy="1796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>
                <a:solidFill>
                  <a:srgbClr val="543443"/>
                </a:solidFill>
              </a:rPr>
              <a:t>鎮德</a:t>
            </a:r>
            <a:endParaRPr lang="en-US" sz="929" dirty="0"/>
          </a:p>
        </p:txBody>
      </p:sp>
      <p:sp>
        <p:nvSpPr>
          <p:cNvPr id="462" name="Shape 460">
            <a:extLst>
              <a:ext uri="{FF2B5EF4-FFF2-40B4-BE49-F238E27FC236}">
                <a16:creationId xmlns:a16="http://schemas.microsoft.com/office/drawing/2014/main" id="{66B2EB89-0B5D-59A5-318E-EBAAF17CA7D0}"/>
              </a:ext>
            </a:extLst>
          </p:cNvPr>
          <p:cNvSpPr/>
          <p:nvPr/>
        </p:nvSpPr>
        <p:spPr>
          <a:xfrm>
            <a:off x="11155680" y="6148034"/>
            <a:ext cx="530352" cy="188758"/>
          </a:xfrm>
          <a:prstGeom prst="rect">
            <a:avLst/>
          </a:prstGeom>
          <a:solidFill>
            <a:srgbClr val="FFF9F5"/>
          </a:solidFill>
          <a:ln w="4445">
            <a:solidFill>
              <a:srgbClr val="E8D7C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463" name="Text 461">
            <a:extLst>
              <a:ext uri="{FF2B5EF4-FFF2-40B4-BE49-F238E27FC236}">
                <a16:creationId xmlns:a16="http://schemas.microsoft.com/office/drawing/2014/main" id="{07BB3F9B-76AA-24B7-0E17-66753A200E82}"/>
              </a:ext>
            </a:extLst>
          </p:cNvPr>
          <p:cNvSpPr/>
          <p:nvPr/>
        </p:nvSpPr>
        <p:spPr>
          <a:xfrm>
            <a:off x="11178540" y="6152606"/>
            <a:ext cx="484632" cy="1796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7B3C5E"/>
                </a:solidFill>
              </a:rPr>
              <a:t>1</a:t>
            </a:r>
            <a:endParaRPr lang="en-US" sz="929" dirty="0"/>
          </a:p>
        </p:txBody>
      </p:sp>
      <p:sp>
        <p:nvSpPr>
          <p:cNvPr id="464" name="Text 462">
            <a:extLst>
              <a:ext uri="{FF2B5EF4-FFF2-40B4-BE49-F238E27FC236}">
                <a16:creationId xmlns:a16="http://schemas.microsoft.com/office/drawing/2014/main" id="{5D11D006-01A7-FEEE-9E1B-925472B247DC}"/>
              </a:ext>
            </a:extLst>
          </p:cNvPr>
          <p:cNvSpPr/>
          <p:nvPr/>
        </p:nvSpPr>
        <p:spPr>
          <a:xfrm>
            <a:off x="11338560" y="6510528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50">
                <a:solidFill>
                  <a:srgbClr val="9E7284"/>
                </a:solidFill>
              </a:rPr>
              <a:t>15</a:t>
            </a:r>
            <a:endParaRPr lang="en-US" sz="900" dirty="0"/>
          </a:p>
        </p:txBody>
      </p:sp>
      <p:sp>
        <p:nvSpPr>
          <p:cNvPr id="467" name="Eyebrow">
            <a:extLst>
              <a:ext uri="{FF2B5EF4-FFF2-40B4-BE49-F238E27FC236}">
                <a16:creationId xmlns:a16="http://schemas.microsoft.com/office/drawing/2014/main" id="{5C7B31E5-AB24-E1FA-8BBD-6B2691F258FD}"/>
              </a:ext>
            </a:extLst>
          </p:cNvPr>
          <p:cNvSpPr/>
          <p:nvPr/>
        </p:nvSpPr>
        <p:spPr>
          <a:xfrm>
            <a:off x="7315200" y="228600"/>
            <a:ext cx="4343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zh-TW" altLang="en-US" sz="1600" spc="200" dirty="0">
                <a:solidFill>
                  <a:srgbClr val="F7E8D2"/>
                </a:solidFill>
                <a:latin typeface="Noto Sans CJK TC"/>
                <a:ea typeface="Noto Sans CJK TC"/>
              </a:rPr>
              <a:t>2026年 · 巴生道務中心</a:t>
            </a:r>
            <a:endParaRPr lang="en-US" sz="1600" dirty="0"/>
          </a:p>
        </p:txBody>
      </p:sp>
      <p:sp>
        <p:nvSpPr>
          <p:cNvPr id="469" name="Text 2">
            <a:extLst>
              <a:ext uri="{FF2B5EF4-FFF2-40B4-BE49-F238E27FC236}">
                <a16:creationId xmlns:a16="http://schemas.microsoft.com/office/drawing/2014/main" id="{D247BB9F-3B2D-2607-CA92-F1DEF4A7CDED}"/>
              </a:ext>
            </a:extLst>
          </p:cNvPr>
          <p:cNvSpPr/>
          <p:nvPr/>
        </p:nvSpPr>
        <p:spPr>
          <a:xfrm>
            <a:off x="502920" y="164592"/>
            <a:ext cx="8732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47" b="1">
                <a:solidFill>
                  <a:srgbClr val="FFFFFF"/>
                </a:solidFill>
              </a:rPr>
              <a:t>班務法會帶班員畢班｜南</a:t>
            </a:r>
            <a:r>
              <a:rPr lang="zh-CN" altLang="en-US" sz="2547" b="1">
                <a:solidFill>
                  <a:srgbClr val="FFFFFF"/>
                </a:solidFill>
              </a:rPr>
              <a:t>三</a:t>
            </a:r>
            <a:r>
              <a:rPr lang="en-US" sz="2547" b="1">
                <a:solidFill>
                  <a:srgbClr val="FFFFFF"/>
                </a:solidFill>
              </a:rPr>
              <a:t>組</a:t>
            </a:r>
            <a:endParaRPr lang="en-US" sz="2547" dirty="0"/>
          </a:p>
        </p:txBody>
      </p:sp>
    </p:spTree>
    <p:extLst>
      <p:ext uri="{BB962C8B-B14F-4D97-AF65-F5344CB8AC3E}">
        <p14:creationId xmlns:p14="http://schemas.microsoft.com/office/powerpoint/2010/main" val="55865858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EF1AEF-2051-3F40-D0CC-8043EA4F5023}"/>
            </a:ext>
          </a:extLst>
        </p:cNvPr>
        <p:cNvGrpSpPr/>
        <p:nvPr/>
      </p:nvGrpSpPr>
      <p:grpSpPr>
        <a:xfrm>
          <a:off x="0" y="0"/>
          <a:ext cx="1" cy="1"/>
          <a:chOff x="0" y="0"/>
          <a:chExt cx="1" cy="1"/>
        </a:xfrm>
      </p:grpSpPr>
      <p:pic>
        <p:nvPicPr>
          <p:cNvPr id="137" name="Lotus Watermark">
            <a:extLst>
              <a:ext uri="{FF2B5EF4-FFF2-40B4-BE49-F238E27FC236}">
                <a16:creationId xmlns:a16="http://schemas.microsoft.com/office/drawing/2014/main" id="{50ED00C5-4267-D4DC-826C-AB98DDC2F274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14000"/>
          </a:blip>
          <a:srcRect t="7771" b="777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Shape 0">
            <a:extLst>
              <a:ext uri="{FF2B5EF4-FFF2-40B4-BE49-F238E27FC236}">
                <a16:creationId xmlns:a16="http://schemas.microsoft.com/office/drawing/2014/main" id="{280014B0-9CA7-64DF-73A1-679B1CA40FB1}"/>
              </a:ext>
            </a:extLst>
          </p:cNvPr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7B3C5E"/>
          </a:solidFill>
          <a:ln w="12700">
            <a:solidFill>
              <a:srgbClr val="7B3C5E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224F8733-0DBA-67DA-6FA0-470AB5AD5B71}"/>
              </a:ext>
            </a:extLst>
          </p:cNvPr>
          <p:cNvSpPr/>
          <p:nvPr/>
        </p:nvSpPr>
        <p:spPr>
          <a:xfrm>
            <a:off x="0" y="777240"/>
            <a:ext cx="12191695" cy="73152"/>
          </a:xfrm>
          <a:prstGeom prst="rect">
            <a:avLst/>
          </a:prstGeom>
          <a:solidFill>
            <a:srgbClr val="D8B06A"/>
          </a:solidFill>
          <a:ln w="12700">
            <a:solidFill>
              <a:srgbClr val="D8B06A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7A1A4B68-0112-47EE-2753-898CC4F8D213}"/>
              </a:ext>
            </a:extLst>
          </p:cNvPr>
          <p:cNvSpPr/>
          <p:nvPr/>
        </p:nvSpPr>
        <p:spPr>
          <a:xfrm>
            <a:off x="502920" y="164592"/>
            <a:ext cx="8732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2547" b="1" dirty="0">
                <a:solidFill>
                  <a:srgbClr val="FFFFFF"/>
                </a:solidFill>
              </a:rPr>
              <a:t>爱的叮咛</a:t>
            </a:r>
            <a:endParaRPr lang="en-US" sz="2547" dirty="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64587257-1087-4B31-EE67-80F23FAFD716}"/>
              </a:ext>
            </a:extLst>
          </p:cNvPr>
          <p:cNvSpPr/>
          <p:nvPr/>
        </p:nvSpPr>
        <p:spPr>
          <a:xfrm>
            <a:off x="1483335" y="1519466"/>
            <a:ext cx="9225023" cy="4523155"/>
          </a:xfrm>
          <a:prstGeom prst="roundRect">
            <a:avLst/>
          </a:prstGeom>
          <a:solidFill>
            <a:srgbClr val="FFFCFA"/>
          </a:solidFill>
          <a:ln w="12700">
            <a:solidFill>
              <a:srgbClr val="D8B77D"/>
            </a:solidFill>
            <a:prstDash val="solid"/>
          </a:ln>
        </p:spPr>
        <p:txBody>
          <a:bodyPr wrap="square" tIns="45720" anchor="t" anchorCtr="1"/>
          <a:lstStyle/>
          <a:p>
            <a:pPr algn="ctr">
              <a:spcAft>
                <a:spcPts val="3000"/>
              </a:spcAft>
            </a:pPr>
            <a:r>
              <a:rPr lang="zh-CN" altLang="en-US" sz="5400" b="1" dirty="0">
                <a:solidFill>
                  <a:srgbClr val="7B3C5E"/>
                </a:solidFill>
                <a:latin typeface="Noto Sans CJK TC"/>
              </a:rPr>
              <a:t>十大观音十组组长协调会议</a:t>
            </a:r>
            <a:endParaRPr lang="zh-CN" altLang="en-US" sz="5400" dirty="0"/>
          </a:p>
        </p:txBody>
      </p:sp>
      <p:sp>
        <p:nvSpPr>
          <p:cNvPr id="136" name="Text 134">
            <a:extLst>
              <a:ext uri="{FF2B5EF4-FFF2-40B4-BE49-F238E27FC236}">
                <a16:creationId xmlns:a16="http://schemas.microsoft.com/office/drawing/2014/main" id="{1BB3D136-13D7-5E95-151E-93C529009FF0}"/>
              </a:ext>
            </a:extLst>
          </p:cNvPr>
          <p:cNvSpPr/>
          <p:nvPr/>
        </p:nvSpPr>
        <p:spPr>
          <a:xfrm>
            <a:off x="11338560" y="6510528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50">
                <a:solidFill>
                  <a:srgbClr val="9E7284"/>
                </a:solidFill>
                <a:latin typeface="Noto Sans CJK TC"/>
              </a:rPr>
              <a:t>05</a:t>
            </a:r>
            <a:endParaRPr lang="en-US" sz="900" dirty="0"/>
          </a:p>
        </p:txBody>
      </p:sp>
      <p:sp>
        <p:nvSpPr>
          <p:cNvPr id="139" name="Eyebrow">
            <a:extLst>
              <a:ext uri="{FF2B5EF4-FFF2-40B4-BE49-F238E27FC236}">
                <a16:creationId xmlns:a16="http://schemas.microsoft.com/office/drawing/2014/main" id="{B899B66E-F60A-F9AF-7283-3A0057925BD7}"/>
              </a:ext>
            </a:extLst>
          </p:cNvPr>
          <p:cNvSpPr/>
          <p:nvPr/>
        </p:nvSpPr>
        <p:spPr>
          <a:xfrm>
            <a:off x="7315200" y="228600"/>
            <a:ext cx="4343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zh-TW" altLang="en-US" sz="1600" spc="200" dirty="0">
                <a:solidFill>
                  <a:srgbClr val="F7E8D2"/>
                </a:solidFill>
                <a:latin typeface="Noto Sans CJK TC"/>
                <a:ea typeface="Noto Sans CJK TC"/>
              </a:rPr>
              <a:t>2026年 · 巴生道務中心</a:t>
            </a:r>
            <a:endParaRPr lang="en-US" sz="1600" dirty="0"/>
          </a:p>
        </p:txBody>
      </p:sp>
      <p:sp>
        <p:nvSpPr>
          <p:cNvPr id="141" name="TextBox 140"/>
          <p:cNvSpPr txBox="1"/>
          <p:nvPr/>
        </p:nvSpPr>
        <p:spPr>
          <a:xfrm>
            <a:off x="3966071" y="3012375"/>
            <a:ext cx="5155895" cy="2215991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800"/>
              </a:spcAft>
            </a:pPr>
            <a:r>
              <a:rPr lang="zh-TW" altLang="en-US" sz="3600" dirty="0">
                <a:solidFill>
                  <a:srgbClr val="9E7284"/>
                </a:solidFill>
              </a:rPr>
              <a:t>日期 </a:t>
            </a:r>
            <a:r>
              <a:rPr lang="en-MY" altLang="zh-TW" sz="3600" dirty="0">
                <a:solidFill>
                  <a:srgbClr val="9E7284"/>
                </a:solidFill>
              </a:rPr>
              <a:t>:  </a:t>
            </a:r>
            <a:r>
              <a:rPr sz="3600" b="1" dirty="0">
                <a:solidFill>
                  <a:srgbClr val="543443"/>
                </a:solidFill>
                <a:latin typeface="Noto Sans CJK TC"/>
              </a:rPr>
              <a:t>9月7日（一）</a:t>
            </a:r>
          </a:p>
          <a:p>
            <a:pPr>
              <a:spcAft>
                <a:spcPts val="1800"/>
              </a:spcAft>
            </a:pPr>
            <a:r>
              <a:rPr lang="zh-TW" altLang="en-US" sz="3600" dirty="0">
                <a:solidFill>
                  <a:srgbClr val="9E7284"/>
                </a:solidFill>
              </a:rPr>
              <a:t>时间 </a:t>
            </a:r>
            <a:r>
              <a:rPr lang="en-MY" altLang="zh-TW" sz="3600" dirty="0">
                <a:solidFill>
                  <a:srgbClr val="9E7284"/>
                </a:solidFill>
              </a:rPr>
              <a:t>:  </a:t>
            </a:r>
            <a:r>
              <a:rPr sz="3600" b="1" dirty="0">
                <a:solidFill>
                  <a:srgbClr val="543443"/>
                </a:solidFill>
                <a:latin typeface="Noto Sans CJK TC"/>
              </a:rPr>
              <a:t>8.30 pm</a:t>
            </a:r>
          </a:p>
          <a:p>
            <a:pPr>
              <a:spcAft>
                <a:spcPts val="1800"/>
              </a:spcAft>
            </a:pPr>
            <a:r>
              <a:rPr lang="zh-TW" altLang="en-US" sz="3600" dirty="0">
                <a:solidFill>
                  <a:srgbClr val="9E7284"/>
                </a:solidFill>
              </a:rPr>
              <a:t>地点 </a:t>
            </a:r>
            <a:r>
              <a:rPr lang="en-MY" altLang="zh-TW" sz="3600" dirty="0">
                <a:solidFill>
                  <a:srgbClr val="9E7284"/>
                </a:solidFill>
              </a:rPr>
              <a:t>: </a:t>
            </a:r>
            <a:r>
              <a:rPr sz="3600" b="1" dirty="0" err="1">
                <a:solidFill>
                  <a:srgbClr val="543443"/>
                </a:solidFill>
                <a:latin typeface="Noto Sans CJK TC"/>
              </a:rPr>
              <a:t>崇德佛院</a:t>
            </a:r>
            <a:endParaRPr sz="3600" b="1" dirty="0">
              <a:solidFill>
                <a:srgbClr val="543443"/>
              </a:solidFill>
              <a:latin typeface="Noto Sans CJK TC"/>
            </a:endParaRPr>
          </a:p>
        </p:txBody>
      </p:sp>
    </p:spTree>
    <p:extLst>
      <p:ext uri="{BB962C8B-B14F-4D97-AF65-F5344CB8AC3E}">
        <p14:creationId xmlns:p14="http://schemas.microsoft.com/office/powerpoint/2010/main" val="282940398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pic>
        <p:nvPicPr>
          <p:cNvPr id="2" name="Image 0" descr="/mnt/data/8eda1a95b4.jpeg"/>
          <p:cNvPicPr>
            <a:picLocks noChangeAspect="1"/>
          </p:cNvPicPr>
          <p:nvPr/>
        </p:nvPicPr>
        <p:blipFill>
          <a:blip r:embed="rId3"/>
          <a:srcRect t="7811" b="781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874520" y="1901952"/>
            <a:ext cx="8439912" cy="1965960"/>
          </a:xfrm>
          <a:prstGeom prst="roundRect">
            <a:avLst>
              <a:gd name="adj" fmla="val 5581"/>
            </a:avLst>
          </a:prstGeom>
          <a:solidFill>
            <a:srgbClr val="FFF9F4">
              <a:alpha val="92000"/>
            </a:srgbClr>
          </a:solidFill>
          <a:ln w="25400">
            <a:solidFill>
              <a:srgbClr val="D8B06A"/>
            </a:solidFill>
            <a:prstDash val="solid"/>
          </a:ln>
          <a:effectLst>
            <a:outerShdw blurRad="38100" dist="1905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4" name="Text 1"/>
          <p:cNvSpPr/>
          <p:nvPr/>
        </p:nvSpPr>
        <p:spPr>
          <a:xfrm>
            <a:off x="2103120" y="2496312"/>
            <a:ext cx="8001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altLang="en-US" sz="4200" b="1" dirty="0">
                <a:solidFill>
                  <a:srgbClr val="7B3C5E"/>
                </a:solidFill>
                <a:latin typeface="Noto Sans CJK TC" pitchFamily="34" charset="0"/>
                <a:ea typeface="Noto Sans CJK TC" pitchFamily="34" charset="-122"/>
              </a:rPr>
              <a:t>大合照</a:t>
            </a:r>
            <a:endParaRPr lang="en-US" sz="4200" dirty="0"/>
          </a:p>
        </p:txBody>
      </p:sp>
      <p:sp>
        <p:nvSpPr>
          <p:cNvPr id="9" name="Eyebrow">
            <a:extLst>
              <a:ext uri="{FF2B5EF4-FFF2-40B4-BE49-F238E27FC236}">
                <a16:creationId xmlns:a16="http://schemas.microsoft.com/office/drawing/2014/main" id="{7D79429A-3A3C-14CE-8EF2-E37863587ABA}"/>
              </a:ext>
            </a:extLst>
          </p:cNvPr>
          <p:cNvSpPr/>
          <p:nvPr/>
        </p:nvSpPr>
        <p:spPr>
          <a:xfrm>
            <a:off x="1600200" y="731520"/>
            <a:ext cx="899129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5000"/>
              </a:lnSpc>
            </a:pPr>
            <a:r>
              <a:rPr lang="zh-TW" altLang="en-US" sz="2400" b="1" spc="500" dirty="0">
                <a:solidFill>
                  <a:srgbClr val="5B2E4A"/>
                </a:solidFill>
                <a:effectLst>
                  <a:outerShdw blurRad="25400" algn="ctr" rotWithShape="0">
                    <a:srgbClr val="FFFFFF">
                      <a:alpha val="95000"/>
                    </a:srgbClr>
                  </a:outerShdw>
                </a:effectLst>
                <a:latin typeface="Noto Sans CJK TC"/>
                <a:ea typeface="Noto Sans CJK TC"/>
              </a:rPr>
              <a:t>2026年 · 巴生道務中心</a:t>
            </a:r>
            <a:r>
              <a:rPr lang="zh-TW" altLang="en-US" sz="2400" b="1" spc="500" dirty="0">
                <a:solidFill>
                  <a:srgbClr val="5B2E4A"/>
                </a:solidFill>
                <a:effectLst>
                  <a:outerShdw blurRad="25400" algn="ctr" rotWithShape="0">
                    <a:srgbClr val="FFFFFF">
                      <a:alpha val="95000"/>
                    </a:srgbClr>
                  </a:outerShdw>
                </a:effectLst>
                <a:ea typeface="Noto Sans CJK TC"/>
              </a:rPr>
              <a:t>·</a:t>
            </a:r>
            <a:r>
              <a:rPr lang="zh-TW" altLang="en-US" sz="2400" b="1" spc="500" dirty="0">
                <a:solidFill>
                  <a:srgbClr val="5B2E4A"/>
                </a:solidFill>
                <a:effectLst>
                  <a:outerShdw blurRad="25400" algn="ctr" rotWithShape="0">
                    <a:srgbClr val="FFFFFF">
                      <a:alpha val="95000"/>
                    </a:srgbClr>
                  </a:outerShdw>
                </a:effectLst>
                <a:latin typeface="Noto Sans CJK TC"/>
                <a:ea typeface="Noto Sans CJK TC"/>
              </a:rPr>
              <a:t>南區千人上岸</a:t>
            </a:r>
            <a:endParaRPr lang="en-US" altLang="zh-TW" sz="2400" b="1" spc="500" dirty="0">
              <a:solidFill>
                <a:srgbClr val="5B2E4A"/>
              </a:solidFill>
              <a:effectLst>
                <a:outerShdw blurRad="25400" algn="ctr" rotWithShape="0">
                  <a:srgbClr val="FFFFFF">
                    <a:alpha val="95000"/>
                  </a:srgbClr>
                </a:outerShdw>
              </a:effectLst>
              <a:latin typeface="Noto Sans CJK TC"/>
              <a:ea typeface="Noto Sans CJK TC"/>
            </a:endParaRPr>
          </a:p>
          <a:p>
            <a:pPr algn="ctr">
              <a:lnSpc>
                <a:spcPct val="105000"/>
              </a:lnSpc>
            </a:pPr>
            <a:r>
              <a:rPr lang="zh-TW" altLang="en-US" sz="2400" b="1" spc="500" dirty="0">
                <a:solidFill>
                  <a:srgbClr val="5B2E4A"/>
                </a:solidFill>
                <a:effectLst>
                  <a:outerShdw blurRad="25400" algn="ctr" rotWithShape="0">
                    <a:srgbClr val="FFFFFF">
                      <a:alpha val="95000"/>
                    </a:srgbClr>
                  </a:outerShdw>
                </a:effectLst>
                <a:latin typeface="Noto Sans CJK TC"/>
                <a:ea typeface="Noto Sans CJK TC"/>
              </a:rPr>
              <a:t>表揚大會</a:t>
            </a:r>
            <a:endParaRPr lang="en-US" altLang="zh-TW" sz="2400" b="1" spc="500" dirty="0">
              <a:solidFill>
                <a:srgbClr val="5B2E4A"/>
              </a:solidFill>
              <a:effectLst>
                <a:outerShdw blurRad="25400" algn="ctr" rotWithShape="0">
                  <a:srgbClr val="FFFFFF">
                    <a:alpha val="95000"/>
                  </a:srgbClr>
                </a:outerShdw>
              </a:effectLst>
              <a:latin typeface="Noto Sans CJK TC"/>
              <a:ea typeface="Noto Sans CJK TC"/>
            </a:endParaRPr>
          </a:p>
          <a:p>
            <a:pPr marL="0" indent="0" algn="ctr">
              <a:buNone/>
            </a:pPr>
            <a:endParaRPr lang="zh-TW" altLang="en-US" sz="2400" b="1" spc="500" dirty="0">
              <a:solidFill>
                <a:srgbClr val="5B2E4A"/>
              </a:solidFill>
              <a:effectLst>
                <a:outerShdw blurRad="25400" algn="ctr" rotWithShape="0">
                  <a:srgbClr val="FFFFFF">
                    <a:alpha val="95000"/>
                  </a:srgbClr>
                </a:outerShdw>
              </a:effectLst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CJK T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CJK T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CJK T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CJK T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569bf4a9-87bd-4dbf-a36c-1db5158e5def}" enabled="1" method="Privileged" siteId="{ea80952e-a476-42d4-aaf4-5457852b0f7e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121</TotalTime>
  <Words>2827</Words>
  <Application>Microsoft Office PowerPoint</Application>
  <PresentationFormat>Widescreen</PresentationFormat>
  <Paragraphs>2021</Paragraphs>
  <Slides>28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3" baseType="lpstr">
      <vt:lpstr>Noto Sans CJK TC</vt:lpstr>
      <vt:lpstr>新細明體</vt:lpstr>
      <vt:lpstr>游ゴシック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南區表揚大會</dc:title>
  <dc:subject>南區表揚大會</dc:subject>
  <dc:creator>Leow, Elynn</dc:creator>
  <cp:lastModifiedBy>Leow, Elynn</cp:lastModifiedBy>
  <cp:revision>165</cp:revision>
  <dcterms:created xsi:type="dcterms:W3CDTF">2026-08-31T15:54:30Z</dcterms:created>
  <dcterms:modified xsi:type="dcterms:W3CDTF">2026-09-03T05:36:01Z</dcterms:modified>
</cp:coreProperties>
</file>